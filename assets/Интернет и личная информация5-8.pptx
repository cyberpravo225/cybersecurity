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4"/>
  </p:notesMasterIdLst>
  <p:sldIdLst>
    <p:sldId id="256" r:id="rId2"/>
    <p:sldId id="311" r:id="rId3"/>
    <p:sldId id="312" r:id="rId4"/>
    <p:sldId id="313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</p:sldIdLst>
  <p:sldSz cx="9144000" cy="5143500" type="screen16x9"/>
  <p:notesSz cx="6858000" cy="9144000"/>
  <p:embeddedFontLst>
    <p:embeddedFont>
      <p:font typeface="Advent Pro" panose="020B0604020202020204" charset="0"/>
      <p:regular r:id="rId15"/>
      <p:bold r:id="rId16"/>
      <p:italic r:id="rId17"/>
      <p:boldItalic r:id="rId18"/>
    </p:embeddedFont>
    <p:embeddedFont>
      <p:font typeface="Alumni Sans Pinstripe" panose="020B0604020202020204" charset="-52"/>
      <p:regular r:id="rId19"/>
      <p:italic r:id="rId20"/>
    </p:embeddedFont>
    <p:embeddedFont>
      <p:font typeface="Oxanium" panose="020B0604020202020204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82208E-B250-448C-9F73-D64BF94ABBD4}">
  <a:tblStyle styleId="{2682208E-B250-448C-9F73-D64BF94AB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197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788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9" name="Google Shape;3889;g11bc263f502_0_2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0" name="Google Shape;3890;g11bc263f502_0_2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1165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7260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699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945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278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9" name="Google Shape;3889;g11bc263f502_0_2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0" name="Google Shape;3890;g11bc263f502_0_2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686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87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9" name="Google Shape;3889;g11bc263f502_0_2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0" name="Google Shape;3890;g11bc263f502_0_2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176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7084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9" name="Google Shape;4269;g11bc263f502_0_2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0" name="Google Shape;4270;g11bc263f502_0_2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034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414771" y="4540255"/>
            <a:ext cx="2227588" cy="726522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7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7"/>
          <p:cNvSpPr/>
          <p:nvPr/>
        </p:nvSpPr>
        <p:spPr>
          <a:xfrm rot="-8909883">
            <a:off x="7380555" y="-922593"/>
            <a:ext cx="2453841" cy="2453841"/>
          </a:xfrm>
          <a:prstGeom prst="blockArc">
            <a:avLst>
              <a:gd name="adj1" fmla="val 10800000"/>
              <a:gd name="adj2" fmla="val 567723"/>
              <a:gd name="adj3" fmla="val 1141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7130050" y="-541850"/>
            <a:ext cx="1759500" cy="1759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 flipH="1">
            <a:off x="6696355" y="334491"/>
            <a:ext cx="2227589" cy="1527191"/>
            <a:chOff x="5519300" y="372750"/>
            <a:chExt cx="1039375" cy="712575"/>
          </a:xfrm>
        </p:grpSpPr>
        <p:sp>
          <p:nvSpPr>
            <p:cNvPr id="568" name="Google Shape;568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7"/>
          <p:cNvGrpSpPr/>
          <p:nvPr/>
        </p:nvGrpSpPr>
        <p:grpSpPr>
          <a:xfrm>
            <a:off x="107678" y="-187590"/>
            <a:ext cx="2227589" cy="726958"/>
            <a:chOff x="6972150" y="711750"/>
            <a:chExt cx="1039375" cy="339193"/>
          </a:xfrm>
        </p:grpSpPr>
        <p:sp>
          <p:nvSpPr>
            <p:cNvPr id="636" name="Google Shape;636;p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7"/>
          <p:cNvSpPr/>
          <p:nvPr/>
        </p:nvSpPr>
        <p:spPr>
          <a:xfrm>
            <a:off x="-624140" y="-419150"/>
            <a:ext cx="15270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"/>
          <p:cNvSpPr/>
          <p:nvPr/>
        </p:nvSpPr>
        <p:spPr>
          <a:xfrm rot="372611">
            <a:off x="5475589" y="4165080"/>
            <a:ext cx="2204738" cy="2204738"/>
          </a:xfrm>
          <a:prstGeom prst="blockArc">
            <a:avLst>
              <a:gd name="adj1" fmla="val 9398892"/>
              <a:gd name="adj2" fmla="val 534609"/>
              <a:gd name="adj3" fmla="val 1967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0" name="Google Shape;670;p7"/>
          <p:cNvGrpSpPr/>
          <p:nvPr/>
        </p:nvGrpSpPr>
        <p:grpSpPr>
          <a:xfrm>
            <a:off x="5832004" y="3999491"/>
            <a:ext cx="2227588" cy="726522"/>
            <a:chOff x="3620725" y="372750"/>
            <a:chExt cx="1039375" cy="338989"/>
          </a:xfrm>
        </p:grpSpPr>
        <p:sp>
          <p:nvSpPr>
            <p:cNvPr id="671" name="Google Shape;671;p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"/>
          <p:cNvSpPr txBox="1">
            <a:spLocks noGrp="1"/>
          </p:cNvSpPr>
          <p:nvPr>
            <p:ph type="title"/>
          </p:nvPr>
        </p:nvSpPr>
        <p:spPr>
          <a:xfrm>
            <a:off x="4301775" y="1027300"/>
            <a:ext cx="4146600" cy="30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10" name="Google Shape;710;p8"/>
          <p:cNvSpPr/>
          <p:nvPr/>
        </p:nvSpPr>
        <p:spPr>
          <a:xfrm>
            <a:off x="-665963" y="607925"/>
            <a:ext cx="2227500" cy="2228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8"/>
          <p:cNvSpPr/>
          <p:nvPr/>
        </p:nvSpPr>
        <p:spPr>
          <a:xfrm flipH="1">
            <a:off x="-3273950" y="1027301"/>
            <a:ext cx="5927400" cy="5927400"/>
          </a:xfrm>
          <a:prstGeom prst="blockArc">
            <a:avLst>
              <a:gd name="adj1" fmla="val 8972311"/>
              <a:gd name="adj2" fmla="val 16732630"/>
              <a:gd name="adj3" fmla="val 9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2" name="Google Shape;712;p8"/>
          <p:cNvGrpSpPr/>
          <p:nvPr/>
        </p:nvGrpSpPr>
        <p:grpSpPr>
          <a:xfrm>
            <a:off x="2653453" y="-62135"/>
            <a:ext cx="2227588" cy="726522"/>
            <a:chOff x="3857800" y="1143286"/>
            <a:chExt cx="1039375" cy="338989"/>
          </a:xfrm>
        </p:grpSpPr>
        <p:sp>
          <p:nvSpPr>
            <p:cNvPr id="713" name="Google Shape;713;p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8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3" name="Google Shape;743;p8"/>
          <p:cNvSpPr/>
          <p:nvPr/>
        </p:nvSpPr>
        <p:spPr>
          <a:xfrm>
            <a:off x="7566354" y="3268750"/>
            <a:ext cx="2574900" cy="2574900"/>
          </a:xfrm>
          <a:prstGeom prst="blockArc">
            <a:avLst>
              <a:gd name="adj1" fmla="val 5958233"/>
              <a:gd name="adj2" fmla="val 18369856"/>
              <a:gd name="adj3" fmla="val 1954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8"/>
          <p:cNvSpPr/>
          <p:nvPr/>
        </p:nvSpPr>
        <p:spPr>
          <a:xfrm>
            <a:off x="7514213" y="326875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5" name="Google Shape;745;p8"/>
          <p:cNvGrpSpPr/>
          <p:nvPr/>
        </p:nvGrpSpPr>
        <p:grpSpPr>
          <a:xfrm rot="5400000">
            <a:off x="-559680" y="3557919"/>
            <a:ext cx="2227588" cy="726522"/>
            <a:chOff x="3799000" y="1820400"/>
            <a:chExt cx="1039375" cy="338989"/>
          </a:xfrm>
        </p:grpSpPr>
        <p:sp>
          <p:nvSpPr>
            <p:cNvPr id="746" name="Google Shape;746;p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"/>
          <p:cNvSpPr txBox="1">
            <a:spLocks noGrp="1"/>
          </p:cNvSpPr>
          <p:nvPr>
            <p:ph type="title" hasCustomPrompt="1"/>
          </p:nvPr>
        </p:nvSpPr>
        <p:spPr>
          <a:xfrm>
            <a:off x="1256050" y="1205625"/>
            <a:ext cx="6632100" cy="18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2" name="Google Shape;792;p11"/>
          <p:cNvSpPr txBox="1">
            <a:spLocks noGrp="1"/>
          </p:cNvSpPr>
          <p:nvPr>
            <p:ph type="subTitle" idx="1"/>
          </p:nvPr>
        </p:nvSpPr>
        <p:spPr>
          <a:xfrm>
            <a:off x="1912038" y="3167400"/>
            <a:ext cx="53199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3" name="Google Shape;793;p11"/>
          <p:cNvSpPr/>
          <p:nvPr/>
        </p:nvSpPr>
        <p:spPr>
          <a:xfrm flipH="1">
            <a:off x="-970367" y="3471285"/>
            <a:ext cx="2574600" cy="2574600"/>
          </a:xfrm>
          <a:prstGeom prst="blockArc">
            <a:avLst>
              <a:gd name="adj1" fmla="val 5958233"/>
              <a:gd name="adj2" fmla="val 18980253"/>
              <a:gd name="adj3" fmla="val 1476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4" name="Google Shape;79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57346" y="4025275"/>
            <a:ext cx="2038800" cy="13578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5" name="Google Shape;795;p11"/>
          <p:cNvGrpSpPr/>
          <p:nvPr/>
        </p:nvGrpSpPr>
        <p:grpSpPr>
          <a:xfrm flipH="1">
            <a:off x="6916420" y="380544"/>
            <a:ext cx="2227588" cy="726522"/>
            <a:chOff x="3799000" y="1820400"/>
            <a:chExt cx="1039375" cy="338989"/>
          </a:xfrm>
        </p:grpSpPr>
        <p:sp>
          <p:nvSpPr>
            <p:cNvPr id="796" name="Google Shape;796;p11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1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1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1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1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1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32" name="Google Shape;8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471" y="-171325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5963" y="3471263"/>
            <a:ext cx="921650" cy="1215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11"/>
          <p:cNvGrpSpPr/>
          <p:nvPr/>
        </p:nvGrpSpPr>
        <p:grpSpPr>
          <a:xfrm flipH="1">
            <a:off x="-206996" y="-68959"/>
            <a:ext cx="2227588" cy="726522"/>
            <a:chOff x="3620725" y="372750"/>
            <a:chExt cx="1039375" cy="338989"/>
          </a:xfrm>
        </p:grpSpPr>
        <p:sp>
          <p:nvSpPr>
            <p:cNvPr id="835" name="Google Shape;835;p11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1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1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1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1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1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1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1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1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2" name="Google Shape;872;p11"/>
          <p:cNvSpPr/>
          <p:nvPr/>
        </p:nvSpPr>
        <p:spPr>
          <a:xfrm rot="10800000">
            <a:off x="39205" y="-757722"/>
            <a:ext cx="1735200" cy="1735200"/>
          </a:xfrm>
          <a:prstGeom prst="blockArc">
            <a:avLst>
              <a:gd name="adj1" fmla="val 5958233"/>
              <a:gd name="adj2" fmla="val 2313425"/>
              <a:gd name="adj3" fmla="val 2288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1"/>
          <p:cNvSpPr/>
          <p:nvPr/>
        </p:nvSpPr>
        <p:spPr>
          <a:xfrm rot="10800000">
            <a:off x="255950" y="-712275"/>
            <a:ext cx="1643700" cy="1644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4" name="Google Shape;8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787" y="253415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4050" y="1410474"/>
            <a:ext cx="1052700" cy="75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33887" y="4366815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26681" y="2545244"/>
            <a:ext cx="1164725" cy="835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p11"/>
          <p:cNvGrpSpPr/>
          <p:nvPr/>
        </p:nvGrpSpPr>
        <p:grpSpPr>
          <a:xfrm>
            <a:off x="6889313" y="4472001"/>
            <a:ext cx="2227588" cy="726522"/>
            <a:chOff x="5608450" y="1680311"/>
            <a:chExt cx="1039375" cy="338989"/>
          </a:xfrm>
        </p:grpSpPr>
        <p:sp>
          <p:nvSpPr>
            <p:cNvPr id="879" name="Google Shape;879;p11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1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1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1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1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3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19" name="Google Shape;919;p13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3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1" name="Google Shape;921;p13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3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3" name="Google Shape;923;p13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13"/>
          <p:cNvSpPr txBox="1">
            <a:spLocks noGrp="1"/>
          </p:cNvSpPr>
          <p:nvPr>
            <p:ph type="title" idx="7"/>
          </p:nvPr>
        </p:nvSpPr>
        <p:spPr>
          <a:xfrm>
            <a:off x="57923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5" name="Google Shape;925;p13"/>
          <p:cNvSpPr txBox="1">
            <a:spLocks noGrp="1"/>
          </p:cNvSpPr>
          <p:nvPr>
            <p:ph type="subTitle" idx="8"/>
          </p:nvPr>
        </p:nvSpPr>
        <p:spPr>
          <a:xfrm>
            <a:off x="5792350" y="337662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 idx="9" hasCustomPrompt="1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7" name="Google Shape;927;p13"/>
          <p:cNvSpPr txBox="1">
            <a:spLocks noGrp="1"/>
          </p:cNvSpPr>
          <p:nvPr>
            <p:ph type="title" idx="13" hasCustomPrompt="1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8" name="Google Shape;92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9" name="Google Shape;929;p13"/>
          <p:cNvSpPr txBox="1">
            <a:spLocks noGrp="1"/>
          </p:cNvSpPr>
          <p:nvPr>
            <p:ph type="title" idx="15" hasCustomPrompt="1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930" name="Google Shape;93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37325" y="3653261"/>
            <a:ext cx="2885125" cy="1921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1" name="Google Shape;931;p13"/>
          <p:cNvGrpSpPr/>
          <p:nvPr/>
        </p:nvGrpSpPr>
        <p:grpSpPr>
          <a:xfrm rot="5400000">
            <a:off x="-1082747" y="1310115"/>
            <a:ext cx="2227588" cy="726522"/>
            <a:chOff x="3857800" y="1143286"/>
            <a:chExt cx="1039375" cy="338989"/>
          </a:xfrm>
        </p:grpSpPr>
        <p:sp>
          <p:nvSpPr>
            <p:cNvPr id="932" name="Google Shape;932;p1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3"/>
          <p:cNvGrpSpPr/>
          <p:nvPr/>
        </p:nvGrpSpPr>
        <p:grpSpPr>
          <a:xfrm flipH="1">
            <a:off x="8430779" y="791666"/>
            <a:ext cx="2227588" cy="726522"/>
            <a:chOff x="3620725" y="372750"/>
            <a:chExt cx="1039375" cy="338989"/>
          </a:xfrm>
        </p:grpSpPr>
        <p:sp>
          <p:nvSpPr>
            <p:cNvPr id="963" name="Google Shape;963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13"/>
          <p:cNvSpPr/>
          <p:nvPr/>
        </p:nvSpPr>
        <p:spPr>
          <a:xfrm rot="8403335">
            <a:off x="-394847" y="-476389"/>
            <a:ext cx="1410650" cy="1410650"/>
          </a:xfrm>
          <a:prstGeom prst="blockArc">
            <a:avLst>
              <a:gd name="adj1" fmla="val 10800000"/>
              <a:gd name="adj2" fmla="val 138617"/>
              <a:gd name="adj3" fmla="val 21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3"/>
          <p:cNvSpPr/>
          <p:nvPr/>
        </p:nvSpPr>
        <p:spPr>
          <a:xfrm>
            <a:off x="-395376" y="-2179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13"/>
          <p:cNvGrpSpPr/>
          <p:nvPr/>
        </p:nvGrpSpPr>
        <p:grpSpPr>
          <a:xfrm>
            <a:off x="7753454" y="-41534"/>
            <a:ext cx="2227588" cy="726522"/>
            <a:chOff x="3620725" y="372750"/>
            <a:chExt cx="1039375" cy="338989"/>
          </a:xfrm>
        </p:grpSpPr>
        <p:sp>
          <p:nvSpPr>
            <p:cNvPr id="999" name="Google Shape;999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6" name="Google Shape;10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0" y="3899975"/>
            <a:ext cx="1041075" cy="109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13"/>
          <p:cNvGrpSpPr/>
          <p:nvPr/>
        </p:nvGrpSpPr>
        <p:grpSpPr>
          <a:xfrm>
            <a:off x="782362" y="4049869"/>
            <a:ext cx="317072" cy="126020"/>
            <a:chOff x="4481802" y="1143286"/>
            <a:chExt cx="147943" cy="58800"/>
          </a:xfrm>
        </p:grpSpPr>
        <p:sp>
          <p:nvSpPr>
            <p:cNvPr id="1038" name="Google Shape;10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13"/>
          <p:cNvGrpSpPr/>
          <p:nvPr/>
        </p:nvGrpSpPr>
        <p:grpSpPr>
          <a:xfrm>
            <a:off x="4850553" y="4656385"/>
            <a:ext cx="2227589" cy="726958"/>
            <a:chOff x="6972150" y="711750"/>
            <a:chExt cx="1039375" cy="339193"/>
          </a:xfrm>
        </p:grpSpPr>
        <p:sp>
          <p:nvSpPr>
            <p:cNvPr id="1041" name="Google Shape;1041;p1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72" name="Google Shape;10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1775" y="280525"/>
            <a:ext cx="923250" cy="12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3"/>
          <p:cNvSpPr/>
          <p:nvPr/>
        </p:nvSpPr>
        <p:spPr>
          <a:xfrm rot="999904">
            <a:off x="3358951" y="4439227"/>
            <a:ext cx="2408148" cy="2408148"/>
          </a:xfrm>
          <a:prstGeom prst="blockArc">
            <a:avLst>
              <a:gd name="adj1" fmla="val 10800000"/>
              <a:gd name="adj2" fmla="val 122097"/>
              <a:gd name="adj3" fmla="val 1551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7" r:id="rId4"/>
    <p:sldLayoutId id="2147483658" r:id="rId5"/>
    <p:sldLayoutId id="2147483659" r:id="rId6"/>
    <p:sldLayoutId id="2147483679" r:id="rId7"/>
    <p:sldLayoutId id="2147483680" r:id="rId8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Google Shape;30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946150"/>
            <a:ext cx="3633650" cy="24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0" name="Google Shape;3090;p38"/>
          <p:cNvGrpSpPr/>
          <p:nvPr/>
        </p:nvGrpSpPr>
        <p:grpSpPr>
          <a:xfrm>
            <a:off x="251783" y="4096069"/>
            <a:ext cx="2227588" cy="726522"/>
            <a:chOff x="3799000" y="1820400"/>
            <a:chExt cx="1039375" cy="338989"/>
          </a:xfrm>
        </p:grpSpPr>
        <p:sp>
          <p:nvSpPr>
            <p:cNvPr id="3091" name="Google Shape;3091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7" name="Google Shape;3127;p38"/>
          <p:cNvGrpSpPr/>
          <p:nvPr/>
        </p:nvGrpSpPr>
        <p:grpSpPr>
          <a:xfrm>
            <a:off x="2374531" y="-1877848"/>
            <a:ext cx="745392" cy="771458"/>
            <a:chOff x="3962987" y="1472625"/>
            <a:chExt cx="316663" cy="327750"/>
          </a:xfrm>
        </p:grpSpPr>
        <p:grpSp>
          <p:nvGrpSpPr>
            <p:cNvPr id="3128" name="Google Shape;3128;p38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9" name="Google Shape;312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3" name="Google Shape;3133;p38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34" name="Google Shape;313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8" name="Google Shape;3138;p38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9" name="Google Shape;313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3" name="Google Shape;3143;p38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44" name="Google Shape;314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8" name="Google Shape;3148;p38"/>
          <p:cNvSpPr txBox="1">
            <a:spLocks noGrp="1"/>
          </p:cNvSpPr>
          <p:nvPr>
            <p:ph type="ctrTitle"/>
          </p:nvPr>
        </p:nvSpPr>
        <p:spPr>
          <a:xfrm>
            <a:off x="3817063" y="918625"/>
            <a:ext cx="4499400" cy="2133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6600" dirty="0"/>
              <a:t>Интернет и личная информация</a:t>
            </a:r>
            <a:endParaRPr sz="6600" dirty="0"/>
          </a:p>
        </p:txBody>
      </p:sp>
      <p:sp>
        <p:nvSpPr>
          <p:cNvPr id="3149" name="Google Shape;3149;p38"/>
          <p:cNvSpPr txBox="1">
            <a:spLocks noGrp="1"/>
          </p:cNvSpPr>
          <p:nvPr>
            <p:ph type="subTitle" idx="1"/>
          </p:nvPr>
        </p:nvSpPr>
        <p:spPr>
          <a:xfrm>
            <a:off x="5181585" y="3738775"/>
            <a:ext cx="3220872" cy="464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b="1" dirty="0">
                <a:latin typeface="Oxanium" panose="020B0604020202020204" charset="0"/>
              </a:rPr>
              <a:t>PRO.</a:t>
            </a:r>
            <a:r>
              <a:rPr lang="ru-RU" sz="2400" b="1" dirty="0"/>
              <a:t>Кибербезопасность</a:t>
            </a:r>
            <a:endParaRPr lang="ru-RU" sz="2400" b="1" dirty="0">
              <a:latin typeface="Oxanium" panose="020B0604020202020204" charset="0"/>
            </a:endParaRPr>
          </a:p>
        </p:txBody>
      </p:sp>
      <p:pic>
        <p:nvPicPr>
          <p:cNvPr id="3150" name="Google Shape;31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302" y="2452228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1" name="Google Shape;315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5468" y="918625"/>
            <a:ext cx="1796913" cy="284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100" y="1780150"/>
            <a:ext cx="923250" cy="12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3" name="Google Shape;3153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9125" y="2726398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4" name="Google Shape;3154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8075" y="2867343"/>
            <a:ext cx="923250" cy="1167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Picture 2" descr="D:\Арсений\проекты\сайт\logo (1).png">
            <a:extLst>
              <a:ext uri="{FF2B5EF4-FFF2-40B4-BE49-F238E27FC236}">
                <a16:creationId xmlns:a16="http://schemas.microsoft.com/office/drawing/2014/main" id="{60CEFF93-92F8-4149-BEFF-2B4372121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955" y="0"/>
            <a:ext cx="1286538" cy="115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Google Shape;3150;p38">
            <a:extLst>
              <a:ext uri="{FF2B5EF4-FFF2-40B4-BE49-F238E27FC236}">
                <a16:creationId xmlns:a16="http://schemas.microsoft.com/office/drawing/2014/main" id="{C0539468-5BA9-481A-A301-471B0AEAED0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58996" y="720615"/>
            <a:ext cx="1039375" cy="745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121150" y="916541"/>
            <a:ext cx="4710834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/>
              <a:t>Что такое личная информация?</a:t>
            </a:r>
            <a:endParaRPr dirty="0"/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121150" y="1655441"/>
            <a:ext cx="3807900" cy="2915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ru-RU" b="1" dirty="0"/>
              <a:t>Личная информация</a:t>
            </a:r>
            <a:r>
              <a:rPr lang="ru-RU" dirty="0"/>
              <a:t> — это данные, по которым можно узнать конкретного человека.</a:t>
            </a:r>
          </a:p>
          <a:p>
            <a:pPr marL="0" lvl="0" indent="0">
              <a:buSzPts val="1100"/>
              <a:buNone/>
            </a:pPr>
            <a:endParaRPr lang="en-US" sz="400" dirty="0"/>
          </a:p>
          <a:p>
            <a:pPr marL="165100" indent="0">
              <a:buNone/>
            </a:pPr>
            <a:r>
              <a:rPr lang="ru-RU" dirty="0"/>
              <a:t>К ней относятся:</a:t>
            </a:r>
          </a:p>
          <a:p>
            <a:pPr marL="165100" indent="0">
              <a:buNone/>
            </a:pPr>
            <a:endParaRPr lang="ru-RU" sz="700" dirty="0"/>
          </a:p>
          <a:p>
            <a:pPr lvl="0">
              <a:buFont typeface="Work Sans Medium"/>
              <a:buChar char="●"/>
            </a:pPr>
            <a:r>
              <a:rPr lang="ru-RU" dirty="0"/>
              <a:t>Имя и фамилия</a:t>
            </a:r>
            <a:endParaRPr lang="en-US" dirty="0"/>
          </a:p>
          <a:p>
            <a:pPr lvl="0">
              <a:buFont typeface="Work Sans Medium"/>
              <a:buChar char="●"/>
            </a:pPr>
            <a:r>
              <a:rPr lang="ru-RU" dirty="0"/>
              <a:t>Адрес</a:t>
            </a:r>
            <a:endParaRPr lang="en-US" dirty="0"/>
          </a:p>
          <a:p>
            <a:pPr lvl="0">
              <a:buFont typeface="Work Sans Medium"/>
              <a:buChar char="●"/>
            </a:pPr>
            <a:r>
              <a:rPr lang="ru-RU" dirty="0"/>
              <a:t>Номер телефона</a:t>
            </a:r>
          </a:p>
          <a:p>
            <a:pPr lvl="0">
              <a:buFont typeface="Work Sans Medium"/>
              <a:buChar char="●"/>
            </a:pPr>
            <a:r>
              <a:rPr lang="ru-RU" dirty="0"/>
              <a:t>Школа и класс</a:t>
            </a:r>
          </a:p>
          <a:p>
            <a:pPr lvl="0">
              <a:buFont typeface="Work Sans Medium"/>
              <a:buChar char="●"/>
            </a:pPr>
            <a:r>
              <a:rPr lang="ru-RU" dirty="0"/>
              <a:t>Фото и видео</a:t>
            </a:r>
          </a:p>
          <a:p>
            <a:pPr lvl="0">
              <a:buFont typeface="Work Sans Medium"/>
              <a:buChar char="●"/>
            </a:pPr>
            <a:r>
              <a:rPr lang="ru-RU" dirty="0"/>
              <a:t>Пароли и коды доступа</a:t>
            </a:r>
          </a:p>
          <a:p>
            <a:pPr marL="165100" lvl="0" indent="0">
              <a:buNone/>
            </a:pPr>
            <a:endParaRPr lang="ru-RU" dirty="0"/>
          </a:p>
          <a:p>
            <a:pPr marL="165100" lvl="0" indent="0">
              <a:buNone/>
            </a:pPr>
            <a:r>
              <a:rPr lang="ru-RU" b="1" dirty="0"/>
              <a:t>Важно:</a:t>
            </a:r>
            <a:r>
              <a:rPr lang="ru-RU" dirty="0"/>
              <a:t> не все личные данные можно показывать другим людям.</a:t>
            </a:r>
            <a:endParaRPr dirty="0"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4162" y="2331987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9698" y="2040970"/>
            <a:ext cx="841230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153;p38">
            <a:extLst>
              <a:ext uri="{FF2B5EF4-FFF2-40B4-BE49-F238E27FC236}">
                <a16:creationId xmlns:a16="http://schemas.microsoft.com/office/drawing/2014/main" id="{9ECC5967-E68A-4B08-9EEF-AE10EEB5255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28245" y="3700900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154;p38">
            <a:extLst>
              <a:ext uri="{FF2B5EF4-FFF2-40B4-BE49-F238E27FC236}">
                <a16:creationId xmlns:a16="http://schemas.microsoft.com/office/drawing/2014/main" id="{DF4165AD-ADA7-4732-A168-994BB94DB16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30858" y="3861519"/>
            <a:ext cx="1122156" cy="1419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98;p51">
            <a:extLst>
              <a:ext uri="{FF2B5EF4-FFF2-40B4-BE49-F238E27FC236}">
                <a16:creationId xmlns:a16="http://schemas.microsoft.com/office/drawing/2014/main" id="{BAE654F0-2353-4437-B9CB-B51FA0A52F4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5471" y="-117611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150;p38">
            <a:extLst>
              <a:ext uri="{FF2B5EF4-FFF2-40B4-BE49-F238E27FC236}">
                <a16:creationId xmlns:a16="http://schemas.microsoft.com/office/drawing/2014/main" id="{BF07600B-3956-432B-A49C-345B4CA656A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214578" y="720615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996;p51">
            <a:extLst>
              <a:ext uri="{FF2B5EF4-FFF2-40B4-BE49-F238E27FC236}">
                <a16:creationId xmlns:a16="http://schemas.microsoft.com/office/drawing/2014/main" id="{5D779A24-63DA-4FF1-AC34-901CA077164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44851" y="4709794"/>
            <a:ext cx="1209725" cy="867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4124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2" name="Google Shape;3892;p51"/>
          <p:cNvGrpSpPr/>
          <p:nvPr/>
        </p:nvGrpSpPr>
        <p:grpSpPr>
          <a:xfrm rot="5400000">
            <a:off x="2024953" y="4192723"/>
            <a:ext cx="2227589" cy="726958"/>
            <a:chOff x="6972150" y="711750"/>
            <a:chExt cx="1039375" cy="339193"/>
          </a:xfrm>
        </p:grpSpPr>
        <p:sp>
          <p:nvSpPr>
            <p:cNvPr id="3893" name="Google Shape;3893;p51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51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51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51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51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51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51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51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51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51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51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51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51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51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51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51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51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51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51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51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51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51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51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51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51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51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51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51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51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51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51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51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5" name="Google Shape;3925;p51"/>
          <p:cNvSpPr txBox="1">
            <a:spLocks noGrp="1"/>
          </p:cNvSpPr>
          <p:nvPr>
            <p:ph type="title"/>
          </p:nvPr>
        </p:nvSpPr>
        <p:spPr>
          <a:xfrm>
            <a:off x="4301775" y="1027300"/>
            <a:ext cx="4146600" cy="30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8800" dirty="0"/>
              <a:t>Почему это опасно?</a:t>
            </a:r>
            <a:endParaRPr sz="8800" dirty="0"/>
          </a:p>
        </p:txBody>
      </p:sp>
      <p:grpSp>
        <p:nvGrpSpPr>
          <p:cNvPr id="3926" name="Google Shape;3926;p51"/>
          <p:cNvGrpSpPr/>
          <p:nvPr/>
        </p:nvGrpSpPr>
        <p:grpSpPr>
          <a:xfrm flipH="1">
            <a:off x="620905" y="607928"/>
            <a:ext cx="2227589" cy="1527191"/>
            <a:chOff x="5519300" y="372750"/>
            <a:chExt cx="1039375" cy="712575"/>
          </a:xfrm>
        </p:grpSpPr>
        <p:sp>
          <p:nvSpPr>
            <p:cNvPr id="3927" name="Google Shape;3927;p5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5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5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5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5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5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5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5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5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5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5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5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5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5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5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5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5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5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5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5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5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5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5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5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5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5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5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5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5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5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5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5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5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5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5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5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5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5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5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5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5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5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5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5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5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5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5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5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5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5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5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5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5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5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5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5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5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5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5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5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5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5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5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5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51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51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5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994" name="Google Shape;39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774" y="1635148"/>
            <a:ext cx="1602225" cy="2026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5" name="Google Shape;399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550" y="2909200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6" name="Google Shape;399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4851" y="3877792"/>
            <a:ext cx="1209725" cy="86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7" name="Google Shape;399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050" y="1593172"/>
            <a:ext cx="1209725" cy="8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8" name="Google Shape;399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5471" y="736700"/>
            <a:ext cx="1602225" cy="1148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9" name="Google Shape;3999;p51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4000" name="Google Shape;4000;p51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1" name="Google Shape;4001;p51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2" name="Google Shape;4002;p51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3" name="Google Shape;4003;p51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4" name="Google Shape;4004;p51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216847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40"/>
          <p:cNvSpPr/>
          <p:nvPr/>
        </p:nvSpPr>
        <p:spPr>
          <a:xfrm>
            <a:off x="4902551" y="30771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40"/>
          <p:cNvSpPr/>
          <p:nvPr/>
        </p:nvSpPr>
        <p:spPr>
          <a:xfrm>
            <a:off x="4902551" y="1804650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3" name="Google Shape;3183;p40"/>
          <p:cNvSpPr/>
          <p:nvPr/>
        </p:nvSpPr>
        <p:spPr>
          <a:xfrm>
            <a:off x="1242351" y="3074263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4" name="Google Shape;3184;p40"/>
          <p:cNvSpPr/>
          <p:nvPr/>
        </p:nvSpPr>
        <p:spPr>
          <a:xfrm>
            <a:off x="1242351" y="17853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5" name="Google Shape;3185;p40"/>
          <p:cNvSpPr txBox="1">
            <a:spLocks noGrp="1"/>
          </p:cNvSpPr>
          <p:nvPr>
            <p:ph type="title"/>
          </p:nvPr>
        </p:nvSpPr>
        <p:spPr>
          <a:xfrm>
            <a:off x="1166884" y="445025"/>
            <a:ext cx="6564573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dirty="0"/>
              <a:t>Если личная информация попадёт в интернет, её могут увидеть:</a:t>
            </a:r>
          </a:p>
        </p:txBody>
      </p:sp>
      <p:sp>
        <p:nvSpPr>
          <p:cNvPr id="3186" name="Google Shape;3186;p40"/>
          <p:cNvSpPr txBox="1">
            <a:spLocks noGrp="1"/>
          </p:cNvSpPr>
          <p:nvPr>
            <p:ph type="title" idx="2"/>
          </p:nvPr>
        </p:nvSpPr>
        <p:spPr>
          <a:xfrm>
            <a:off x="2131850" y="1960291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Мошенники</a:t>
            </a:r>
            <a:endParaRPr sz="2600" dirty="0"/>
          </a:p>
        </p:txBody>
      </p:sp>
      <p:sp>
        <p:nvSpPr>
          <p:cNvPr id="3188" name="Google Shape;3188;p40"/>
          <p:cNvSpPr txBox="1">
            <a:spLocks noGrp="1"/>
          </p:cNvSpPr>
          <p:nvPr>
            <p:ph type="title" idx="3"/>
          </p:nvPr>
        </p:nvSpPr>
        <p:spPr>
          <a:xfrm>
            <a:off x="5792350" y="1960291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Злоумышленники</a:t>
            </a:r>
            <a:endParaRPr sz="2600" dirty="0"/>
          </a:p>
        </p:txBody>
      </p:sp>
      <p:sp>
        <p:nvSpPr>
          <p:cNvPr id="3190" name="Google Shape;3190;p40"/>
          <p:cNvSpPr txBox="1">
            <a:spLocks noGrp="1"/>
          </p:cNvSpPr>
          <p:nvPr>
            <p:ph type="title" idx="5"/>
          </p:nvPr>
        </p:nvSpPr>
        <p:spPr>
          <a:xfrm>
            <a:off x="2131850" y="3207135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Незнакомые люди</a:t>
            </a:r>
            <a:endParaRPr sz="2600" dirty="0"/>
          </a:p>
        </p:txBody>
      </p:sp>
      <p:sp>
        <p:nvSpPr>
          <p:cNvPr id="3192" name="Google Shape;3192;p40"/>
          <p:cNvSpPr txBox="1">
            <a:spLocks noGrp="1"/>
          </p:cNvSpPr>
          <p:nvPr>
            <p:ph type="title" idx="7"/>
          </p:nvPr>
        </p:nvSpPr>
        <p:spPr>
          <a:xfrm>
            <a:off x="5792349" y="3142502"/>
            <a:ext cx="2478193" cy="8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Те, кто хочет выдать себя за вас</a:t>
            </a:r>
            <a:endParaRPr sz="2600" dirty="0"/>
          </a:p>
        </p:txBody>
      </p:sp>
      <p:sp>
        <p:nvSpPr>
          <p:cNvPr id="3194" name="Google Shape;3194;p40"/>
          <p:cNvSpPr txBox="1">
            <a:spLocks noGrp="1"/>
          </p:cNvSpPr>
          <p:nvPr>
            <p:ph type="title" idx="9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5" name="Google Shape;3195;p40"/>
          <p:cNvSpPr txBox="1">
            <a:spLocks noGrp="1"/>
          </p:cNvSpPr>
          <p:nvPr>
            <p:ph type="title" idx="13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96" name="Google Shape;3196;p40"/>
          <p:cNvSpPr txBox="1">
            <a:spLocks noGrp="1"/>
          </p:cNvSpPr>
          <p:nvPr>
            <p:ph type="title" idx="14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97" name="Google Shape;3197;p40"/>
          <p:cNvSpPr txBox="1">
            <a:spLocks noGrp="1"/>
          </p:cNvSpPr>
          <p:nvPr>
            <p:ph type="title" idx="15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7" name="Google Shape;3892;p51">
            <a:extLst>
              <a:ext uri="{FF2B5EF4-FFF2-40B4-BE49-F238E27FC236}">
                <a16:creationId xmlns:a16="http://schemas.microsoft.com/office/drawing/2014/main" id="{0C0670BE-925E-484C-AE2B-C6AF1C8010ED}"/>
              </a:ext>
            </a:extLst>
          </p:cNvPr>
          <p:cNvGrpSpPr/>
          <p:nvPr/>
        </p:nvGrpSpPr>
        <p:grpSpPr>
          <a:xfrm rot="5400000">
            <a:off x="2024953" y="4192723"/>
            <a:ext cx="2227589" cy="726958"/>
            <a:chOff x="6972150" y="711750"/>
            <a:chExt cx="1039375" cy="339193"/>
          </a:xfrm>
        </p:grpSpPr>
        <p:sp>
          <p:nvSpPr>
            <p:cNvPr id="28" name="Google Shape;3893;p51">
              <a:extLst>
                <a:ext uri="{FF2B5EF4-FFF2-40B4-BE49-F238E27FC236}">
                  <a16:creationId xmlns:a16="http://schemas.microsoft.com/office/drawing/2014/main" id="{EA9B1E08-A6F5-4DCA-90A2-561981E9DCB1}"/>
                </a:ext>
              </a:extLst>
            </p:cNvPr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94;p51">
              <a:extLst>
                <a:ext uri="{FF2B5EF4-FFF2-40B4-BE49-F238E27FC236}">
                  <a16:creationId xmlns:a16="http://schemas.microsoft.com/office/drawing/2014/main" id="{6DB35D94-39B6-4F33-AC59-F4886241CC27}"/>
                </a:ext>
              </a:extLst>
            </p:cNvPr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95;p51">
              <a:extLst>
                <a:ext uri="{FF2B5EF4-FFF2-40B4-BE49-F238E27FC236}">
                  <a16:creationId xmlns:a16="http://schemas.microsoft.com/office/drawing/2014/main" id="{62B04302-1374-4134-BED4-C01C90594330}"/>
                </a:ext>
              </a:extLst>
            </p:cNvPr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96;p51">
              <a:extLst>
                <a:ext uri="{FF2B5EF4-FFF2-40B4-BE49-F238E27FC236}">
                  <a16:creationId xmlns:a16="http://schemas.microsoft.com/office/drawing/2014/main" id="{16D3245E-CC10-4FCA-B84D-E4EF320C942B}"/>
                </a:ext>
              </a:extLst>
            </p:cNvPr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897;p51">
              <a:extLst>
                <a:ext uri="{FF2B5EF4-FFF2-40B4-BE49-F238E27FC236}">
                  <a16:creationId xmlns:a16="http://schemas.microsoft.com/office/drawing/2014/main" id="{D1CD7EE1-6019-45DB-84F4-19E186C4ED7B}"/>
                </a:ext>
              </a:extLst>
            </p:cNvPr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898;p51">
              <a:extLst>
                <a:ext uri="{FF2B5EF4-FFF2-40B4-BE49-F238E27FC236}">
                  <a16:creationId xmlns:a16="http://schemas.microsoft.com/office/drawing/2014/main" id="{9652A398-C822-4326-8C91-C15975F8724E}"/>
                </a:ext>
              </a:extLst>
            </p:cNvPr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899;p51">
              <a:extLst>
                <a:ext uri="{FF2B5EF4-FFF2-40B4-BE49-F238E27FC236}">
                  <a16:creationId xmlns:a16="http://schemas.microsoft.com/office/drawing/2014/main" id="{6599C2D4-628C-4AF6-8982-36AB6A937023}"/>
                </a:ext>
              </a:extLst>
            </p:cNvPr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00;p51">
              <a:extLst>
                <a:ext uri="{FF2B5EF4-FFF2-40B4-BE49-F238E27FC236}">
                  <a16:creationId xmlns:a16="http://schemas.microsoft.com/office/drawing/2014/main" id="{AEDF2954-7AD0-4B8F-B2E5-D34063383FEE}"/>
                </a:ext>
              </a:extLst>
            </p:cNvPr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01;p51">
              <a:extLst>
                <a:ext uri="{FF2B5EF4-FFF2-40B4-BE49-F238E27FC236}">
                  <a16:creationId xmlns:a16="http://schemas.microsoft.com/office/drawing/2014/main" id="{BB22EB72-AFE1-4FD5-AA6C-C2B02CD6A028}"/>
                </a:ext>
              </a:extLst>
            </p:cNvPr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02;p51">
              <a:extLst>
                <a:ext uri="{FF2B5EF4-FFF2-40B4-BE49-F238E27FC236}">
                  <a16:creationId xmlns:a16="http://schemas.microsoft.com/office/drawing/2014/main" id="{310FA253-8485-4031-BD7A-2D397C27DAB7}"/>
                </a:ext>
              </a:extLst>
            </p:cNvPr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03;p51">
              <a:extLst>
                <a:ext uri="{FF2B5EF4-FFF2-40B4-BE49-F238E27FC236}">
                  <a16:creationId xmlns:a16="http://schemas.microsoft.com/office/drawing/2014/main" id="{88A25AF5-63C9-4CE3-ADDB-B32570345D24}"/>
                </a:ext>
              </a:extLst>
            </p:cNvPr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04;p51">
              <a:extLst>
                <a:ext uri="{FF2B5EF4-FFF2-40B4-BE49-F238E27FC236}">
                  <a16:creationId xmlns:a16="http://schemas.microsoft.com/office/drawing/2014/main" id="{C583DE73-081D-4943-BF5A-70194987C2FC}"/>
                </a:ext>
              </a:extLst>
            </p:cNvPr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05;p51">
              <a:extLst>
                <a:ext uri="{FF2B5EF4-FFF2-40B4-BE49-F238E27FC236}">
                  <a16:creationId xmlns:a16="http://schemas.microsoft.com/office/drawing/2014/main" id="{9576414B-3137-4025-B6E8-898D90BB306F}"/>
                </a:ext>
              </a:extLst>
            </p:cNvPr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06;p51">
              <a:extLst>
                <a:ext uri="{FF2B5EF4-FFF2-40B4-BE49-F238E27FC236}">
                  <a16:creationId xmlns:a16="http://schemas.microsoft.com/office/drawing/2014/main" id="{3724F337-0A84-4DB4-8D1E-905355C6A375}"/>
                </a:ext>
              </a:extLst>
            </p:cNvPr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07;p51">
              <a:extLst>
                <a:ext uri="{FF2B5EF4-FFF2-40B4-BE49-F238E27FC236}">
                  <a16:creationId xmlns:a16="http://schemas.microsoft.com/office/drawing/2014/main" id="{4C47756C-6D39-4E5F-AF8E-336133225022}"/>
                </a:ext>
              </a:extLst>
            </p:cNvPr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08;p51">
              <a:extLst>
                <a:ext uri="{FF2B5EF4-FFF2-40B4-BE49-F238E27FC236}">
                  <a16:creationId xmlns:a16="http://schemas.microsoft.com/office/drawing/2014/main" id="{C06BFF64-50E4-45B1-BBE5-54A9D6F749FE}"/>
                </a:ext>
              </a:extLst>
            </p:cNvPr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09;p51">
              <a:extLst>
                <a:ext uri="{FF2B5EF4-FFF2-40B4-BE49-F238E27FC236}">
                  <a16:creationId xmlns:a16="http://schemas.microsoft.com/office/drawing/2014/main" id="{EEDF4B47-CC43-4450-88A7-092852303849}"/>
                </a:ext>
              </a:extLst>
            </p:cNvPr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10;p51">
              <a:extLst>
                <a:ext uri="{FF2B5EF4-FFF2-40B4-BE49-F238E27FC236}">
                  <a16:creationId xmlns:a16="http://schemas.microsoft.com/office/drawing/2014/main" id="{A246C25A-A833-4493-AB09-934BB3E60F3B}"/>
                </a:ext>
              </a:extLst>
            </p:cNvPr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11;p51">
              <a:extLst>
                <a:ext uri="{FF2B5EF4-FFF2-40B4-BE49-F238E27FC236}">
                  <a16:creationId xmlns:a16="http://schemas.microsoft.com/office/drawing/2014/main" id="{E500A564-AC4A-4E29-98AE-51D96CA24AA0}"/>
                </a:ext>
              </a:extLst>
            </p:cNvPr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12;p51">
              <a:extLst>
                <a:ext uri="{FF2B5EF4-FFF2-40B4-BE49-F238E27FC236}">
                  <a16:creationId xmlns:a16="http://schemas.microsoft.com/office/drawing/2014/main" id="{5AA4A02C-D1D2-43E6-B049-0FDB95C23844}"/>
                </a:ext>
              </a:extLst>
            </p:cNvPr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13;p51">
              <a:extLst>
                <a:ext uri="{FF2B5EF4-FFF2-40B4-BE49-F238E27FC236}">
                  <a16:creationId xmlns:a16="http://schemas.microsoft.com/office/drawing/2014/main" id="{9B186E4D-1C57-41A3-94A9-2317BD5499AB}"/>
                </a:ext>
              </a:extLst>
            </p:cNvPr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14;p51">
              <a:extLst>
                <a:ext uri="{FF2B5EF4-FFF2-40B4-BE49-F238E27FC236}">
                  <a16:creationId xmlns:a16="http://schemas.microsoft.com/office/drawing/2014/main" id="{099FC518-5C81-4543-B690-5F13B386D7AB}"/>
                </a:ext>
              </a:extLst>
            </p:cNvPr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15;p51">
              <a:extLst>
                <a:ext uri="{FF2B5EF4-FFF2-40B4-BE49-F238E27FC236}">
                  <a16:creationId xmlns:a16="http://schemas.microsoft.com/office/drawing/2014/main" id="{094034F7-7CA6-44D5-9548-C26A4F08B30A}"/>
                </a:ext>
              </a:extLst>
            </p:cNvPr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16;p51">
              <a:extLst>
                <a:ext uri="{FF2B5EF4-FFF2-40B4-BE49-F238E27FC236}">
                  <a16:creationId xmlns:a16="http://schemas.microsoft.com/office/drawing/2014/main" id="{CBBB13FF-9599-4B78-B0E4-F2CE9AF2CE79}"/>
                </a:ext>
              </a:extLst>
            </p:cNvPr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17;p51">
              <a:extLst>
                <a:ext uri="{FF2B5EF4-FFF2-40B4-BE49-F238E27FC236}">
                  <a16:creationId xmlns:a16="http://schemas.microsoft.com/office/drawing/2014/main" id="{D463BB87-47EE-49B9-A37F-8FDA90270620}"/>
                </a:ext>
              </a:extLst>
            </p:cNvPr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18;p51">
              <a:extLst>
                <a:ext uri="{FF2B5EF4-FFF2-40B4-BE49-F238E27FC236}">
                  <a16:creationId xmlns:a16="http://schemas.microsoft.com/office/drawing/2014/main" id="{8B5735BB-1FCD-450D-A96E-F257A1DC896B}"/>
                </a:ext>
              </a:extLst>
            </p:cNvPr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19;p51">
              <a:extLst>
                <a:ext uri="{FF2B5EF4-FFF2-40B4-BE49-F238E27FC236}">
                  <a16:creationId xmlns:a16="http://schemas.microsoft.com/office/drawing/2014/main" id="{65FBA620-3DC0-4B46-941B-7D1A544FB33B}"/>
                </a:ext>
              </a:extLst>
            </p:cNvPr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920;p51">
              <a:extLst>
                <a:ext uri="{FF2B5EF4-FFF2-40B4-BE49-F238E27FC236}">
                  <a16:creationId xmlns:a16="http://schemas.microsoft.com/office/drawing/2014/main" id="{15367DC5-A242-4A26-8117-B4FAD67CDE1B}"/>
                </a:ext>
              </a:extLst>
            </p:cNvPr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921;p51">
              <a:extLst>
                <a:ext uri="{FF2B5EF4-FFF2-40B4-BE49-F238E27FC236}">
                  <a16:creationId xmlns:a16="http://schemas.microsoft.com/office/drawing/2014/main" id="{24F365AB-C268-4AEE-A8E3-62055712BFAD}"/>
                </a:ext>
              </a:extLst>
            </p:cNvPr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922;p51">
              <a:extLst>
                <a:ext uri="{FF2B5EF4-FFF2-40B4-BE49-F238E27FC236}">
                  <a16:creationId xmlns:a16="http://schemas.microsoft.com/office/drawing/2014/main" id="{C857FE0A-87FE-4044-9A0F-D84428262972}"/>
                </a:ext>
              </a:extLst>
            </p:cNvPr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923;p51">
              <a:extLst>
                <a:ext uri="{FF2B5EF4-FFF2-40B4-BE49-F238E27FC236}">
                  <a16:creationId xmlns:a16="http://schemas.microsoft.com/office/drawing/2014/main" id="{95FB493F-328E-4965-BFBC-8B8804DFD736}"/>
                </a:ext>
              </a:extLst>
            </p:cNvPr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924;p51">
              <a:extLst>
                <a:ext uri="{FF2B5EF4-FFF2-40B4-BE49-F238E27FC236}">
                  <a16:creationId xmlns:a16="http://schemas.microsoft.com/office/drawing/2014/main" id="{CDCC2411-6B7E-46DF-8F41-A3F5F8227105}"/>
                </a:ext>
              </a:extLst>
            </p:cNvPr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3926;p51">
            <a:extLst>
              <a:ext uri="{FF2B5EF4-FFF2-40B4-BE49-F238E27FC236}">
                <a16:creationId xmlns:a16="http://schemas.microsoft.com/office/drawing/2014/main" id="{73FE537A-0346-41A1-B077-2A28A598069C}"/>
              </a:ext>
            </a:extLst>
          </p:cNvPr>
          <p:cNvGrpSpPr/>
          <p:nvPr/>
        </p:nvGrpSpPr>
        <p:grpSpPr>
          <a:xfrm flipH="1">
            <a:off x="620905" y="607928"/>
            <a:ext cx="2227589" cy="1527191"/>
            <a:chOff x="5519300" y="372750"/>
            <a:chExt cx="1039375" cy="712575"/>
          </a:xfrm>
        </p:grpSpPr>
        <p:sp>
          <p:nvSpPr>
            <p:cNvPr id="61" name="Google Shape;3927;p51">
              <a:extLst>
                <a:ext uri="{FF2B5EF4-FFF2-40B4-BE49-F238E27FC236}">
                  <a16:creationId xmlns:a16="http://schemas.microsoft.com/office/drawing/2014/main" id="{29B27FFE-A3D6-4822-8B64-B24C82D78D91}"/>
                </a:ext>
              </a:extLst>
            </p:cNvPr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928;p51">
              <a:extLst>
                <a:ext uri="{FF2B5EF4-FFF2-40B4-BE49-F238E27FC236}">
                  <a16:creationId xmlns:a16="http://schemas.microsoft.com/office/drawing/2014/main" id="{2553E0F6-04C3-4065-8BB3-5D1A1CA85786}"/>
                </a:ext>
              </a:extLst>
            </p:cNvPr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929;p51">
              <a:extLst>
                <a:ext uri="{FF2B5EF4-FFF2-40B4-BE49-F238E27FC236}">
                  <a16:creationId xmlns:a16="http://schemas.microsoft.com/office/drawing/2014/main" id="{034D4BD8-C081-47DD-AD68-5B7DB67738FE}"/>
                </a:ext>
              </a:extLst>
            </p:cNvPr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930;p51">
              <a:extLst>
                <a:ext uri="{FF2B5EF4-FFF2-40B4-BE49-F238E27FC236}">
                  <a16:creationId xmlns:a16="http://schemas.microsoft.com/office/drawing/2014/main" id="{29321EF7-1B0E-488B-94D5-8A21BD8D92E0}"/>
                </a:ext>
              </a:extLst>
            </p:cNvPr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931;p51">
              <a:extLst>
                <a:ext uri="{FF2B5EF4-FFF2-40B4-BE49-F238E27FC236}">
                  <a16:creationId xmlns:a16="http://schemas.microsoft.com/office/drawing/2014/main" id="{9EDCC12A-C446-404C-B8DD-EEC82B659554}"/>
                </a:ext>
              </a:extLst>
            </p:cNvPr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932;p51">
              <a:extLst>
                <a:ext uri="{FF2B5EF4-FFF2-40B4-BE49-F238E27FC236}">
                  <a16:creationId xmlns:a16="http://schemas.microsoft.com/office/drawing/2014/main" id="{D52A5259-E948-4486-9757-868B7B9A95DD}"/>
                </a:ext>
              </a:extLst>
            </p:cNvPr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933;p51">
              <a:extLst>
                <a:ext uri="{FF2B5EF4-FFF2-40B4-BE49-F238E27FC236}">
                  <a16:creationId xmlns:a16="http://schemas.microsoft.com/office/drawing/2014/main" id="{297DAE55-BF75-4ECB-A5E2-CB467EF11D7F}"/>
                </a:ext>
              </a:extLst>
            </p:cNvPr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934;p51">
              <a:extLst>
                <a:ext uri="{FF2B5EF4-FFF2-40B4-BE49-F238E27FC236}">
                  <a16:creationId xmlns:a16="http://schemas.microsoft.com/office/drawing/2014/main" id="{8CDFA752-2A3D-4AF9-B4DB-F8763BB00585}"/>
                </a:ext>
              </a:extLst>
            </p:cNvPr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935;p51">
              <a:extLst>
                <a:ext uri="{FF2B5EF4-FFF2-40B4-BE49-F238E27FC236}">
                  <a16:creationId xmlns:a16="http://schemas.microsoft.com/office/drawing/2014/main" id="{4FA6989B-597B-4062-A232-4F78FAA1C415}"/>
                </a:ext>
              </a:extLst>
            </p:cNvPr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936;p51">
              <a:extLst>
                <a:ext uri="{FF2B5EF4-FFF2-40B4-BE49-F238E27FC236}">
                  <a16:creationId xmlns:a16="http://schemas.microsoft.com/office/drawing/2014/main" id="{AB759EEE-460E-4E67-8E7C-661B2608E7CA}"/>
                </a:ext>
              </a:extLst>
            </p:cNvPr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937;p51">
              <a:extLst>
                <a:ext uri="{FF2B5EF4-FFF2-40B4-BE49-F238E27FC236}">
                  <a16:creationId xmlns:a16="http://schemas.microsoft.com/office/drawing/2014/main" id="{6BA70B31-CDBE-4FEE-85D5-8D94D0DA5846}"/>
                </a:ext>
              </a:extLst>
            </p:cNvPr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938;p51">
              <a:extLst>
                <a:ext uri="{FF2B5EF4-FFF2-40B4-BE49-F238E27FC236}">
                  <a16:creationId xmlns:a16="http://schemas.microsoft.com/office/drawing/2014/main" id="{0B9D2FE9-B6AB-4A1E-8026-8BF577C9BA2F}"/>
                </a:ext>
              </a:extLst>
            </p:cNvPr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939;p51">
              <a:extLst>
                <a:ext uri="{FF2B5EF4-FFF2-40B4-BE49-F238E27FC236}">
                  <a16:creationId xmlns:a16="http://schemas.microsoft.com/office/drawing/2014/main" id="{426FBF40-7A1C-45CF-B09B-2B7B8BAB4793}"/>
                </a:ext>
              </a:extLst>
            </p:cNvPr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940;p51">
              <a:extLst>
                <a:ext uri="{FF2B5EF4-FFF2-40B4-BE49-F238E27FC236}">
                  <a16:creationId xmlns:a16="http://schemas.microsoft.com/office/drawing/2014/main" id="{692BA568-48E2-4278-9272-F223FAA96DFA}"/>
                </a:ext>
              </a:extLst>
            </p:cNvPr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941;p51">
              <a:extLst>
                <a:ext uri="{FF2B5EF4-FFF2-40B4-BE49-F238E27FC236}">
                  <a16:creationId xmlns:a16="http://schemas.microsoft.com/office/drawing/2014/main" id="{5A07BEC1-A21F-4961-A3BC-F3DCB7D26956}"/>
                </a:ext>
              </a:extLst>
            </p:cNvPr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942;p51">
              <a:extLst>
                <a:ext uri="{FF2B5EF4-FFF2-40B4-BE49-F238E27FC236}">
                  <a16:creationId xmlns:a16="http://schemas.microsoft.com/office/drawing/2014/main" id="{39505FDC-B1CE-4539-BF1F-069E8741243A}"/>
                </a:ext>
              </a:extLst>
            </p:cNvPr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943;p51">
              <a:extLst>
                <a:ext uri="{FF2B5EF4-FFF2-40B4-BE49-F238E27FC236}">
                  <a16:creationId xmlns:a16="http://schemas.microsoft.com/office/drawing/2014/main" id="{900594F3-62CA-42B5-AADC-3AEFAFD19958}"/>
                </a:ext>
              </a:extLst>
            </p:cNvPr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944;p51">
              <a:extLst>
                <a:ext uri="{FF2B5EF4-FFF2-40B4-BE49-F238E27FC236}">
                  <a16:creationId xmlns:a16="http://schemas.microsoft.com/office/drawing/2014/main" id="{D0BA0179-AEA3-4610-A753-4C2EF4BC8934}"/>
                </a:ext>
              </a:extLst>
            </p:cNvPr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945;p51">
              <a:extLst>
                <a:ext uri="{FF2B5EF4-FFF2-40B4-BE49-F238E27FC236}">
                  <a16:creationId xmlns:a16="http://schemas.microsoft.com/office/drawing/2014/main" id="{9E069174-2CF0-40FE-9849-E2EEF6892884}"/>
                </a:ext>
              </a:extLst>
            </p:cNvPr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946;p51">
              <a:extLst>
                <a:ext uri="{FF2B5EF4-FFF2-40B4-BE49-F238E27FC236}">
                  <a16:creationId xmlns:a16="http://schemas.microsoft.com/office/drawing/2014/main" id="{3EB6A4BC-2D91-40D5-87E0-8EBEDCBCF5ED}"/>
                </a:ext>
              </a:extLst>
            </p:cNvPr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947;p51">
              <a:extLst>
                <a:ext uri="{FF2B5EF4-FFF2-40B4-BE49-F238E27FC236}">
                  <a16:creationId xmlns:a16="http://schemas.microsoft.com/office/drawing/2014/main" id="{ED2878F8-98E2-428C-BF51-F894E3C376D2}"/>
                </a:ext>
              </a:extLst>
            </p:cNvPr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948;p51">
              <a:extLst>
                <a:ext uri="{FF2B5EF4-FFF2-40B4-BE49-F238E27FC236}">
                  <a16:creationId xmlns:a16="http://schemas.microsoft.com/office/drawing/2014/main" id="{7BD7340B-AA84-438E-93C5-7B4B5538D86D}"/>
                </a:ext>
              </a:extLst>
            </p:cNvPr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949;p51">
              <a:extLst>
                <a:ext uri="{FF2B5EF4-FFF2-40B4-BE49-F238E27FC236}">
                  <a16:creationId xmlns:a16="http://schemas.microsoft.com/office/drawing/2014/main" id="{613957A1-1323-4472-808C-DE52B279C823}"/>
                </a:ext>
              </a:extLst>
            </p:cNvPr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950;p51">
              <a:extLst>
                <a:ext uri="{FF2B5EF4-FFF2-40B4-BE49-F238E27FC236}">
                  <a16:creationId xmlns:a16="http://schemas.microsoft.com/office/drawing/2014/main" id="{6F334D6B-5B23-4711-94AF-2B23F276DCB4}"/>
                </a:ext>
              </a:extLst>
            </p:cNvPr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951;p51">
              <a:extLst>
                <a:ext uri="{FF2B5EF4-FFF2-40B4-BE49-F238E27FC236}">
                  <a16:creationId xmlns:a16="http://schemas.microsoft.com/office/drawing/2014/main" id="{5C304253-4158-40D6-88AE-3A88E3D2C5DC}"/>
                </a:ext>
              </a:extLst>
            </p:cNvPr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952;p51">
              <a:extLst>
                <a:ext uri="{FF2B5EF4-FFF2-40B4-BE49-F238E27FC236}">
                  <a16:creationId xmlns:a16="http://schemas.microsoft.com/office/drawing/2014/main" id="{312FA07A-5732-4FF3-8CE6-01BDDCA99866}"/>
                </a:ext>
              </a:extLst>
            </p:cNvPr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953;p51">
              <a:extLst>
                <a:ext uri="{FF2B5EF4-FFF2-40B4-BE49-F238E27FC236}">
                  <a16:creationId xmlns:a16="http://schemas.microsoft.com/office/drawing/2014/main" id="{49A7BB2E-6EB2-4BBA-9D34-A7AD0B69AA90}"/>
                </a:ext>
              </a:extLst>
            </p:cNvPr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954;p51">
              <a:extLst>
                <a:ext uri="{FF2B5EF4-FFF2-40B4-BE49-F238E27FC236}">
                  <a16:creationId xmlns:a16="http://schemas.microsoft.com/office/drawing/2014/main" id="{0A9B1324-8692-4950-8C30-FF839DE41EF9}"/>
                </a:ext>
              </a:extLst>
            </p:cNvPr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55;p51">
              <a:extLst>
                <a:ext uri="{FF2B5EF4-FFF2-40B4-BE49-F238E27FC236}">
                  <a16:creationId xmlns:a16="http://schemas.microsoft.com/office/drawing/2014/main" id="{EAE24225-7118-4629-97EF-25D3D6005993}"/>
                </a:ext>
              </a:extLst>
            </p:cNvPr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56;p51">
              <a:extLst>
                <a:ext uri="{FF2B5EF4-FFF2-40B4-BE49-F238E27FC236}">
                  <a16:creationId xmlns:a16="http://schemas.microsoft.com/office/drawing/2014/main" id="{2977B1F5-CE44-4753-8E51-B808A1AD9F8F}"/>
                </a:ext>
              </a:extLst>
            </p:cNvPr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57;p51">
              <a:extLst>
                <a:ext uri="{FF2B5EF4-FFF2-40B4-BE49-F238E27FC236}">
                  <a16:creationId xmlns:a16="http://schemas.microsoft.com/office/drawing/2014/main" id="{80E52B2A-8E37-4209-B033-FD6E29A36C03}"/>
                </a:ext>
              </a:extLst>
            </p:cNvPr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58;p51">
              <a:extLst>
                <a:ext uri="{FF2B5EF4-FFF2-40B4-BE49-F238E27FC236}">
                  <a16:creationId xmlns:a16="http://schemas.microsoft.com/office/drawing/2014/main" id="{EE4DFD7A-DF51-4382-9699-B806B0279743}"/>
                </a:ext>
              </a:extLst>
            </p:cNvPr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59;p51">
              <a:extLst>
                <a:ext uri="{FF2B5EF4-FFF2-40B4-BE49-F238E27FC236}">
                  <a16:creationId xmlns:a16="http://schemas.microsoft.com/office/drawing/2014/main" id="{821791A9-A335-4BD7-900A-6D235738991D}"/>
                </a:ext>
              </a:extLst>
            </p:cNvPr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60;p51">
              <a:extLst>
                <a:ext uri="{FF2B5EF4-FFF2-40B4-BE49-F238E27FC236}">
                  <a16:creationId xmlns:a16="http://schemas.microsoft.com/office/drawing/2014/main" id="{918C5329-8911-4C56-92A7-3EA7D007FEE1}"/>
                </a:ext>
              </a:extLst>
            </p:cNvPr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61;p51">
              <a:extLst>
                <a:ext uri="{FF2B5EF4-FFF2-40B4-BE49-F238E27FC236}">
                  <a16:creationId xmlns:a16="http://schemas.microsoft.com/office/drawing/2014/main" id="{C190DEED-EB50-4CD9-AD8A-E44CA63BA27E}"/>
                </a:ext>
              </a:extLst>
            </p:cNvPr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62;p51">
              <a:extLst>
                <a:ext uri="{FF2B5EF4-FFF2-40B4-BE49-F238E27FC236}">
                  <a16:creationId xmlns:a16="http://schemas.microsoft.com/office/drawing/2014/main" id="{DF219DB7-BDBC-4C46-8B7D-718B579693FE}"/>
                </a:ext>
              </a:extLst>
            </p:cNvPr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63;p51">
              <a:extLst>
                <a:ext uri="{FF2B5EF4-FFF2-40B4-BE49-F238E27FC236}">
                  <a16:creationId xmlns:a16="http://schemas.microsoft.com/office/drawing/2014/main" id="{E2CF21F6-11D1-4DC7-8206-AE931608B890}"/>
                </a:ext>
              </a:extLst>
            </p:cNvPr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64;p51">
              <a:extLst>
                <a:ext uri="{FF2B5EF4-FFF2-40B4-BE49-F238E27FC236}">
                  <a16:creationId xmlns:a16="http://schemas.microsoft.com/office/drawing/2014/main" id="{C49CD9D0-D0B7-4680-B08F-D5FA60FFC189}"/>
                </a:ext>
              </a:extLst>
            </p:cNvPr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65;p51">
              <a:extLst>
                <a:ext uri="{FF2B5EF4-FFF2-40B4-BE49-F238E27FC236}">
                  <a16:creationId xmlns:a16="http://schemas.microsoft.com/office/drawing/2014/main" id="{69B334BD-1AF3-43DD-B20E-7487960CC724}"/>
                </a:ext>
              </a:extLst>
            </p:cNvPr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66;p51">
              <a:extLst>
                <a:ext uri="{FF2B5EF4-FFF2-40B4-BE49-F238E27FC236}">
                  <a16:creationId xmlns:a16="http://schemas.microsoft.com/office/drawing/2014/main" id="{E2854600-ED4C-48CA-A2DB-C3BB209A9320}"/>
                </a:ext>
              </a:extLst>
            </p:cNvPr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67;p51">
              <a:extLst>
                <a:ext uri="{FF2B5EF4-FFF2-40B4-BE49-F238E27FC236}">
                  <a16:creationId xmlns:a16="http://schemas.microsoft.com/office/drawing/2014/main" id="{60240678-7A21-4D3C-AF54-F5049F374CAE}"/>
                </a:ext>
              </a:extLst>
            </p:cNvPr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68;p51">
              <a:extLst>
                <a:ext uri="{FF2B5EF4-FFF2-40B4-BE49-F238E27FC236}">
                  <a16:creationId xmlns:a16="http://schemas.microsoft.com/office/drawing/2014/main" id="{3DD15B95-B7E5-4BE3-B645-988ED15E4BBA}"/>
                </a:ext>
              </a:extLst>
            </p:cNvPr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69;p51">
              <a:extLst>
                <a:ext uri="{FF2B5EF4-FFF2-40B4-BE49-F238E27FC236}">
                  <a16:creationId xmlns:a16="http://schemas.microsoft.com/office/drawing/2014/main" id="{227F65C5-8804-4A56-A08B-03CDA5D02B17}"/>
                </a:ext>
              </a:extLst>
            </p:cNvPr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70;p51">
              <a:extLst>
                <a:ext uri="{FF2B5EF4-FFF2-40B4-BE49-F238E27FC236}">
                  <a16:creationId xmlns:a16="http://schemas.microsoft.com/office/drawing/2014/main" id="{4E3CA235-DE35-434D-927F-9EAC3C27C955}"/>
                </a:ext>
              </a:extLst>
            </p:cNvPr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71;p51">
              <a:extLst>
                <a:ext uri="{FF2B5EF4-FFF2-40B4-BE49-F238E27FC236}">
                  <a16:creationId xmlns:a16="http://schemas.microsoft.com/office/drawing/2014/main" id="{8E8FA949-35E4-4BC7-95FA-8460B10C2C3F}"/>
                </a:ext>
              </a:extLst>
            </p:cNvPr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72;p51">
              <a:extLst>
                <a:ext uri="{FF2B5EF4-FFF2-40B4-BE49-F238E27FC236}">
                  <a16:creationId xmlns:a16="http://schemas.microsoft.com/office/drawing/2014/main" id="{70F3A1C9-8632-4193-85AD-0B34022BE0DA}"/>
                </a:ext>
              </a:extLst>
            </p:cNvPr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73;p51">
              <a:extLst>
                <a:ext uri="{FF2B5EF4-FFF2-40B4-BE49-F238E27FC236}">
                  <a16:creationId xmlns:a16="http://schemas.microsoft.com/office/drawing/2014/main" id="{87609D2A-29F6-4589-B34E-7D5B990C062D}"/>
                </a:ext>
              </a:extLst>
            </p:cNvPr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74;p51">
              <a:extLst>
                <a:ext uri="{FF2B5EF4-FFF2-40B4-BE49-F238E27FC236}">
                  <a16:creationId xmlns:a16="http://schemas.microsoft.com/office/drawing/2014/main" id="{71B4A61A-C0F8-48B0-AF1D-1991E4D25E51}"/>
                </a:ext>
              </a:extLst>
            </p:cNvPr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75;p51">
              <a:extLst>
                <a:ext uri="{FF2B5EF4-FFF2-40B4-BE49-F238E27FC236}">
                  <a16:creationId xmlns:a16="http://schemas.microsoft.com/office/drawing/2014/main" id="{054263B9-FCF0-4D54-B31E-4D2881D244D2}"/>
                </a:ext>
              </a:extLst>
            </p:cNvPr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76;p51">
              <a:extLst>
                <a:ext uri="{FF2B5EF4-FFF2-40B4-BE49-F238E27FC236}">
                  <a16:creationId xmlns:a16="http://schemas.microsoft.com/office/drawing/2014/main" id="{2EA53147-46D4-4D16-862C-EC475DE925B9}"/>
                </a:ext>
              </a:extLst>
            </p:cNvPr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77;p51">
              <a:extLst>
                <a:ext uri="{FF2B5EF4-FFF2-40B4-BE49-F238E27FC236}">
                  <a16:creationId xmlns:a16="http://schemas.microsoft.com/office/drawing/2014/main" id="{5F74B4E5-7DD1-42FE-AF7F-8DBDDFA585B3}"/>
                </a:ext>
              </a:extLst>
            </p:cNvPr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78;p51">
              <a:extLst>
                <a:ext uri="{FF2B5EF4-FFF2-40B4-BE49-F238E27FC236}">
                  <a16:creationId xmlns:a16="http://schemas.microsoft.com/office/drawing/2014/main" id="{D6DA8611-748B-45C4-82AE-21D1557EC84A}"/>
                </a:ext>
              </a:extLst>
            </p:cNvPr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79;p51">
              <a:extLst>
                <a:ext uri="{FF2B5EF4-FFF2-40B4-BE49-F238E27FC236}">
                  <a16:creationId xmlns:a16="http://schemas.microsoft.com/office/drawing/2014/main" id="{9448686B-FC9A-4FB9-B727-04584A2DB325}"/>
                </a:ext>
              </a:extLst>
            </p:cNvPr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80;p51">
              <a:extLst>
                <a:ext uri="{FF2B5EF4-FFF2-40B4-BE49-F238E27FC236}">
                  <a16:creationId xmlns:a16="http://schemas.microsoft.com/office/drawing/2014/main" id="{E0565AF6-93E7-4A63-A36D-75F4710C13B8}"/>
                </a:ext>
              </a:extLst>
            </p:cNvPr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81;p51">
              <a:extLst>
                <a:ext uri="{FF2B5EF4-FFF2-40B4-BE49-F238E27FC236}">
                  <a16:creationId xmlns:a16="http://schemas.microsoft.com/office/drawing/2014/main" id="{90997A8E-E2EF-40EC-95DD-505F08BDCC28}"/>
                </a:ext>
              </a:extLst>
            </p:cNvPr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82;p51">
              <a:extLst>
                <a:ext uri="{FF2B5EF4-FFF2-40B4-BE49-F238E27FC236}">
                  <a16:creationId xmlns:a16="http://schemas.microsoft.com/office/drawing/2014/main" id="{F62A28B7-4C88-4024-ABCA-A0104C89F93A}"/>
                </a:ext>
              </a:extLst>
            </p:cNvPr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83;p51">
              <a:extLst>
                <a:ext uri="{FF2B5EF4-FFF2-40B4-BE49-F238E27FC236}">
                  <a16:creationId xmlns:a16="http://schemas.microsoft.com/office/drawing/2014/main" id="{E8A94419-8CBC-4816-AE21-03B257B0A05F}"/>
                </a:ext>
              </a:extLst>
            </p:cNvPr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84;p51">
              <a:extLst>
                <a:ext uri="{FF2B5EF4-FFF2-40B4-BE49-F238E27FC236}">
                  <a16:creationId xmlns:a16="http://schemas.microsoft.com/office/drawing/2014/main" id="{9F362C8B-D4E4-470D-89BF-32F2B9955A51}"/>
                </a:ext>
              </a:extLst>
            </p:cNvPr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985;p51">
              <a:extLst>
                <a:ext uri="{FF2B5EF4-FFF2-40B4-BE49-F238E27FC236}">
                  <a16:creationId xmlns:a16="http://schemas.microsoft.com/office/drawing/2014/main" id="{6CC9AF15-822D-48BC-8E26-E2BB0A082AEE}"/>
                </a:ext>
              </a:extLst>
            </p:cNvPr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986;p51">
              <a:extLst>
                <a:ext uri="{FF2B5EF4-FFF2-40B4-BE49-F238E27FC236}">
                  <a16:creationId xmlns:a16="http://schemas.microsoft.com/office/drawing/2014/main" id="{36693FB2-3B80-4991-87BD-E0A575853419}"/>
                </a:ext>
              </a:extLst>
            </p:cNvPr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987;p51">
              <a:extLst>
                <a:ext uri="{FF2B5EF4-FFF2-40B4-BE49-F238E27FC236}">
                  <a16:creationId xmlns:a16="http://schemas.microsoft.com/office/drawing/2014/main" id="{054A0C48-CDC1-461E-95DC-17C3E258C5E9}"/>
                </a:ext>
              </a:extLst>
            </p:cNvPr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988;p51">
              <a:extLst>
                <a:ext uri="{FF2B5EF4-FFF2-40B4-BE49-F238E27FC236}">
                  <a16:creationId xmlns:a16="http://schemas.microsoft.com/office/drawing/2014/main" id="{3036A6A0-411B-49F8-B8F3-DDC19B3C3DF1}"/>
                </a:ext>
              </a:extLst>
            </p:cNvPr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989;p51">
              <a:extLst>
                <a:ext uri="{FF2B5EF4-FFF2-40B4-BE49-F238E27FC236}">
                  <a16:creationId xmlns:a16="http://schemas.microsoft.com/office/drawing/2014/main" id="{D1BD5315-E6A2-46CF-AD98-A1A83B3A153F}"/>
                </a:ext>
              </a:extLst>
            </p:cNvPr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990;p51">
              <a:extLst>
                <a:ext uri="{FF2B5EF4-FFF2-40B4-BE49-F238E27FC236}">
                  <a16:creationId xmlns:a16="http://schemas.microsoft.com/office/drawing/2014/main" id="{44511313-1011-4DC0-A2AD-0708D0ED200E}"/>
                </a:ext>
              </a:extLst>
            </p:cNvPr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991;p51">
              <a:extLst>
                <a:ext uri="{FF2B5EF4-FFF2-40B4-BE49-F238E27FC236}">
                  <a16:creationId xmlns:a16="http://schemas.microsoft.com/office/drawing/2014/main" id="{B6463A06-F486-4638-B89F-754040CDB73C}"/>
                </a:ext>
              </a:extLst>
            </p:cNvPr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992;p51">
              <a:extLst>
                <a:ext uri="{FF2B5EF4-FFF2-40B4-BE49-F238E27FC236}">
                  <a16:creationId xmlns:a16="http://schemas.microsoft.com/office/drawing/2014/main" id="{7EDDF5D5-4B45-426E-956A-6B7FBD8BD300}"/>
                </a:ext>
              </a:extLst>
            </p:cNvPr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993;p51">
              <a:extLst>
                <a:ext uri="{FF2B5EF4-FFF2-40B4-BE49-F238E27FC236}">
                  <a16:creationId xmlns:a16="http://schemas.microsoft.com/office/drawing/2014/main" id="{068256AB-4B57-407B-9A4B-66FD29E75E28}"/>
                </a:ext>
              </a:extLst>
            </p:cNvPr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8" name="Google Shape;3994;p51">
            <a:extLst>
              <a:ext uri="{FF2B5EF4-FFF2-40B4-BE49-F238E27FC236}">
                <a16:creationId xmlns:a16="http://schemas.microsoft.com/office/drawing/2014/main" id="{2A188EEB-CC28-4270-9CFC-72CC6CE03F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511" y="4510013"/>
            <a:ext cx="825179" cy="1043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3995;p51">
            <a:extLst>
              <a:ext uri="{FF2B5EF4-FFF2-40B4-BE49-F238E27FC236}">
                <a16:creationId xmlns:a16="http://schemas.microsoft.com/office/drawing/2014/main" id="{435ECF17-C1C1-49E3-9FC0-CE9B165F984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11898" y="3834803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3996;p51">
            <a:extLst>
              <a:ext uri="{FF2B5EF4-FFF2-40B4-BE49-F238E27FC236}">
                <a16:creationId xmlns:a16="http://schemas.microsoft.com/office/drawing/2014/main" id="{FC54B64A-EDB1-4C75-91CE-46BD2498A01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9137" y="4415489"/>
            <a:ext cx="1209725" cy="86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3997;p51">
            <a:extLst>
              <a:ext uri="{FF2B5EF4-FFF2-40B4-BE49-F238E27FC236}">
                <a16:creationId xmlns:a16="http://schemas.microsoft.com/office/drawing/2014/main" id="{C70C600A-29D8-4206-84E5-3A3245803A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84850" y="2678187"/>
            <a:ext cx="1209725" cy="8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3998;p51">
            <a:extLst>
              <a:ext uri="{FF2B5EF4-FFF2-40B4-BE49-F238E27FC236}">
                <a16:creationId xmlns:a16="http://schemas.microsoft.com/office/drawing/2014/main" id="{371184A6-EC56-4D9D-A6F2-9DEBE955FFC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976" y="-666780"/>
            <a:ext cx="1602225" cy="1148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8477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40"/>
          <p:cNvSpPr/>
          <p:nvPr/>
        </p:nvSpPr>
        <p:spPr>
          <a:xfrm>
            <a:off x="2996571" y="-1202489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40"/>
          <p:cNvSpPr/>
          <p:nvPr/>
        </p:nvSpPr>
        <p:spPr>
          <a:xfrm>
            <a:off x="2997162" y="-1236663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3" name="Google Shape;3183;p40"/>
          <p:cNvSpPr/>
          <p:nvPr/>
        </p:nvSpPr>
        <p:spPr>
          <a:xfrm>
            <a:off x="2997170" y="-1242509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4" name="Google Shape;3184;p40"/>
          <p:cNvSpPr/>
          <p:nvPr/>
        </p:nvSpPr>
        <p:spPr>
          <a:xfrm>
            <a:off x="2996870" y="-123754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5" name="Google Shape;3185;p40"/>
          <p:cNvSpPr txBox="1">
            <a:spLocks noGrp="1"/>
          </p:cNvSpPr>
          <p:nvPr>
            <p:ph type="title"/>
          </p:nvPr>
        </p:nvSpPr>
        <p:spPr>
          <a:xfrm>
            <a:off x="1166884" y="-1062762"/>
            <a:ext cx="6564573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dirty="0"/>
              <a:t>Если личная информация попадёт в интернет, её могут увидеть:</a:t>
            </a:r>
          </a:p>
        </p:txBody>
      </p:sp>
      <p:sp>
        <p:nvSpPr>
          <p:cNvPr id="3186" name="Google Shape;3186;p40"/>
          <p:cNvSpPr txBox="1">
            <a:spLocks noGrp="1"/>
          </p:cNvSpPr>
          <p:nvPr>
            <p:ph type="title" idx="2"/>
          </p:nvPr>
        </p:nvSpPr>
        <p:spPr>
          <a:xfrm>
            <a:off x="3886369" y="-1062629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Мошенники</a:t>
            </a:r>
            <a:endParaRPr sz="2600" dirty="0"/>
          </a:p>
        </p:txBody>
      </p:sp>
      <p:sp>
        <p:nvSpPr>
          <p:cNvPr id="3188" name="Google Shape;3188;p40"/>
          <p:cNvSpPr txBox="1">
            <a:spLocks noGrp="1"/>
          </p:cNvSpPr>
          <p:nvPr>
            <p:ph type="title" idx="3"/>
          </p:nvPr>
        </p:nvSpPr>
        <p:spPr>
          <a:xfrm>
            <a:off x="3886961" y="-1081022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Злоумышленники</a:t>
            </a:r>
            <a:endParaRPr sz="2600" dirty="0"/>
          </a:p>
        </p:txBody>
      </p:sp>
      <p:sp>
        <p:nvSpPr>
          <p:cNvPr id="3190" name="Google Shape;3190;p40"/>
          <p:cNvSpPr txBox="1">
            <a:spLocks noGrp="1"/>
          </p:cNvSpPr>
          <p:nvPr>
            <p:ph type="title" idx="5"/>
          </p:nvPr>
        </p:nvSpPr>
        <p:spPr>
          <a:xfrm>
            <a:off x="3886669" y="-1109637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Незнакомые люди</a:t>
            </a:r>
            <a:endParaRPr sz="2600" dirty="0"/>
          </a:p>
        </p:txBody>
      </p:sp>
      <p:sp>
        <p:nvSpPr>
          <p:cNvPr id="3192" name="Google Shape;3192;p40"/>
          <p:cNvSpPr txBox="1">
            <a:spLocks noGrp="1"/>
          </p:cNvSpPr>
          <p:nvPr>
            <p:ph type="title" idx="7"/>
          </p:nvPr>
        </p:nvSpPr>
        <p:spPr>
          <a:xfrm>
            <a:off x="3886369" y="-1137162"/>
            <a:ext cx="2478193" cy="8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Те, кто хочет выдать себя за вас</a:t>
            </a:r>
            <a:endParaRPr sz="2600" dirty="0"/>
          </a:p>
        </p:txBody>
      </p:sp>
      <p:sp>
        <p:nvSpPr>
          <p:cNvPr id="3194" name="Google Shape;3194;p40"/>
          <p:cNvSpPr txBox="1">
            <a:spLocks noGrp="1"/>
          </p:cNvSpPr>
          <p:nvPr>
            <p:ph type="title" idx="9"/>
          </p:nvPr>
        </p:nvSpPr>
        <p:spPr>
          <a:xfrm>
            <a:off x="2996869" y="-1071332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5" name="Google Shape;3195;p40"/>
          <p:cNvSpPr txBox="1">
            <a:spLocks noGrp="1"/>
          </p:cNvSpPr>
          <p:nvPr>
            <p:ph type="title" idx="13"/>
          </p:nvPr>
        </p:nvSpPr>
        <p:spPr>
          <a:xfrm>
            <a:off x="2996869" y="-1081022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96" name="Google Shape;3196;p40"/>
          <p:cNvSpPr txBox="1">
            <a:spLocks noGrp="1"/>
          </p:cNvSpPr>
          <p:nvPr>
            <p:ph type="title" idx="14"/>
          </p:nvPr>
        </p:nvSpPr>
        <p:spPr>
          <a:xfrm>
            <a:off x="2996869" y="-10915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97" name="Google Shape;3197;p40"/>
          <p:cNvSpPr txBox="1">
            <a:spLocks noGrp="1"/>
          </p:cNvSpPr>
          <p:nvPr>
            <p:ph type="title" idx="15"/>
          </p:nvPr>
        </p:nvSpPr>
        <p:spPr>
          <a:xfrm>
            <a:off x="2996278" y="-1041001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" name="Google Shape;3594;p44">
            <a:extLst>
              <a:ext uri="{FF2B5EF4-FFF2-40B4-BE49-F238E27FC236}">
                <a16:creationId xmlns:a16="http://schemas.microsoft.com/office/drawing/2014/main" id="{B8360F1F-B9F9-4145-853D-440E813CD747}"/>
              </a:ext>
            </a:extLst>
          </p:cNvPr>
          <p:cNvSpPr txBox="1">
            <a:spLocks/>
          </p:cNvSpPr>
          <p:nvPr/>
        </p:nvSpPr>
        <p:spPr>
          <a:xfrm>
            <a:off x="1896893" y="359923"/>
            <a:ext cx="5612859" cy="406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>
              <a:buSzPts val="1100"/>
            </a:pPr>
            <a:r>
              <a:rPr lang="ru-RU" sz="3500" b="1" dirty="0"/>
              <a:t>Это может привести к:</a:t>
            </a:r>
          </a:p>
          <a:p>
            <a:pPr marL="0" indent="0">
              <a:buSzPts val="1100"/>
            </a:pPr>
            <a:endParaRPr lang="ru-RU" sz="2000" dirty="0"/>
          </a:p>
          <a:p>
            <a:pPr>
              <a:buFont typeface="Work Sans Medium"/>
              <a:buChar char="●"/>
            </a:pPr>
            <a:r>
              <a:rPr lang="ru-RU" sz="3500" dirty="0"/>
              <a:t>Краже аккаунта</a:t>
            </a:r>
          </a:p>
          <a:p>
            <a:pPr>
              <a:buFont typeface="Work Sans Medium"/>
              <a:buChar char="●"/>
            </a:pPr>
            <a:r>
              <a:rPr lang="ru-RU" sz="3500" dirty="0"/>
              <a:t>Обману</a:t>
            </a:r>
          </a:p>
          <a:p>
            <a:pPr>
              <a:buFont typeface="Work Sans Medium"/>
              <a:buChar char="●"/>
            </a:pPr>
            <a:r>
              <a:rPr lang="ru-RU" sz="3500" dirty="0" err="1"/>
              <a:t>Буллингу</a:t>
            </a:r>
            <a:endParaRPr lang="ru-RU" sz="3500" dirty="0"/>
          </a:p>
          <a:p>
            <a:pPr>
              <a:buFont typeface="Work Sans Medium"/>
              <a:buChar char="●"/>
            </a:pPr>
            <a:r>
              <a:rPr lang="ru-RU" sz="3500" dirty="0"/>
              <a:t>использованию ваших данных без разрешения</a:t>
            </a:r>
          </a:p>
        </p:txBody>
      </p:sp>
      <p:pic>
        <p:nvPicPr>
          <p:cNvPr id="16" name="Google Shape;3994;p51">
            <a:extLst>
              <a:ext uri="{FF2B5EF4-FFF2-40B4-BE49-F238E27FC236}">
                <a16:creationId xmlns:a16="http://schemas.microsoft.com/office/drawing/2014/main" id="{6A9E7654-A7AF-48DC-B1F1-11316F1FC9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511" y="4510013"/>
            <a:ext cx="825179" cy="1043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995;p51">
            <a:extLst>
              <a:ext uri="{FF2B5EF4-FFF2-40B4-BE49-F238E27FC236}">
                <a16:creationId xmlns:a16="http://schemas.microsoft.com/office/drawing/2014/main" id="{0E67FD29-A307-4A06-AF01-23A4CEC447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11898" y="3834803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996;p51">
            <a:extLst>
              <a:ext uri="{FF2B5EF4-FFF2-40B4-BE49-F238E27FC236}">
                <a16:creationId xmlns:a16="http://schemas.microsoft.com/office/drawing/2014/main" id="{1D5D36C6-F686-420A-8A35-9CF5F8B1097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9137" y="4415489"/>
            <a:ext cx="1209725" cy="86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997;p51">
            <a:extLst>
              <a:ext uri="{FF2B5EF4-FFF2-40B4-BE49-F238E27FC236}">
                <a16:creationId xmlns:a16="http://schemas.microsoft.com/office/drawing/2014/main" id="{0011A3F6-3B5E-44CE-B789-1E726543CB2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84850" y="2678187"/>
            <a:ext cx="1209725" cy="8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3998;p51">
            <a:extLst>
              <a:ext uri="{FF2B5EF4-FFF2-40B4-BE49-F238E27FC236}">
                <a16:creationId xmlns:a16="http://schemas.microsoft.com/office/drawing/2014/main" id="{3462AE35-381E-4C5B-9158-2203696BB3B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976" y="-666780"/>
            <a:ext cx="1602225" cy="1148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668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121150" y="916541"/>
            <a:ext cx="5911948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3000" dirty="0">
                <a:latin typeface="Advent Pro" panose="020B0604020202020204" charset="0"/>
              </a:rPr>
              <a:t>Какие данные нельзя публиковать</a:t>
            </a:r>
            <a:endParaRPr sz="3000" dirty="0">
              <a:latin typeface="Advent Pro" panose="020B0604020202020204" charset="0"/>
            </a:endParaRPr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121150" y="1655441"/>
            <a:ext cx="3807900" cy="2915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ru-RU" sz="1600" dirty="0"/>
              <a:t>Нельзя выкладывать в открытый доступ:</a:t>
            </a:r>
          </a:p>
          <a:p>
            <a:pPr marL="0" lvl="0" indent="0">
              <a:buSzPts val="1100"/>
              <a:buNone/>
            </a:pPr>
            <a:endParaRPr lang="ru-RU" sz="800" dirty="0"/>
          </a:p>
          <a:p>
            <a:pPr lvl="0">
              <a:buFont typeface="Work Sans Medium"/>
              <a:buChar char="●"/>
            </a:pPr>
            <a:r>
              <a:rPr lang="ru-RU" sz="1600" dirty="0"/>
              <a:t>Домашний адрес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Пароль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Номер телефона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Данные банковской карты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Паспортные данные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Код из </a:t>
            </a:r>
            <a:r>
              <a:rPr lang="en-US" sz="1600" dirty="0"/>
              <a:t>SMS</a:t>
            </a:r>
            <a:endParaRPr lang="ru-RU" sz="1600" dirty="0"/>
          </a:p>
          <a:p>
            <a:pPr lvl="0">
              <a:buFont typeface="Work Sans Medium"/>
              <a:buChar char="●"/>
            </a:pPr>
            <a:r>
              <a:rPr lang="ru-RU" sz="1600" dirty="0"/>
              <a:t>Геолокацию, если вы дома или одни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Расписание, когда никого нет дома</a:t>
            </a:r>
          </a:p>
          <a:p>
            <a:pPr marL="165100" lvl="0" indent="0">
              <a:buNone/>
            </a:pPr>
            <a:endParaRPr lang="ru-RU" sz="1600" dirty="0"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4162" y="2331987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9698" y="2040970"/>
            <a:ext cx="841230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153;p38">
            <a:extLst>
              <a:ext uri="{FF2B5EF4-FFF2-40B4-BE49-F238E27FC236}">
                <a16:creationId xmlns:a16="http://schemas.microsoft.com/office/drawing/2014/main" id="{9ECC5967-E68A-4B08-9EEF-AE10EEB5255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28245" y="3700900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154;p38">
            <a:extLst>
              <a:ext uri="{FF2B5EF4-FFF2-40B4-BE49-F238E27FC236}">
                <a16:creationId xmlns:a16="http://schemas.microsoft.com/office/drawing/2014/main" id="{DF4165AD-ADA7-4732-A168-994BB94DB16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30858" y="3861519"/>
            <a:ext cx="1122156" cy="1419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98;p51">
            <a:extLst>
              <a:ext uri="{FF2B5EF4-FFF2-40B4-BE49-F238E27FC236}">
                <a16:creationId xmlns:a16="http://schemas.microsoft.com/office/drawing/2014/main" id="{BAE654F0-2353-4437-B9CB-B51FA0A52F4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5471" y="-117611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150;p38">
            <a:extLst>
              <a:ext uri="{FF2B5EF4-FFF2-40B4-BE49-F238E27FC236}">
                <a16:creationId xmlns:a16="http://schemas.microsoft.com/office/drawing/2014/main" id="{BF07600B-3956-432B-A49C-345B4CA656A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214578" y="720615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996;p51">
            <a:extLst>
              <a:ext uri="{FF2B5EF4-FFF2-40B4-BE49-F238E27FC236}">
                <a16:creationId xmlns:a16="http://schemas.microsoft.com/office/drawing/2014/main" id="{5D779A24-63DA-4FF1-AC34-901CA077164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44851" y="4709794"/>
            <a:ext cx="1209725" cy="867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7513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121149" y="916541"/>
            <a:ext cx="5542297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800" dirty="0">
                <a:latin typeface="Advent Pro" panose="020B0604020202020204" charset="0"/>
              </a:rPr>
              <a:t>Фото и видео тоже могут быть опасны</a:t>
            </a:r>
            <a:endParaRPr sz="2800" dirty="0">
              <a:latin typeface="Advent Pro" panose="020B0604020202020204" charset="0"/>
            </a:endParaRPr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121150" y="1655441"/>
            <a:ext cx="3807900" cy="2915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ru-RU" sz="1600" dirty="0"/>
              <a:t>Не стоит публиковать:</a:t>
            </a:r>
          </a:p>
          <a:p>
            <a:pPr marL="0" lvl="0" indent="0">
              <a:buSzPts val="1100"/>
              <a:buNone/>
            </a:pPr>
            <a:endParaRPr lang="ru-RU" sz="800" dirty="0"/>
          </a:p>
          <a:p>
            <a:pPr lvl="0">
              <a:buFont typeface="Work Sans Medium"/>
              <a:buChar char="●"/>
            </a:pPr>
            <a:r>
              <a:rPr lang="ru-RU" sz="1600" dirty="0"/>
              <a:t>фото школьного дневника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фото документов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фото билетов, карт, пропусков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фото с названием школы, улицы, дома</a:t>
            </a:r>
          </a:p>
          <a:p>
            <a:pPr lvl="0">
              <a:buFont typeface="Work Sans Medium"/>
              <a:buChar char="●"/>
            </a:pPr>
            <a:r>
              <a:rPr lang="ru-RU" sz="1600" dirty="0"/>
              <a:t>видео, где видно ваш адрес или маршрут</a:t>
            </a:r>
          </a:p>
          <a:p>
            <a:pPr marL="165100" lvl="0" indent="0">
              <a:buNone/>
            </a:pPr>
            <a:endParaRPr lang="ru-RU" sz="1600" dirty="0"/>
          </a:p>
          <a:p>
            <a:pPr marL="165100" lvl="0" indent="0">
              <a:buNone/>
            </a:pPr>
            <a:r>
              <a:rPr lang="ru-RU" sz="1600" b="1" dirty="0"/>
              <a:t>Помни:</a:t>
            </a:r>
            <a:r>
              <a:rPr lang="ru-RU" sz="1600" dirty="0"/>
              <a:t> даже обычное фото может рассказать о тебе больше, чем кажется.</a:t>
            </a:r>
            <a:endParaRPr sz="1600" dirty="0"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6418" y="2223512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7684" y="2508912"/>
            <a:ext cx="841230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153;p38">
            <a:extLst>
              <a:ext uri="{FF2B5EF4-FFF2-40B4-BE49-F238E27FC236}">
                <a16:creationId xmlns:a16="http://schemas.microsoft.com/office/drawing/2014/main" id="{9ECC5967-E68A-4B08-9EEF-AE10EEB5255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28245" y="0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154;p38">
            <a:extLst>
              <a:ext uri="{FF2B5EF4-FFF2-40B4-BE49-F238E27FC236}">
                <a16:creationId xmlns:a16="http://schemas.microsoft.com/office/drawing/2014/main" id="{DF4165AD-ADA7-4732-A168-994BB94DB16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5275" y="4400173"/>
            <a:ext cx="1122156" cy="1419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98;p51">
            <a:extLst>
              <a:ext uri="{FF2B5EF4-FFF2-40B4-BE49-F238E27FC236}">
                <a16:creationId xmlns:a16="http://schemas.microsoft.com/office/drawing/2014/main" id="{BAE654F0-2353-4437-B9CB-B51FA0A52F4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5471" y="-117611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150;p38">
            <a:extLst>
              <a:ext uri="{FF2B5EF4-FFF2-40B4-BE49-F238E27FC236}">
                <a16:creationId xmlns:a16="http://schemas.microsoft.com/office/drawing/2014/main" id="{BF07600B-3956-432B-A49C-345B4CA656A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214578" y="4074559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996;p51">
            <a:extLst>
              <a:ext uri="{FF2B5EF4-FFF2-40B4-BE49-F238E27FC236}">
                <a16:creationId xmlns:a16="http://schemas.microsoft.com/office/drawing/2014/main" id="{5D779A24-63DA-4FF1-AC34-901CA077164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12678" y="4400173"/>
            <a:ext cx="1209725" cy="8674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3593;p44">
            <a:extLst>
              <a:ext uri="{FF2B5EF4-FFF2-40B4-BE49-F238E27FC236}">
                <a16:creationId xmlns:a16="http://schemas.microsoft.com/office/drawing/2014/main" id="{04ED27C9-8B2A-4BFA-A3C9-CA6BA4271EE1}"/>
              </a:ext>
            </a:extLst>
          </p:cNvPr>
          <p:cNvSpPr txBox="1">
            <a:spLocks/>
          </p:cNvSpPr>
          <p:nvPr/>
        </p:nvSpPr>
        <p:spPr>
          <a:xfrm>
            <a:off x="-5541901" y="1068941"/>
            <a:ext cx="5911948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ru-RU" sz="3000">
                <a:latin typeface="Advent Pro" panose="020B0604020202020204" charset="0"/>
              </a:rPr>
              <a:t>Какие данные нельзя публиковать</a:t>
            </a:r>
            <a:endParaRPr lang="ru-RU" sz="3000" dirty="0">
              <a:latin typeface="Advent Pro" panose="020B0604020202020204" charset="0"/>
            </a:endParaRPr>
          </a:p>
        </p:txBody>
      </p:sp>
      <p:sp>
        <p:nvSpPr>
          <p:cNvPr id="16" name="Google Shape;3594;p44">
            <a:extLst>
              <a:ext uri="{FF2B5EF4-FFF2-40B4-BE49-F238E27FC236}">
                <a16:creationId xmlns:a16="http://schemas.microsoft.com/office/drawing/2014/main" id="{888AC38B-A068-4E60-8672-627794DF3231}"/>
              </a:ext>
            </a:extLst>
          </p:cNvPr>
          <p:cNvSpPr txBox="1">
            <a:spLocks/>
          </p:cNvSpPr>
          <p:nvPr/>
        </p:nvSpPr>
        <p:spPr>
          <a:xfrm>
            <a:off x="-5541901" y="1807841"/>
            <a:ext cx="3807900" cy="2915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Medium"/>
              <a:buChar char="●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●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●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>
              <a:buSzPts val="1100"/>
              <a:buFont typeface="Open Sans Medium"/>
              <a:buNone/>
            </a:pPr>
            <a:r>
              <a:rPr lang="ru-RU" sz="1600"/>
              <a:t>Нельзя выкладывать в открытый доступ:</a:t>
            </a:r>
          </a:p>
          <a:p>
            <a:pPr marL="0" indent="0">
              <a:buSzPts val="1100"/>
              <a:buFont typeface="Open Sans Medium"/>
              <a:buNone/>
            </a:pPr>
            <a:endParaRPr lang="ru-RU" sz="800"/>
          </a:p>
          <a:p>
            <a:pPr>
              <a:buFont typeface="Work Sans Medium"/>
              <a:buChar char="●"/>
            </a:pPr>
            <a:r>
              <a:rPr lang="ru-RU" sz="1600"/>
              <a:t>Домашний адрес</a:t>
            </a:r>
          </a:p>
          <a:p>
            <a:pPr>
              <a:buFont typeface="Work Sans Medium"/>
              <a:buChar char="●"/>
            </a:pPr>
            <a:r>
              <a:rPr lang="ru-RU" sz="1600"/>
              <a:t>Пароль</a:t>
            </a:r>
          </a:p>
          <a:p>
            <a:pPr>
              <a:buFont typeface="Work Sans Medium"/>
              <a:buChar char="●"/>
            </a:pPr>
            <a:r>
              <a:rPr lang="ru-RU" sz="1600"/>
              <a:t>Номер телефона</a:t>
            </a:r>
          </a:p>
          <a:p>
            <a:pPr>
              <a:buFont typeface="Work Sans Medium"/>
              <a:buChar char="●"/>
            </a:pPr>
            <a:r>
              <a:rPr lang="ru-RU" sz="1600"/>
              <a:t>Данные банковской карты</a:t>
            </a:r>
          </a:p>
          <a:p>
            <a:pPr>
              <a:buFont typeface="Work Sans Medium"/>
              <a:buChar char="●"/>
            </a:pPr>
            <a:r>
              <a:rPr lang="ru-RU" sz="1600"/>
              <a:t>Паспортные данные</a:t>
            </a:r>
          </a:p>
          <a:p>
            <a:pPr>
              <a:buFont typeface="Work Sans Medium"/>
              <a:buChar char="●"/>
            </a:pPr>
            <a:r>
              <a:rPr lang="ru-RU" sz="1600"/>
              <a:t>Код из </a:t>
            </a:r>
            <a:r>
              <a:rPr lang="en-US" sz="1600"/>
              <a:t>SMS</a:t>
            </a:r>
            <a:endParaRPr lang="ru-RU" sz="1600"/>
          </a:p>
          <a:p>
            <a:pPr>
              <a:buFont typeface="Work Sans Medium"/>
              <a:buChar char="●"/>
            </a:pPr>
            <a:r>
              <a:rPr lang="ru-RU" sz="1600"/>
              <a:t>Геолокацию, если вы дома или одни</a:t>
            </a:r>
          </a:p>
          <a:p>
            <a:pPr>
              <a:buFont typeface="Work Sans Medium"/>
              <a:buChar char="●"/>
            </a:pPr>
            <a:r>
              <a:rPr lang="ru-RU" sz="1600"/>
              <a:t>Расписание, когда никого нет дома</a:t>
            </a:r>
          </a:p>
          <a:p>
            <a:pPr marL="165100" indent="0">
              <a:buFont typeface="Open Sans Medium"/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04367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6" name="Google Shape;3926;p51"/>
          <p:cNvGrpSpPr/>
          <p:nvPr/>
        </p:nvGrpSpPr>
        <p:grpSpPr>
          <a:xfrm flipH="1">
            <a:off x="319589" y="607928"/>
            <a:ext cx="2227589" cy="1527191"/>
            <a:chOff x="5519300" y="372750"/>
            <a:chExt cx="1039375" cy="712575"/>
          </a:xfrm>
        </p:grpSpPr>
        <p:sp>
          <p:nvSpPr>
            <p:cNvPr id="3927" name="Google Shape;3927;p5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5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5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5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5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5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5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5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5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5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5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5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5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5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5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5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5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5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5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5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5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5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5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5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5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5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5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5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5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5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5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5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5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5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5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5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5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5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5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5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5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5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5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5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5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5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5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5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5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5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5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5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5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5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5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5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5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5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5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5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5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5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5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5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51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51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5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2" name="Google Shape;3892;p51"/>
          <p:cNvGrpSpPr/>
          <p:nvPr/>
        </p:nvGrpSpPr>
        <p:grpSpPr>
          <a:xfrm rot="5400000">
            <a:off x="2024953" y="4192723"/>
            <a:ext cx="2227589" cy="726958"/>
            <a:chOff x="6972150" y="711750"/>
            <a:chExt cx="1039375" cy="339193"/>
          </a:xfrm>
        </p:grpSpPr>
        <p:sp>
          <p:nvSpPr>
            <p:cNvPr id="3893" name="Google Shape;3893;p51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51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51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51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51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51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51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51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51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51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51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51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51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51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51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51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51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51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51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51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51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51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51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51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51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51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51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51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51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51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51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51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5" name="Google Shape;3925;p51"/>
          <p:cNvSpPr txBox="1">
            <a:spLocks noGrp="1"/>
          </p:cNvSpPr>
          <p:nvPr>
            <p:ph type="title"/>
          </p:nvPr>
        </p:nvSpPr>
        <p:spPr>
          <a:xfrm>
            <a:off x="3614226" y="1027300"/>
            <a:ext cx="5225097" cy="30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dirty="0">
                <a:latin typeface="Advent Pro" panose="020B0604020202020204" charset="0"/>
              </a:rPr>
              <a:t>Правило трёх вопросов</a:t>
            </a:r>
            <a:endParaRPr sz="7200" dirty="0">
              <a:latin typeface="Advent Pro" panose="020B0604020202020204" charset="0"/>
            </a:endParaRPr>
          </a:p>
        </p:txBody>
      </p:sp>
      <p:pic>
        <p:nvPicPr>
          <p:cNvPr id="3994" name="Google Shape;39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458" y="1635148"/>
            <a:ext cx="1602225" cy="2026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5" name="Google Shape;399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34" y="2909200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6" name="Google Shape;399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3535" y="3877792"/>
            <a:ext cx="1209725" cy="86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7" name="Google Shape;399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34" y="1593172"/>
            <a:ext cx="1209725" cy="8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8" name="Google Shape;399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4155" y="736700"/>
            <a:ext cx="1602225" cy="1148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9" name="Google Shape;3999;p51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4000" name="Google Shape;4000;p51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1" name="Google Shape;4001;p51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2" name="Google Shape;4002;p51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3" name="Google Shape;4003;p51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4" name="Google Shape;4004;p51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199989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40"/>
          <p:cNvSpPr/>
          <p:nvPr/>
        </p:nvSpPr>
        <p:spPr>
          <a:xfrm>
            <a:off x="2996571" y="-1202489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40"/>
          <p:cNvSpPr/>
          <p:nvPr/>
        </p:nvSpPr>
        <p:spPr>
          <a:xfrm>
            <a:off x="2997162" y="-1236663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3" name="Google Shape;3183;p40"/>
          <p:cNvSpPr/>
          <p:nvPr/>
        </p:nvSpPr>
        <p:spPr>
          <a:xfrm>
            <a:off x="2997170" y="-1242509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4" name="Google Shape;3184;p40"/>
          <p:cNvSpPr/>
          <p:nvPr/>
        </p:nvSpPr>
        <p:spPr>
          <a:xfrm>
            <a:off x="2996870" y="-123754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5" name="Google Shape;3185;p40"/>
          <p:cNvSpPr txBox="1">
            <a:spLocks noGrp="1"/>
          </p:cNvSpPr>
          <p:nvPr>
            <p:ph type="title"/>
          </p:nvPr>
        </p:nvSpPr>
        <p:spPr>
          <a:xfrm>
            <a:off x="1166884" y="-1062762"/>
            <a:ext cx="6564573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dirty="0"/>
              <a:t>Если личная информация попадёт в интернет, её могут увидеть:</a:t>
            </a:r>
          </a:p>
        </p:txBody>
      </p:sp>
      <p:sp>
        <p:nvSpPr>
          <p:cNvPr id="3186" name="Google Shape;3186;p40"/>
          <p:cNvSpPr txBox="1">
            <a:spLocks noGrp="1"/>
          </p:cNvSpPr>
          <p:nvPr>
            <p:ph type="title" idx="2"/>
          </p:nvPr>
        </p:nvSpPr>
        <p:spPr>
          <a:xfrm>
            <a:off x="3886369" y="-1062629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Мошенники</a:t>
            </a:r>
            <a:endParaRPr sz="2600" dirty="0"/>
          </a:p>
        </p:txBody>
      </p:sp>
      <p:sp>
        <p:nvSpPr>
          <p:cNvPr id="3188" name="Google Shape;3188;p40"/>
          <p:cNvSpPr txBox="1">
            <a:spLocks noGrp="1"/>
          </p:cNvSpPr>
          <p:nvPr>
            <p:ph type="title" idx="3"/>
          </p:nvPr>
        </p:nvSpPr>
        <p:spPr>
          <a:xfrm>
            <a:off x="3886961" y="-1081022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Злоумышленники</a:t>
            </a:r>
            <a:endParaRPr sz="2600" dirty="0"/>
          </a:p>
        </p:txBody>
      </p:sp>
      <p:sp>
        <p:nvSpPr>
          <p:cNvPr id="3190" name="Google Shape;3190;p40"/>
          <p:cNvSpPr txBox="1">
            <a:spLocks noGrp="1"/>
          </p:cNvSpPr>
          <p:nvPr>
            <p:ph type="title" idx="5"/>
          </p:nvPr>
        </p:nvSpPr>
        <p:spPr>
          <a:xfrm>
            <a:off x="3886669" y="-1109637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Незнакомые люди</a:t>
            </a:r>
            <a:endParaRPr sz="2600" dirty="0"/>
          </a:p>
        </p:txBody>
      </p:sp>
      <p:sp>
        <p:nvSpPr>
          <p:cNvPr id="3192" name="Google Shape;3192;p40"/>
          <p:cNvSpPr txBox="1">
            <a:spLocks noGrp="1"/>
          </p:cNvSpPr>
          <p:nvPr>
            <p:ph type="title" idx="7"/>
          </p:nvPr>
        </p:nvSpPr>
        <p:spPr>
          <a:xfrm>
            <a:off x="3886369" y="-1137162"/>
            <a:ext cx="2478193" cy="8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600" dirty="0"/>
              <a:t>Те, кто хочет выдать себя за вас</a:t>
            </a:r>
            <a:endParaRPr sz="2600" dirty="0"/>
          </a:p>
        </p:txBody>
      </p:sp>
      <p:sp>
        <p:nvSpPr>
          <p:cNvPr id="3194" name="Google Shape;3194;p40"/>
          <p:cNvSpPr txBox="1">
            <a:spLocks noGrp="1"/>
          </p:cNvSpPr>
          <p:nvPr>
            <p:ph type="title" idx="9"/>
          </p:nvPr>
        </p:nvSpPr>
        <p:spPr>
          <a:xfrm>
            <a:off x="2996869" y="-1071332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5" name="Google Shape;3195;p40"/>
          <p:cNvSpPr txBox="1">
            <a:spLocks noGrp="1"/>
          </p:cNvSpPr>
          <p:nvPr>
            <p:ph type="title" idx="13"/>
          </p:nvPr>
        </p:nvSpPr>
        <p:spPr>
          <a:xfrm>
            <a:off x="2996869" y="-1081022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96" name="Google Shape;3196;p40"/>
          <p:cNvSpPr txBox="1">
            <a:spLocks noGrp="1"/>
          </p:cNvSpPr>
          <p:nvPr>
            <p:ph type="title" idx="14"/>
          </p:nvPr>
        </p:nvSpPr>
        <p:spPr>
          <a:xfrm>
            <a:off x="2996869" y="-10915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97" name="Google Shape;3197;p40"/>
          <p:cNvSpPr txBox="1">
            <a:spLocks noGrp="1"/>
          </p:cNvSpPr>
          <p:nvPr>
            <p:ph type="title" idx="15"/>
          </p:nvPr>
        </p:nvSpPr>
        <p:spPr>
          <a:xfrm>
            <a:off x="2996278" y="-1041001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" name="Google Shape;3594;p44">
            <a:extLst>
              <a:ext uri="{FF2B5EF4-FFF2-40B4-BE49-F238E27FC236}">
                <a16:creationId xmlns:a16="http://schemas.microsoft.com/office/drawing/2014/main" id="{B8360F1F-B9F9-4145-853D-440E813CD747}"/>
              </a:ext>
            </a:extLst>
          </p:cNvPr>
          <p:cNvSpPr txBox="1">
            <a:spLocks/>
          </p:cNvSpPr>
          <p:nvPr/>
        </p:nvSpPr>
        <p:spPr>
          <a:xfrm>
            <a:off x="1256464" y="573932"/>
            <a:ext cx="6564573" cy="385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r>
              <a:rPr lang="ru-RU" sz="3200" b="1" dirty="0"/>
              <a:t>Перед публикацией спроси себя:</a:t>
            </a:r>
          </a:p>
          <a:p>
            <a:endParaRPr lang="ru-RU" sz="2400" dirty="0"/>
          </a:p>
          <a:p>
            <a:pPr marL="139700" indent="0"/>
            <a:r>
              <a:rPr lang="ru-RU" sz="2400" dirty="0"/>
              <a:t>1. Кто это увидит?</a:t>
            </a:r>
          </a:p>
          <a:p>
            <a:pPr marL="139700" indent="0"/>
            <a:r>
              <a:rPr lang="ru-RU" sz="2400" dirty="0"/>
              <a:t>2. Может ли это навредить мне?</a:t>
            </a:r>
            <a:br>
              <a:rPr lang="ru-RU" sz="2400" dirty="0"/>
            </a:br>
            <a:r>
              <a:rPr lang="ru-RU" sz="2400" dirty="0"/>
              <a:t>3. Узнает ли по этому посту мой адрес, школу или привычки?</a:t>
            </a:r>
          </a:p>
          <a:p>
            <a:pPr marL="139700" indent="0"/>
            <a:endParaRPr lang="ru-RU" sz="2400" dirty="0"/>
          </a:p>
          <a:p>
            <a:r>
              <a:rPr lang="ru-RU" sz="2400" dirty="0"/>
              <a:t>Если хотя бы один ответ — «</a:t>
            </a:r>
            <a:r>
              <a:rPr lang="ru-RU" sz="2400" b="1" dirty="0"/>
              <a:t>да</a:t>
            </a:r>
            <a:r>
              <a:rPr lang="ru-RU" sz="2400" dirty="0"/>
              <a:t>», лучше не публиковать.</a:t>
            </a:r>
          </a:p>
        </p:txBody>
      </p:sp>
      <p:pic>
        <p:nvPicPr>
          <p:cNvPr id="16" name="Google Shape;3994;p51">
            <a:extLst>
              <a:ext uri="{FF2B5EF4-FFF2-40B4-BE49-F238E27FC236}">
                <a16:creationId xmlns:a16="http://schemas.microsoft.com/office/drawing/2014/main" id="{6A9E7654-A7AF-48DC-B1F1-11316F1FC9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511" y="5161872"/>
            <a:ext cx="825179" cy="1043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995;p51">
            <a:extLst>
              <a:ext uri="{FF2B5EF4-FFF2-40B4-BE49-F238E27FC236}">
                <a16:creationId xmlns:a16="http://schemas.microsoft.com/office/drawing/2014/main" id="{0E67FD29-A307-4A06-AF01-23A4CEC447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11898" y="3834803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996;p51">
            <a:extLst>
              <a:ext uri="{FF2B5EF4-FFF2-40B4-BE49-F238E27FC236}">
                <a16:creationId xmlns:a16="http://schemas.microsoft.com/office/drawing/2014/main" id="{1D5D36C6-F686-420A-8A35-9CF5F8B1097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50813" y="4730191"/>
            <a:ext cx="1209725" cy="86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997;p51">
            <a:extLst>
              <a:ext uri="{FF2B5EF4-FFF2-40B4-BE49-F238E27FC236}">
                <a16:creationId xmlns:a16="http://schemas.microsoft.com/office/drawing/2014/main" id="{0011A3F6-3B5E-44CE-B789-1E726543CB2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09725" y="2500008"/>
            <a:ext cx="1209725" cy="8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3998;p51">
            <a:extLst>
              <a:ext uri="{FF2B5EF4-FFF2-40B4-BE49-F238E27FC236}">
                <a16:creationId xmlns:a16="http://schemas.microsoft.com/office/drawing/2014/main" id="{3462AE35-381E-4C5B-9158-2203696BB3B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2206" y="-1237545"/>
            <a:ext cx="1602225" cy="1148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512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6" name="Google Shape;3926;p51"/>
          <p:cNvGrpSpPr/>
          <p:nvPr/>
        </p:nvGrpSpPr>
        <p:grpSpPr>
          <a:xfrm flipH="1">
            <a:off x="319589" y="607928"/>
            <a:ext cx="2227589" cy="1527191"/>
            <a:chOff x="5519300" y="372750"/>
            <a:chExt cx="1039375" cy="712575"/>
          </a:xfrm>
        </p:grpSpPr>
        <p:sp>
          <p:nvSpPr>
            <p:cNvPr id="3927" name="Google Shape;3927;p5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5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5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5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5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5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5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5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5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5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5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5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5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5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5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5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5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5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5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5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5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5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5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5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5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5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5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5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5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5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5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5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5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5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5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5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5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5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5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5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5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5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5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5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5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5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5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5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5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5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5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5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5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5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5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5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5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5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5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5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5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5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5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5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51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51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5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2" name="Google Shape;3892;p51"/>
          <p:cNvGrpSpPr/>
          <p:nvPr/>
        </p:nvGrpSpPr>
        <p:grpSpPr>
          <a:xfrm rot="5400000">
            <a:off x="2024953" y="4192723"/>
            <a:ext cx="2227589" cy="726958"/>
            <a:chOff x="6972150" y="711750"/>
            <a:chExt cx="1039375" cy="339193"/>
          </a:xfrm>
        </p:grpSpPr>
        <p:sp>
          <p:nvSpPr>
            <p:cNvPr id="3893" name="Google Shape;3893;p51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51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51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51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51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51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51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51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51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51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51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51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51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51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51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51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51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51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51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51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51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51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51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51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51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51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51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51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51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51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51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51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5" name="Google Shape;3925;p51"/>
          <p:cNvSpPr txBox="1">
            <a:spLocks noGrp="1"/>
          </p:cNvSpPr>
          <p:nvPr>
            <p:ph type="title"/>
          </p:nvPr>
        </p:nvSpPr>
        <p:spPr>
          <a:xfrm>
            <a:off x="3614226" y="1027300"/>
            <a:ext cx="5225097" cy="30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6000" dirty="0">
                <a:latin typeface="Advent Pro" panose="020B0604020202020204" charset="0"/>
              </a:rPr>
              <a:t>Как защитить свою информацию?</a:t>
            </a:r>
            <a:endParaRPr sz="6000" dirty="0">
              <a:latin typeface="Advent Pro" panose="020B0604020202020204" charset="0"/>
            </a:endParaRPr>
          </a:p>
        </p:txBody>
      </p:sp>
      <p:pic>
        <p:nvPicPr>
          <p:cNvPr id="3994" name="Google Shape;39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458" y="1635148"/>
            <a:ext cx="1602225" cy="2026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5" name="Google Shape;399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34" y="2909200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6" name="Google Shape;399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3535" y="3877792"/>
            <a:ext cx="1209725" cy="86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7" name="Google Shape;399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34" y="1593172"/>
            <a:ext cx="1209725" cy="8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8" name="Google Shape;399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4155" y="736700"/>
            <a:ext cx="1602225" cy="1148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9" name="Google Shape;3999;p51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4000" name="Google Shape;4000;p51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1" name="Google Shape;4001;p51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2" name="Google Shape;4002;p51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3" name="Google Shape;4003;p51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4" name="Google Shape;4004;p51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28094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6418" y="2223512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7684" y="2508912"/>
            <a:ext cx="841230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153;p38">
            <a:extLst>
              <a:ext uri="{FF2B5EF4-FFF2-40B4-BE49-F238E27FC236}">
                <a16:creationId xmlns:a16="http://schemas.microsoft.com/office/drawing/2014/main" id="{9ECC5967-E68A-4B08-9EEF-AE10EEB5255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28245" y="0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154;p38">
            <a:extLst>
              <a:ext uri="{FF2B5EF4-FFF2-40B4-BE49-F238E27FC236}">
                <a16:creationId xmlns:a16="http://schemas.microsoft.com/office/drawing/2014/main" id="{DF4165AD-ADA7-4732-A168-994BB94DB16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5275" y="4400173"/>
            <a:ext cx="1122156" cy="1419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98;p51">
            <a:extLst>
              <a:ext uri="{FF2B5EF4-FFF2-40B4-BE49-F238E27FC236}">
                <a16:creationId xmlns:a16="http://schemas.microsoft.com/office/drawing/2014/main" id="{BAE654F0-2353-4437-B9CB-B51FA0A52F4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5471" y="-117611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150;p38">
            <a:extLst>
              <a:ext uri="{FF2B5EF4-FFF2-40B4-BE49-F238E27FC236}">
                <a16:creationId xmlns:a16="http://schemas.microsoft.com/office/drawing/2014/main" id="{BF07600B-3956-432B-A49C-345B4CA656A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214578" y="4074559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996;p51">
            <a:extLst>
              <a:ext uri="{FF2B5EF4-FFF2-40B4-BE49-F238E27FC236}">
                <a16:creationId xmlns:a16="http://schemas.microsoft.com/office/drawing/2014/main" id="{5D779A24-63DA-4FF1-AC34-901CA077164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12678" y="4400173"/>
            <a:ext cx="1209725" cy="8674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D663D0-25A7-436D-89E2-9AAB1090D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121" y="1740800"/>
            <a:ext cx="465456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0"/>
              </a:rPr>
              <a:t> ставь сложные пароли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0"/>
              </a:rPr>
              <a:t> не передавай код из SMS никому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0"/>
              </a:rPr>
              <a:t> закрывай профиль, если это возможно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0"/>
              </a:rPr>
              <a:t> не добавляй в друзья незнакомцев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0"/>
              </a:rPr>
              <a:t> не выкладывай слишком много личного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0"/>
              </a:rPr>
              <a:t> спрашивай разрешение, прежде чем публиковать фото других людей </a:t>
            </a:r>
          </a:p>
        </p:txBody>
      </p:sp>
      <p:sp>
        <p:nvSpPr>
          <p:cNvPr id="20" name="Google Shape;3925;p51">
            <a:extLst>
              <a:ext uri="{FF2B5EF4-FFF2-40B4-BE49-F238E27FC236}">
                <a16:creationId xmlns:a16="http://schemas.microsoft.com/office/drawing/2014/main" id="{5947D99A-9CDF-43B8-8DE2-F4083DDB2D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3122" y="722584"/>
            <a:ext cx="5342594" cy="11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800" dirty="0">
                <a:latin typeface="Advent Pro" panose="020B0604020202020204" charset="0"/>
              </a:rPr>
              <a:t>Как защитить свою информацию?</a:t>
            </a:r>
            <a:endParaRPr sz="2800" dirty="0">
              <a:latin typeface="Advent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239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2" name="Google Shape;4272;p56"/>
          <p:cNvSpPr txBox="1">
            <a:spLocks noGrp="1"/>
          </p:cNvSpPr>
          <p:nvPr>
            <p:ph type="title"/>
          </p:nvPr>
        </p:nvSpPr>
        <p:spPr>
          <a:xfrm>
            <a:off x="0" y="907715"/>
            <a:ext cx="9144000" cy="16640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0" dirty="0">
                <a:latin typeface="Advent Pro" panose="020B0604020202020204" charset="0"/>
              </a:rPr>
              <a:t>Спасибо за</a:t>
            </a:r>
            <a:endParaRPr sz="9600" b="0" dirty="0">
              <a:latin typeface="Advent Pro" panose="020B0604020202020204" charset="0"/>
            </a:endParaRPr>
          </a:p>
        </p:txBody>
      </p:sp>
      <p:sp>
        <p:nvSpPr>
          <p:cNvPr id="4273" name="Google Shape;4273;p56"/>
          <p:cNvSpPr txBox="1">
            <a:spLocks noGrp="1"/>
          </p:cNvSpPr>
          <p:nvPr>
            <p:ph type="subTitle" idx="1"/>
          </p:nvPr>
        </p:nvSpPr>
        <p:spPr>
          <a:xfrm>
            <a:off x="0" y="3476175"/>
            <a:ext cx="914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/>
              <a:t>Не всё, что можно выложить, нужно выкладывать.</a:t>
            </a:r>
            <a:br>
              <a:rPr lang="ru-RU" dirty="0"/>
            </a:br>
            <a:r>
              <a:rPr lang="ru-RU" dirty="0"/>
              <a:t>Личная информация — это то, что нужно защищать.</a:t>
            </a:r>
            <a:endParaRPr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D3DBDFA-D167-4A45-80CA-BA768B21625E}"/>
              </a:ext>
            </a:extLst>
          </p:cNvPr>
          <p:cNvSpPr/>
          <p:nvPr/>
        </p:nvSpPr>
        <p:spPr>
          <a:xfrm>
            <a:off x="0" y="1979713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9600" dirty="0">
                <a:solidFill>
                  <a:schemeClr val="tx1"/>
                </a:solidFill>
                <a:latin typeface="Advent Pro" panose="020B0604020202020204" charset="0"/>
              </a:rPr>
              <a:t>внимание</a:t>
            </a:r>
            <a:endParaRPr lang="ru-RU" sz="9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844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4460</TotalTime>
  <Words>364</Words>
  <Application>Microsoft Office PowerPoint</Application>
  <PresentationFormat>Экран (16:9)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Work Sans Medium</vt:lpstr>
      <vt:lpstr>Oxanium</vt:lpstr>
      <vt:lpstr>Alumni Sans Pinstripe</vt:lpstr>
      <vt:lpstr>Open Sans Medium</vt:lpstr>
      <vt:lpstr>Advent Pro</vt:lpstr>
      <vt:lpstr>Arial</vt:lpstr>
      <vt:lpstr>Cyber Security Kill Chain by Slidesgo</vt:lpstr>
      <vt:lpstr>Интернет и личная информация</vt:lpstr>
      <vt:lpstr>Что такое личная информация?</vt:lpstr>
      <vt:lpstr>Почему это опасно?</vt:lpstr>
      <vt:lpstr>Если личная информация попадёт в интернет, её могут увидеть:</vt:lpstr>
      <vt:lpstr>Если личная информация попадёт в интернет, её могут увидеть:</vt:lpstr>
      <vt:lpstr>Какие данные нельзя публиковать</vt:lpstr>
      <vt:lpstr>Фото и видео тоже могут быть опасны</vt:lpstr>
      <vt:lpstr>Правило трёх вопросов</vt:lpstr>
      <vt:lpstr>Если личная информация попадёт в интернет, её могут увидеть:</vt:lpstr>
      <vt:lpstr>Как защитить свою информацию?</vt:lpstr>
      <vt:lpstr>Как защитить свою информацию?</vt:lpstr>
      <vt:lpstr>Спасибо за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Интернет и личная информация</dc:title>
  <dc:creator>Пользователь</dc:creator>
  <cp:lastModifiedBy>Арсений федоренко</cp:lastModifiedBy>
  <cp:revision>9</cp:revision>
  <dcterms:modified xsi:type="dcterms:W3CDTF">2026-04-26T17:48:30Z</dcterms:modified>
</cp:coreProperties>
</file>