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20"/>
  </p:notesMasterIdLst>
  <p:sldIdLst>
    <p:sldId id="256" r:id="rId2"/>
    <p:sldId id="272" r:id="rId3"/>
    <p:sldId id="344" r:id="rId4"/>
    <p:sldId id="345" r:id="rId5"/>
    <p:sldId id="265" r:id="rId6"/>
    <p:sldId id="348" r:id="rId7"/>
    <p:sldId id="347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275" r:id="rId19"/>
  </p:sldIdLst>
  <p:sldSz cx="9144000" cy="5143500" type="screen16x9"/>
  <p:notesSz cx="6858000" cy="9144000"/>
  <p:embeddedFontLst>
    <p:embeddedFont>
      <p:font typeface="Denk One" panose="020B0604020202020204" charset="0"/>
      <p:regular r:id="rId21"/>
    </p:embeddedFont>
    <p:embeddedFont>
      <p:font typeface="Fira Sans Extra Condensed" panose="020B0604020202020204" charset="0"/>
      <p:regular r:id="rId22"/>
      <p:bold r:id="rId23"/>
      <p:italic r:id="rId24"/>
      <p:boldItalic r:id="rId25"/>
    </p:embeddedFont>
    <p:embeddedFont>
      <p:font typeface="Orbitron" panose="020B0604020202020204" charset="0"/>
      <p:regular r:id="rId26"/>
      <p:bold r:id="rId27"/>
    </p:embeddedFont>
    <p:embeddedFont>
      <p:font typeface="Overpass"/>
      <p:regular r:id="rId28"/>
      <p:bold r:id="rId29"/>
      <p:italic r:id="rId30"/>
      <p:boldItalic r:id="rId31"/>
    </p:embeddedFont>
    <p:embeddedFont>
      <p:font typeface="Oxanium"/>
      <p:regular r:id="rId32"/>
      <p:bold r:id="rId33"/>
    </p:embeddedFont>
    <p:embeddedFont>
      <p:font typeface="Quicksand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B67D83-08BD-4C79-A20F-5C3770346901}">
  <a:tblStyle styleId="{77B67D83-08BD-4C79-A20F-5C37703469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>
        <p:scale>
          <a:sx n="100" d="100"/>
          <a:sy n="100" d="100"/>
        </p:scale>
        <p:origin x="2052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f17053b67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f17053b67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cc9050bdf8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cc9050bdf8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f60122e166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f60122e166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266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1109615dbae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1109615dbae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593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272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47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88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893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246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387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781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420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043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331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cc9050bdf8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cc9050bdf8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271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2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1109615dbae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1109615dbae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" name="Google Shape;10;p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90635" y="3761000"/>
            <a:ext cx="39099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204287" y="3218546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24" name="Google Shape;24;p3"/>
          <p:cNvGrpSpPr/>
          <p:nvPr/>
        </p:nvGrpSpPr>
        <p:grpSpPr>
          <a:xfrm>
            <a:off x="2038439" y="258000"/>
            <a:ext cx="5082995" cy="4627500"/>
            <a:chOff x="3704375" y="258050"/>
            <a:chExt cx="5082995" cy="4627500"/>
          </a:xfrm>
        </p:grpSpPr>
        <p:sp>
          <p:nvSpPr>
            <p:cNvPr id="25" name="Google Shape;25;p3"/>
            <p:cNvSpPr/>
            <p:nvPr/>
          </p:nvSpPr>
          <p:spPr>
            <a:xfrm>
              <a:off x="3704375" y="258050"/>
              <a:ext cx="50820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05370" y="258050"/>
              <a:ext cx="50820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" name="Google Shape;27;p3"/>
            <p:cNvGrpSpPr/>
            <p:nvPr/>
          </p:nvGrpSpPr>
          <p:grpSpPr>
            <a:xfrm rot="10800000" flipH="1">
              <a:off x="5829576" y="4657459"/>
              <a:ext cx="825589" cy="93999"/>
              <a:chOff x="5718423" y="809024"/>
              <a:chExt cx="830071" cy="9450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>
              <a:off x="3932900" y="407050"/>
              <a:ext cx="4491000" cy="262500"/>
              <a:chOff x="3646108" y="393414"/>
              <a:chExt cx="4491000" cy="262500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3646108" y="393414"/>
                <a:ext cx="4491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" name="Google Shape;34;p3"/>
              <p:cNvGrpSpPr/>
              <p:nvPr/>
            </p:nvGrpSpPr>
            <p:grpSpPr>
              <a:xfrm rot="10800000" flipH="1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35" name="Google Shape;35;p3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3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3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" name="Google Shape;40;p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42;p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" name="Google Shape;49;p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0" name="Google Shape;50;p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0" name="Google Shape;90;p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" name="Google Shape;99;p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" name="Google Shape;100;p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6"/>
          <p:cNvGrpSpPr/>
          <p:nvPr/>
        </p:nvGrpSpPr>
        <p:grpSpPr>
          <a:xfrm>
            <a:off x="1214950" y="683850"/>
            <a:ext cx="6714114" cy="3775800"/>
            <a:chOff x="1214950" y="683850"/>
            <a:chExt cx="6714114" cy="3775800"/>
          </a:xfrm>
        </p:grpSpPr>
        <p:sp>
          <p:nvSpPr>
            <p:cNvPr id="203" name="Google Shape;203;p16"/>
            <p:cNvSpPr/>
            <p:nvPr/>
          </p:nvSpPr>
          <p:spPr>
            <a:xfrm>
              <a:off x="1214950" y="683850"/>
              <a:ext cx="6712800" cy="37758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1216264" y="683850"/>
              <a:ext cx="6712800" cy="37758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" name="Google Shape;205;p16"/>
            <p:cNvGrpSpPr/>
            <p:nvPr/>
          </p:nvGrpSpPr>
          <p:grpSpPr>
            <a:xfrm rot="10800000" flipH="1">
              <a:off x="4223153" y="4134459"/>
              <a:ext cx="825589" cy="93999"/>
              <a:chOff x="5718423" y="809024"/>
              <a:chExt cx="830071" cy="94500"/>
            </a:xfrm>
          </p:grpSpPr>
          <p:sp>
            <p:nvSpPr>
              <p:cNvPr id="206" name="Google Shape;206;p1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16"/>
            <p:cNvGrpSpPr/>
            <p:nvPr/>
          </p:nvGrpSpPr>
          <p:grpSpPr>
            <a:xfrm>
              <a:off x="1513591" y="878275"/>
              <a:ext cx="6115500" cy="262500"/>
              <a:chOff x="3646122" y="393414"/>
              <a:chExt cx="6115500" cy="2625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3646122" y="393414"/>
                <a:ext cx="61155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2" name="Google Shape;212;p16"/>
              <p:cNvGrpSpPr/>
              <p:nvPr/>
            </p:nvGrpSpPr>
            <p:grpSpPr>
              <a:xfrm rot="10800000" flipH="1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213" name="Google Shape;213;p16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16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16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16" name="Google Shape;216;p16"/>
          <p:cNvSpPr txBox="1">
            <a:spLocks noGrp="1"/>
          </p:cNvSpPr>
          <p:nvPr>
            <p:ph type="title"/>
          </p:nvPr>
        </p:nvSpPr>
        <p:spPr>
          <a:xfrm>
            <a:off x="2260900" y="1488475"/>
            <a:ext cx="3402600" cy="13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1"/>
          </p:nvPr>
        </p:nvSpPr>
        <p:spPr>
          <a:xfrm>
            <a:off x="2260899" y="3051871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 idx="2" hasCustomPrompt="1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78" name="Google Shape;278;p2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" name="Google Shape;280;p2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2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2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88" name="Google Shape;288;p2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2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2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91" name="Google Shape;291;p20"/>
          <p:cNvSpPr txBox="1">
            <a:spLocks noGrp="1"/>
          </p:cNvSpPr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subTitle" idx="1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title" idx="2" hasCustomPrompt="1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20"/>
          <p:cNvSpPr txBox="1">
            <a:spLocks noGrp="1"/>
          </p:cNvSpPr>
          <p:nvPr>
            <p:ph type="ctrTitle" idx="3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4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20"/>
          <p:cNvSpPr txBox="1">
            <a:spLocks noGrp="1"/>
          </p:cNvSpPr>
          <p:nvPr>
            <p:ph type="title" idx="5" hasCustomPrompt="1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0"/>
          <p:cNvSpPr txBox="1">
            <a:spLocks noGrp="1"/>
          </p:cNvSpPr>
          <p:nvPr>
            <p:ph type="ctrTitle" idx="6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7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 idx="8" hasCustomPrompt="1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9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title" idx="13" hasCustomPrompt="1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20"/>
          <p:cNvSpPr txBox="1">
            <a:spLocks noGrp="1"/>
          </p:cNvSpPr>
          <p:nvPr>
            <p:ph type="ctrTitle" idx="14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303" name="Google Shape;303;p20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74" name="Google Shape;374;p2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" name="Google Shape;376;p2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77" name="Google Shape;377;p2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2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82" name="Google Shape;382;p2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2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84" name="Google Shape;384;p2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2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2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87" name="Google Shape;387;p25"/>
          <p:cNvSpPr txBox="1">
            <a:spLocks noGrp="1"/>
          </p:cNvSpPr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25"/>
          <p:cNvSpPr txBox="1">
            <a:spLocks noGrp="1"/>
          </p:cNvSpPr>
          <p:nvPr>
            <p:ph type="subTitle" idx="1"/>
          </p:nvPr>
        </p:nvSpPr>
        <p:spPr>
          <a:xfrm>
            <a:off x="4574775" y="2424696"/>
            <a:ext cx="28110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20" name="Google Shape;420;p2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2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23" name="Google Shape;423;p2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" name="Google Shape;427;p2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28" name="Google Shape;428;p2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9" name="Google Shape;429;p2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30" name="Google Shape;430;p2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2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2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33" name="Google Shape;433;p28"/>
          <p:cNvGrpSpPr/>
          <p:nvPr/>
        </p:nvGrpSpPr>
        <p:grpSpPr>
          <a:xfrm>
            <a:off x="1675800" y="1182000"/>
            <a:ext cx="5792402" cy="2779500"/>
            <a:chOff x="1675800" y="1182000"/>
            <a:chExt cx="5792402" cy="2779500"/>
          </a:xfrm>
        </p:grpSpPr>
        <p:sp>
          <p:nvSpPr>
            <p:cNvPr id="434" name="Google Shape;434;p28"/>
            <p:cNvSpPr/>
            <p:nvPr/>
          </p:nvSpPr>
          <p:spPr>
            <a:xfrm>
              <a:off x="1675800" y="1182000"/>
              <a:ext cx="5792400" cy="27795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1675802" y="1182025"/>
              <a:ext cx="5792400" cy="311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6" name="Google Shape;436;p28"/>
            <p:cNvGrpSpPr/>
            <p:nvPr/>
          </p:nvGrpSpPr>
          <p:grpSpPr>
            <a:xfrm rot="10800000" flipH="1">
              <a:off x="1793624" y="1296158"/>
              <a:ext cx="376790" cy="82489"/>
              <a:chOff x="5578333" y="744468"/>
              <a:chExt cx="431653" cy="94500"/>
            </a:xfrm>
          </p:grpSpPr>
          <p:sp>
            <p:nvSpPr>
              <p:cNvPr id="437" name="Google Shape;437;p28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0" name="Google Shape;440;p28"/>
          <p:cNvSpPr txBox="1">
            <a:spLocks noGrp="1"/>
          </p:cNvSpPr>
          <p:nvPr>
            <p:ph type="subTitle" idx="1"/>
          </p:nvPr>
        </p:nvSpPr>
        <p:spPr>
          <a:xfrm>
            <a:off x="2511300" y="2474439"/>
            <a:ext cx="4121400" cy="11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8"/>
          <p:cNvSpPr txBox="1">
            <a:spLocks noGrp="1"/>
          </p:cNvSpPr>
          <p:nvPr>
            <p:ph type="title"/>
          </p:nvPr>
        </p:nvSpPr>
        <p:spPr>
          <a:xfrm>
            <a:off x="2511300" y="1897539"/>
            <a:ext cx="4121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6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62" name="Google Shape;1062;p6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4" name="Google Shape;1064;p6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65" name="Google Shape;1065;p6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6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6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6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" name="Google Shape;1069;p6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70" name="Google Shape;1070;p6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1" name="Google Shape;1071;p6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72" name="Google Shape;1072;p6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6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6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75" name="Google Shape;1075;p60"/>
          <p:cNvGrpSpPr/>
          <p:nvPr/>
        </p:nvGrpSpPr>
        <p:grpSpPr>
          <a:xfrm>
            <a:off x="952499" y="1113600"/>
            <a:ext cx="7240638" cy="3108284"/>
            <a:chOff x="952499" y="1418400"/>
            <a:chExt cx="7240638" cy="3108284"/>
          </a:xfrm>
        </p:grpSpPr>
        <p:grpSp>
          <p:nvGrpSpPr>
            <p:cNvPr id="1076" name="Google Shape;1076;p60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1077" name="Google Shape;1077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9" name="Google Shape;1079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0" name="Google Shape;1080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83" name="Google Shape;1083;p60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84" name="Google Shape;1084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6" name="Google Shape;1086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7" name="Google Shape;1087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90" name="Google Shape;1090;p60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91" name="Google Shape;1091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3" name="Google Shape;1093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94" name="Google Shape;1094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2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6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99" name="Google Shape;1099;p6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1" name="Google Shape;1101;p6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02" name="Google Shape;1102;p6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6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6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6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6" name="Google Shape;1106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7" name="Google Shape;1107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8" name="Google Shape;1108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09" name="Google Shape;1109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12" name="Google Shape;1112;p61"/>
          <p:cNvGrpSpPr/>
          <p:nvPr/>
        </p:nvGrpSpPr>
        <p:grpSpPr>
          <a:xfrm>
            <a:off x="719282" y="1076152"/>
            <a:ext cx="6880555" cy="2625711"/>
            <a:chOff x="358361" y="258062"/>
            <a:chExt cx="8428954" cy="3216600"/>
          </a:xfrm>
        </p:grpSpPr>
        <p:sp>
          <p:nvSpPr>
            <p:cNvPr id="1113" name="Google Shape;1113;p6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5" name="Google Shape;1115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16" name="Google Shape;1116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85725" dist="3810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7" name="Google Shape;1117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18" name="Google Shape;1118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21" name="Google Shape;1121;p61"/>
          <p:cNvGrpSpPr/>
          <p:nvPr/>
        </p:nvGrpSpPr>
        <p:grpSpPr>
          <a:xfrm>
            <a:off x="3521825" y="3242775"/>
            <a:ext cx="4695887" cy="1063125"/>
            <a:chOff x="486920" y="1114962"/>
            <a:chExt cx="5350828" cy="1211400"/>
          </a:xfrm>
        </p:grpSpPr>
        <p:sp>
          <p:nvSpPr>
            <p:cNvPr id="1122" name="Google Shape;1122;p6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4" name="Google Shape;1124;p61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25" name="Google Shape;1125;p6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6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30" name="Google Shape;1130;p6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2" name="Google Shape;1132;p6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33" name="Google Shape;1133;p6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6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6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" name="Google Shape;1137;p6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38" name="Google Shape;1138;p6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9" name="Google Shape;1139;p6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40" name="Google Shape;1140;p6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6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6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43" name="Google Shape;1143;p62"/>
          <p:cNvGrpSpPr/>
          <p:nvPr/>
        </p:nvGrpSpPr>
        <p:grpSpPr>
          <a:xfrm>
            <a:off x="1773576" y="1120075"/>
            <a:ext cx="2299225" cy="3108284"/>
            <a:chOff x="486919" y="1114962"/>
            <a:chExt cx="2619901" cy="3541800"/>
          </a:xfrm>
        </p:grpSpPr>
        <p:sp>
          <p:nvSpPr>
            <p:cNvPr id="1144" name="Google Shape;1144;p62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2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6" name="Google Shape;1146;p62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47" name="Google Shape;1147;p62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62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62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0" name="Google Shape;1150;p62"/>
          <p:cNvGrpSpPr/>
          <p:nvPr/>
        </p:nvGrpSpPr>
        <p:grpSpPr>
          <a:xfrm>
            <a:off x="5083801" y="1120075"/>
            <a:ext cx="2299252" cy="3108284"/>
            <a:chOff x="91807" y="1114962"/>
            <a:chExt cx="2619932" cy="3541800"/>
          </a:xfrm>
        </p:grpSpPr>
        <p:sp>
          <p:nvSpPr>
            <p:cNvPr id="1151" name="Google Shape;1151;p62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2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3" name="Google Shape;1153;p62"/>
            <p:cNvGrpSpPr/>
            <p:nvPr/>
          </p:nvGrpSpPr>
          <p:grpSpPr>
            <a:xfrm rot="10800000" flipH="1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154" name="Google Shape;1154;p62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62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62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6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59" name="Google Shape;1159;p6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1" name="Google Shape;1161;p6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62" name="Google Shape;1162;p6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6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6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6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6" name="Google Shape;1166;p6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67" name="Google Shape;1167;p6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8" name="Google Shape;1168;p6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69" name="Google Shape;1169;p6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6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6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2" name="Google Shape;1172;p63"/>
          <p:cNvGrpSpPr/>
          <p:nvPr/>
        </p:nvGrpSpPr>
        <p:grpSpPr>
          <a:xfrm>
            <a:off x="6830653" y="1437528"/>
            <a:ext cx="1591816" cy="1122977"/>
            <a:chOff x="486931" y="1114949"/>
            <a:chExt cx="2517900" cy="1776300"/>
          </a:xfrm>
        </p:grpSpPr>
        <p:sp>
          <p:nvSpPr>
            <p:cNvPr id="1173" name="Google Shape;1173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5" name="Google Shape;1175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76" name="Google Shape;1176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9" name="Google Shape;1179;p63"/>
          <p:cNvGrpSpPr/>
          <p:nvPr/>
        </p:nvGrpSpPr>
        <p:grpSpPr>
          <a:xfrm>
            <a:off x="2497124" y="1208425"/>
            <a:ext cx="4166209" cy="2778904"/>
            <a:chOff x="486897" y="1114972"/>
            <a:chExt cx="5169635" cy="3448200"/>
          </a:xfrm>
        </p:grpSpPr>
        <p:sp>
          <p:nvSpPr>
            <p:cNvPr id="1180" name="Google Shape;1180;p63"/>
            <p:cNvSpPr/>
            <p:nvPr/>
          </p:nvSpPr>
          <p:spPr>
            <a:xfrm>
              <a:off x="486932" y="1114972"/>
              <a:ext cx="5169600" cy="3448200"/>
            </a:xfrm>
            <a:prstGeom prst="roundRect">
              <a:avLst>
                <a:gd name="adj" fmla="val 7978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486897" y="1115004"/>
              <a:ext cx="51696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2" name="Google Shape;1182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83" name="Google Shape;1183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6" name="Google Shape;1186;p63"/>
          <p:cNvGrpSpPr/>
          <p:nvPr/>
        </p:nvGrpSpPr>
        <p:grpSpPr>
          <a:xfrm>
            <a:off x="730778" y="1437528"/>
            <a:ext cx="1591816" cy="1122977"/>
            <a:chOff x="486931" y="1114949"/>
            <a:chExt cx="2517900" cy="1776300"/>
          </a:xfrm>
        </p:grpSpPr>
        <p:sp>
          <p:nvSpPr>
            <p:cNvPr id="1187" name="Google Shape;1187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9" name="Google Shape;1189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90" name="Google Shape;1190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62" r:id="rId6"/>
    <p:sldLayoutId id="2147483666" r:id="rId7"/>
    <p:sldLayoutId id="2147483671" r:id="rId8"/>
    <p:sldLayoutId id="2147483674" r:id="rId9"/>
    <p:sldLayoutId id="2147483706" r:id="rId10"/>
    <p:sldLayoutId id="2147483707" r:id="rId11"/>
    <p:sldLayoutId id="2147483708" r:id="rId12"/>
    <p:sldLayoutId id="2147483709" r:id="rId13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pravo225.github.io/cybersecurity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69"/>
          <p:cNvSpPr txBox="1">
            <a:spLocks noGrp="1"/>
          </p:cNvSpPr>
          <p:nvPr>
            <p:ph type="ctrTitle"/>
          </p:nvPr>
        </p:nvSpPr>
        <p:spPr>
          <a:xfrm>
            <a:off x="719999" y="1185650"/>
            <a:ext cx="4190515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4800" dirty="0"/>
              <a:t>Правила онлайн-безопасности</a:t>
            </a:r>
            <a:endParaRPr sz="4800" dirty="0"/>
          </a:p>
        </p:txBody>
      </p:sp>
      <p:sp>
        <p:nvSpPr>
          <p:cNvPr id="1208" name="Google Shape;1208;p69"/>
          <p:cNvSpPr/>
          <p:nvPr/>
        </p:nvSpPr>
        <p:spPr>
          <a:xfrm>
            <a:off x="719999" y="3778125"/>
            <a:ext cx="4212117" cy="469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69"/>
          <p:cNvSpPr txBox="1">
            <a:spLocks noGrp="1"/>
          </p:cNvSpPr>
          <p:nvPr>
            <p:ph type="subTitle" idx="1"/>
          </p:nvPr>
        </p:nvSpPr>
        <p:spPr>
          <a:xfrm>
            <a:off x="790634" y="3761000"/>
            <a:ext cx="4097673" cy="490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400" dirty="0"/>
              <a:t>Как правильно пользоваться интернетом и избегать опасностей</a:t>
            </a:r>
            <a:endParaRPr sz="1400" dirty="0"/>
          </a:p>
        </p:txBody>
      </p:sp>
      <p:sp>
        <p:nvSpPr>
          <p:cNvPr id="1210" name="Google Shape;1210;p69"/>
          <p:cNvSpPr/>
          <p:nvPr/>
        </p:nvSpPr>
        <p:spPr>
          <a:xfrm>
            <a:off x="7945430" y="395745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38100" dir="5400000" algn="bl" rotWithShape="0">
              <a:schemeClr val="dk1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69"/>
          <p:cNvSpPr/>
          <p:nvPr/>
        </p:nvSpPr>
        <p:spPr>
          <a:xfrm>
            <a:off x="4816755" y="1104475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7" name="Google Shape;1287;p69"/>
          <p:cNvGrpSpPr/>
          <p:nvPr/>
        </p:nvGrpSpPr>
        <p:grpSpPr>
          <a:xfrm rot="10800000" flipH="1">
            <a:off x="830290" y="497323"/>
            <a:ext cx="429322" cy="93999"/>
            <a:chOff x="5840230" y="744468"/>
            <a:chExt cx="431653" cy="94500"/>
          </a:xfrm>
        </p:grpSpPr>
        <p:sp>
          <p:nvSpPr>
            <p:cNvPr id="1288" name="Google Shape;1288;p69"/>
            <p:cNvSpPr/>
            <p:nvPr/>
          </p:nvSpPr>
          <p:spPr>
            <a:xfrm>
              <a:off x="5840230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69"/>
            <p:cNvSpPr/>
            <p:nvPr/>
          </p:nvSpPr>
          <p:spPr>
            <a:xfrm>
              <a:off x="6008807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69"/>
            <p:cNvSpPr/>
            <p:nvPr/>
          </p:nvSpPr>
          <p:spPr>
            <a:xfrm>
              <a:off x="6177384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1118;p41">
            <a:extLst>
              <a:ext uri="{FF2B5EF4-FFF2-40B4-BE49-F238E27FC236}">
                <a16:creationId xmlns:a16="http://schemas.microsoft.com/office/drawing/2014/main" id="{460FC036-E61C-4063-9B13-79DB426C923E}"/>
              </a:ext>
            </a:extLst>
          </p:cNvPr>
          <p:cNvSpPr txBox="1">
            <a:spLocks noGrp="1"/>
          </p:cNvSpPr>
          <p:nvPr/>
        </p:nvSpPr>
        <p:spPr>
          <a:xfrm rot="-615">
            <a:off x="734714" y="4324304"/>
            <a:ext cx="33540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55B6E5"/>
                </a:solidFill>
                <a:latin typeface="Oxanium" panose="020B0604020202020204" charset="0"/>
              </a:rPr>
              <a:t>PRO.</a:t>
            </a:r>
            <a:r>
              <a:rPr lang="ru-RU" sz="2000" b="1" dirty="0">
                <a:solidFill>
                  <a:srgbClr val="55B6E5"/>
                </a:solidFill>
              </a:rPr>
              <a:t>Кибербезопасность</a:t>
            </a:r>
            <a:endParaRPr sz="2000" b="1" dirty="0">
              <a:solidFill>
                <a:srgbClr val="55B6E5"/>
              </a:solidFill>
              <a:latin typeface="Oxanium" panose="020B0604020202020204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890D9F7-516D-4178-830B-1A6BE97A2AD5}"/>
              </a:ext>
            </a:extLst>
          </p:cNvPr>
          <p:cNvGrpSpPr/>
          <p:nvPr/>
        </p:nvGrpSpPr>
        <p:grpSpPr>
          <a:xfrm>
            <a:off x="4985306" y="13636"/>
            <a:ext cx="4125834" cy="4118825"/>
            <a:chOff x="4985306" y="13636"/>
            <a:chExt cx="4125834" cy="4118825"/>
          </a:xfrm>
        </p:grpSpPr>
        <p:grpSp>
          <p:nvGrpSpPr>
            <p:cNvPr id="1212" name="Google Shape;1212;p69"/>
            <p:cNvGrpSpPr/>
            <p:nvPr/>
          </p:nvGrpSpPr>
          <p:grpSpPr>
            <a:xfrm>
              <a:off x="4985306" y="1282487"/>
              <a:ext cx="3427498" cy="2849974"/>
              <a:chOff x="4985306" y="1282487"/>
              <a:chExt cx="3427498" cy="2849974"/>
            </a:xfrm>
          </p:grpSpPr>
          <p:sp>
            <p:nvSpPr>
              <p:cNvPr id="1213" name="Google Shape;1213;p69"/>
              <p:cNvSpPr/>
              <p:nvPr/>
            </p:nvSpPr>
            <p:spPr>
              <a:xfrm>
                <a:off x="5044568" y="1717313"/>
                <a:ext cx="3151960" cy="2106720"/>
              </a:xfrm>
              <a:custGeom>
                <a:avLst/>
                <a:gdLst/>
                <a:ahLst/>
                <a:cxnLst/>
                <a:rect l="l" t="t" r="r" b="b"/>
                <a:pathLst>
                  <a:path w="147116" h="98330" extrusionOk="0">
                    <a:moveTo>
                      <a:pt x="1490" y="0"/>
                    </a:moveTo>
                    <a:cubicBezTo>
                      <a:pt x="669" y="0"/>
                      <a:pt x="0" y="638"/>
                      <a:pt x="0" y="1489"/>
                    </a:cubicBezTo>
                    <a:lnTo>
                      <a:pt x="0" y="2979"/>
                    </a:lnTo>
                    <a:lnTo>
                      <a:pt x="0" y="96932"/>
                    </a:lnTo>
                    <a:cubicBezTo>
                      <a:pt x="0" y="97722"/>
                      <a:pt x="639" y="98330"/>
                      <a:pt x="1399" y="98330"/>
                    </a:cubicBezTo>
                    <a:lnTo>
                      <a:pt x="145657" y="98330"/>
                    </a:lnTo>
                    <a:cubicBezTo>
                      <a:pt x="146447" y="98330"/>
                      <a:pt x="147055" y="97691"/>
                      <a:pt x="147055" y="96932"/>
                    </a:cubicBezTo>
                    <a:lnTo>
                      <a:pt x="147055" y="2979"/>
                    </a:lnTo>
                    <a:lnTo>
                      <a:pt x="147055" y="1489"/>
                    </a:lnTo>
                    <a:cubicBezTo>
                      <a:pt x="147116" y="638"/>
                      <a:pt x="146477" y="0"/>
                      <a:pt x="14562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3810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69"/>
              <p:cNvSpPr/>
              <p:nvPr/>
            </p:nvSpPr>
            <p:spPr>
              <a:xfrm>
                <a:off x="4985949" y="1711443"/>
                <a:ext cx="3151318" cy="2043559"/>
              </a:xfrm>
              <a:custGeom>
                <a:avLst/>
                <a:gdLst/>
                <a:ahLst/>
                <a:cxnLst/>
                <a:rect l="l" t="t" r="r" b="b"/>
                <a:pathLst>
                  <a:path w="147086" h="95382" extrusionOk="0">
                    <a:moveTo>
                      <a:pt x="1" y="1"/>
                    </a:moveTo>
                    <a:lnTo>
                      <a:pt x="1" y="93984"/>
                    </a:lnTo>
                    <a:cubicBezTo>
                      <a:pt x="1" y="94744"/>
                      <a:pt x="609" y="95382"/>
                      <a:pt x="1399" y="95382"/>
                    </a:cubicBezTo>
                    <a:lnTo>
                      <a:pt x="145627" y="95382"/>
                    </a:lnTo>
                    <a:cubicBezTo>
                      <a:pt x="146417" y="95382"/>
                      <a:pt x="147086" y="94774"/>
                      <a:pt x="147086" y="93984"/>
                    </a:cubicBezTo>
                    <a:lnTo>
                      <a:pt x="1470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69"/>
              <p:cNvSpPr/>
              <p:nvPr/>
            </p:nvSpPr>
            <p:spPr>
              <a:xfrm>
                <a:off x="4985306" y="1648282"/>
                <a:ext cx="3151960" cy="63182"/>
              </a:xfrm>
              <a:custGeom>
                <a:avLst/>
                <a:gdLst/>
                <a:ahLst/>
                <a:cxnLst/>
                <a:rect l="l" t="t" r="r" b="b"/>
                <a:pathLst>
                  <a:path w="147116" h="2949" extrusionOk="0">
                    <a:moveTo>
                      <a:pt x="1459" y="0"/>
                    </a:moveTo>
                    <a:cubicBezTo>
                      <a:pt x="639" y="0"/>
                      <a:pt x="0" y="669"/>
                      <a:pt x="0" y="1490"/>
                    </a:cubicBezTo>
                    <a:lnTo>
                      <a:pt x="0" y="2949"/>
                    </a:lnTo>
                    <a:lnTo>
                      <a:pt x="147116" y="2949"/>
                    </a:lnTo>
                    <a:lnTo>
                      <a:pt x="147116" y="1490"/>
                    </a:lnTo>
                    <a:cubicBezTo>
                      <a:pt x="147116" y="638"/>
                      <a:pt x="146417" y="0"/>
                      <a:pt x="145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69"/>
              <p:cNvSpPr/>
              <p:nvPr/>
            </p:nvSpPr>
            <p:spPr>
              <a:xfrm>
                <a:off x="5026335" y="1674313"/>
                <a:ext cx="18254" cy="17611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22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7"/>
                    </a:cubicBezTo>
                    <a:cubicBezTo>
                      <a:pt x="0" y="639"/>
                      <a:pt x="183" y="822"/>
                      <a:pt x="426" y="822"/>
                    </a:cubicBezTo>
                    <a:cubicBezTo>
                      <a:pt x="669" y="822"/>
                      <a:pt x="851" y="639"/>
                      <a:pt x="851" y="427"/>
                    </a:cubicBezTo>
                    <a:cubicBezTo>
                      <a:pt x="851" y="183"/>
                      <a:pt x="669" y="1"/>
                      <a:pt x="426" y="1"/>
                    </a:cubicBez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69"/>
              <p:cNvSpPr/>
              <p:nvPr/>
            </p:nvSpPr>
            <p:spPr>
              <a:xfrm>
                <a:off x="5071263" y="1674313"/>
                <a:ext cx="18254" cy="17611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22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7"/>
                    </a:cubicBezTo>
                    <a:cubicBezTo>
                      <a:pt x="1" y="639"/>
                      <a:pt x="183" y="822"/>
                      <a:pt x="426" y="822"/>
                    </a:cubicBezTo>
                    <a:cubicBezTo>
                      <a:pt x="639" y="822"/>
                      <a:pt x="852" y="639"/>
                      <a:pt x="852" y="427"/>
                    </a:cubicBezTo>
                    <a:cubicBezTo>
                      <a:pt x="852" y="183"/>
                      <a:pt x="639" y="1"/>
                      <a:pt x="426" y="1"/>
                    </a:cubicBez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69"/>
              <p:cNvSpPr/>
              <p:nvPr/>
            </p:nvSpPr>
            <p:spPr>
              <a:xfrm>
                <a:off x="5116192" y="1674313"/>
                <a:ext cx="17611" cy="17611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427" y="1"/>
                    </a:moveTo>
                    <a:cubicBezTo>
                      <a:pt x="183" y="1"/>
                      <a:pt x="1" y="183"/>
                      <a:pt x="1" y="427"/>
                    </a:cubicBezTo>
                    <a:cubicBezTo>
                      <a:pt x="1" y="639"/>
                      <a:pt x="183" y="822"/>
                      <a:pt x="427" y="822"/>
                    </a:cubicBezTo>
                    <a:cubicBezTo>
                      <a:pt x="639" y="822"/>
                      <a:pt x="822" y="639"/>
                      <a:pt x="822" y="427"/>
                    </a:cubicBezTo>
                    <a:cubicBezTo>
                      <a:pt x="822" y="183"/>
                      <a:pt x="639" y="1"/>
                      <a:pt x="427" y="1"/>
                    </a:cubicBez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69"/>
              <p:cNvSpPr/>
              <p:nvPr/>
            </p:nvSpPr>
            <p:spPr>
              <a:xfrm>
                <a:off x="5053706" y="1787625"/>
                <a:ext cx="3014540" cy="1892492"/>
              </a:xfrm>
              <a:custGeom>
                <a:avLst/>
                <a:gdLst/>
                <a:ahLst/>
                <a:cxnLst/>
                <a:rect l="l" t="t" r="r" b="b"/>
                <a:pathLst>
                  <a:path w="140702" h="88331" extrusionOk="0">
                    <a:moveTo>
                      <a:pt x="0" y="1"/>
                    </a:moveTo>
                    <a:lnTo>
                      <a:pt x="0" y="88330"/>
                    </a:lnTo>
                    <a:lnTo>
                      <a:pt x="140702" y="88330"/>
                    </a:lnTo>
                    <a:lnTo>
                      <a:pt x="14070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0" name="Google Shape;1220;p69"/>
              <p:cNvGrpSpPr/>
              <p:nvPr/>
            </p:nvGrpSpPr>
            <p:grpSpPr>
              <a:xfrm>
                <a:off x="6414630" y="3150775"/>
                <a:ext cx="707500" cy="356921"/>
                <a:chOff x="2317875" y="3150775"/>
                <a:chExt cx="707500" cy="356921"/>
              </a:xfrm>
            </p:grpSpPr>
            <p:sp>
              <p:nvSpPr>
                <p:cNvPr id="1221" name="Google Shape;1221;p69"/>
                <p:cNvSpPr/>
                <p:nvPr/>
              </p:nvSpPr>
              <p:spPr>
                <a:xfrm>
                  <a:off x="2317875" y="3150775"/>
                  <a:ext cx="707500" cy="356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  <a:effectLst>
                  <a:outerShdw blurRad="57150" dist="28575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22" name="Google Shape;1222;p69"/>
                <p:cNvGrpSpPr/>
                <p:nvPr/>
              </p:nvGrpSpPr>
              <p:grpSpPr>
                <a:xfrm>
                  <a:off x="2415693" y="3236562"/>
                  <a:ext cx="471900" cy="95000"/>
                  <a:chOff x="5088750" y="3020450"/>
                  <a:chExt cx="471900" cy="95000"/>
                </a:xfrm>
              </p:grpSpPr>
              <p:sp>
                <p:nvSpPr>
                  <p:cNvPr id="1223" name="Google Shape;1223;p69"/>
                  <p:cNvSpPr/>
                  <p:nvPr/>
                </p:nvSpPr>
                <p:spPr>
                  <a:xfrm>
                    <a:off x="5088750" y="3020450"/>
                    <a:ext cx="95000" cy="9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00" h="3800" extrusionOk="0">
                        <a:moveTo>
                          <a:pt x="1885" y="0"/>
                        </a:moveTo>
                        <a:cubicBezTo>
                          <a:pt x="821" y="0"/>
                          <a:pt x="0" y="821"/>
                          <a:pt x="0" y="1885"/>
                        </a:cubicBezTo>
                        <a:cubicBezTo>
                          <a:pt x="0" y="2949"/>
                          <a:pt x="821" y="3800"/>
                          <a:pt x="1885" y="3800"/>
                        </a:cubicBezTo>
                        <a:cubicBezTo>
                          <a:pt x="2948" y="3800"/>
                          <a:pt x="3800" y="2949"/>
                          <a:pt x="3800" y="1885"/>
                        </a:cubicBezTo>
                        <a:cubicBezTo>
                          <a:pt x="3800" y="821"/>
                          <a:pt x="2918" y="0"/>
                          <a:pt x="188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4" name="Google Shape;1224;p69"/>
                  <p:cNvSpPr/>
                  <p:nvPr/>
                </p:nvSpPr>
                <p:spPr>
                  <a:xfrm>
                    <a:off x="5225525" y="3031850"/>
                    <a:ext cx="335125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05" h="913" extrusionOk="0">
                        <a:moveTo>
                          <a:pt x="426" y="0"/>
                        </a:moveTo>
                        <a:cubicBezTo>
                          <a:pt x="183" y="0"/>
                          <a:pt x="0" y="183"/>
                          <a:pt x="0" y="426"/>
                        </a:cubicBezTo>
                        <a:lnTo>
                          <a:pt x="0" y="487"/>
                        </a:lnTo>
                        <a:cubicBezTo>
                          <a:pt x="0" y="730"/>
                          <a:pt x="183" y="912"/>
                          <a:pt x="426" y="912"/>
                        </a:cubicBezTo>
                        <a:lnTo>
                          <a:pt x="12979" y="912"/>
                        </a:lnTo>
                        <a:cubicBezTo>
                          <a:pt x="13222" y="912"/>
                          <a:pt x="13405" y="730"/>
                          <a:pt x="13405" y="487"/>
                        </a:cubicBezTo>
                        <a:lnTo>
                          <a:pt x="13405" y="426"/>
                        </a:lnTo>
                        <a:cubicBezTo>
                          <a:pt x="13405" y="183"/>
                          <a:pt x="13222" y="0"/>
                          <a:pt x="129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5" name="Google Shape;1225;p69"/>
                  <p:cNvSpPr/>
                  <p:nvPr/>
                </p:nvSpPr>
                <p:spPr>
                  <a:xfrm>
                    <a:off x="5225525" y="3086550"/>
                    <a:ext cx="186950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78" h="913" extrusionOk="0">
                        <a:moveTo>
                          <a:pt x="426" y="1"/>
                        </a:moveTo>
                        <a:cubicBezTo>
                          <a:pt x="183" y="1"/>
                          <a:pt x="0" y="183"/>
                          <a:pt x="0" y="426"/>
                        </a:cubicBezTo>
                        <a:lnTo>
                          <a:pt x="0" y="517"/>
                        </a:lnTo>
                        <a:cubicBezTo>
                          <a:pt x="0" y="730"/>
                          <a:pt x="183" y="913"/>
                          <a:pt x="426" y="913"/>
                        </a:cubicBezTo>
                        <a:lnTo>
                          <a:pt x="7052" y="913"/>
                        </a:lnTo>
                        <a:cubicBezTo>
                          <a:pt x="7295" y="913"/>
                          <a:pt x="7478" y="730"/>
                          <a:pt x="7478" y="517"/>
                        </a:cubicBezTo>
                        <a:lnTo>
                          <a:pt x="7478" y="426"/>
                        </a:lnTo>
                        <a:cubicBezTo>
                          <a:pt x="7478" y="183"/>
                          <a:pt x="7295" y="1"/>
                          <a:pt x="705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6" name="Google Shape;1226;p69"/>
                  <p:cNvSpPr/>
                  <p:nvPr/>
                </p:nvSpPr>
                <p:spPr>
                  <a:xfrm>
                    <a:off x="5434500" y="3086550"/>
                    <a:ext cx="53975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9" h="913" extrusionOk="0">
                        <a:moveTo>
                          <a:pt x="456" y="1"/>
                        </a:moveTo>
                        <a:cubicBezTo>
                          <a:pt x="183" y="1"/>
                          <a:pt x="0" y="244"/>
                          <a:pt x="0" y="457"/>
                        </a:cubicBezTo>
                        <a:cubicBezTo>
                          <a:pt x="0" y="730"/>
                          <a:pt x="213" y="913"/>
                          <a:pt x="456" y="913"/>
                        </a:cubicBezTo>
                        <a:lnTo>
                          <a:pt x="1702" y="913"/>
                        </a:lnTo>
                        <a:cubicBezTo>
                          <a:pt x="1945" y="913"/>
                          <a:pt x="2128" y="730"/>
                          <a:pt x="2158" y="457"/>
                        </a:cubicBezTo>
                        <a:cubicBezTo>
                          <a:pt x="2158" y="214"/>
                          <a:pt x="1945" y="1"/>
                          <a:pt x="170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27" name="Google Shape;1227;p69"/>
              <p:cNvGrpSpPr/>
              <p:nvPr/>
            </p:nvGrpSpPr>
            <p:grpSpPr>
              <a:xfrm>
                <a:off x="7199580" y="3150775"/>
                <a:ext cx="707500" cy="356921"/>
                <a:chOff x="3102825" y="3150775"/>
                <a:chExt cx="707500" cy="356921"/>
              </a:xfrm>
            </p:grpSpPr>
            <p:sp>
              <p:nvSpPr>
                <p:cNvPr id="1228" name="Google Shape;1228;p69"/>
                <p:cNvSpPr/>
                <p:nvPr/>
              </p:nvSpPr>
              <p:spPr>
                <a:xfrm>
                  <a:off x="3102825" y="3150775"/>
                  <a:ext cx="707500" cy="356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  <a:effectLst>
                  <a:outerShdw blurRad="57150" dist="28575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9" name="Google Shape;1229;p69"/>
                <p:cNvSpPr/>
                <p:nvPr/>
              </p:nvSpPr>
              <p:spPr>
                <a:xfrm>
                  <a:off x="3176913" y="3409013"/>
                  <a:ext cx="266750" cy="4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0" h="1612" extrusionOk="0">
                      <a:moveTo>
                        <a:pt x="791" y="1"/>
                      </a:moveTo>
                      <a:cubicBezTo>
                        <a:pt x="335" y="1"/>
                        <a:pt x="1" y="396"/>
                        <a:pt x="1" y="822"/>
                      </a:cubicBezTo>
                      <a:cubicBezTo>
                        <a:pt x="1" y="1278"/>
                        <a:pt x="366" y="1612"/>
                        <a:pt x="791" y="1612"/>
                      </a:cubicBezTo>
                      <a:lnTo>
                        <a:pt x="9880" y="1612"/>
                      </a:lnTo>
                      <a:cubicBezTo>
                        <a:pt x="10305" y="1612"/>
                        <a:pt x="10670" y="1247"/>
                        <a:pt x="10670" y="822"/>
                      </a:cubicBezTo>
                      <a:cubicBezTo>
                        <a:pt x="10670" y="366"/>
                        <a:pt x="10305" y="1"/>
                        <a:pt x="98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69"/>
                <p:cNvSpPr/>
                <p:nvPr/>
              </p:nvSpPr>
              <p:spPr>
                <a:xfrm>
                  <a:off x="3176163" y="3209163"/>
                  <a:ext cx="5608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3" h="1582" extrusionOk="0">
                      <a:moveTo>
                        <a:pt x="791" y="1"/>
                      </a:moveTo>
                      <a:cubicBezTo>
                        <a:pt x="335" y="1"/>
                        <a:pt x="1" y="366"/>
                        <a:pt x="1" y="791"/>
                      </a:cubicBezTo>
                      <a:cubicBezTo>
                        <a:pt x="1" y="1247"/>
                        <a:pt x="365" y="1581"/>
                        <a:pt x="791" y="1581"/>
                      </a:cubicBezTo>
                      <a:lnTo>
                        <a:pt x="21642" y="1581"/>
                      </a:lnTo>
                      <a:cubicBezTo>
                        <a:pt x="22098" y="1581"/>
                        <a:pt x="22433" y="1247"/>
                        <a:pt x="22433" y="791"/>
                      </a:cubicBezTo>
                      <a:cubicBezTo>
                        <a:pt x="22433" y="335"/>
                        <a:pt x="22068" y="1"/>
                        <a:pt x="216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69"/>
                <p:cNvSpPr/>
                <p:nvPr/>
              </p:nvSpPr>
              <p:spPr>
                <a:xfrm>
                  <a:off x="3176163" y="3308713"/>
                  <a:ext cx="560825" cy="4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3" h="1612" extrusionOk="0">
                      <a:moveTo>
                        <a:pt x="791" y="1"/>
                      </a:moveTo>
                      <a:cubicBezTo>
                        <a:pt x="335" y="1"/>
                        <a:pt x="1" y="365"/>
                        <a:pt x="1" y="791"/>
                      </a:cubicBezTo>
                      <a:cubicBezTo>
                        <a:pt x="1" y="1247"/>
                        <a:pt x="365" y="1612"/>
                        <a:pt x="791" y="1612"/>
                      </a:cubicBezTo>
                      <a:lnTo>
                        <a:pt x="21642" y="1612"/>
                      </a:lnTo>
                      <a:cubicBezTo>
                        <a:pt x="22098" y="1612"/>
                        <a:pt x="22433" y="1247"/>
                        <a:pt x="22433" y="791"/>
                      </a:cubicBezTo>
                      <a:cubicBezTo>
                        <a:pt x="22433" y="335"/>
                        <a:pt x="22068" y="1"/>
                        <a:pt x="216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32" name="Google Shape;1232;p69"/>
              <p:cNvGrpSpPr/>
              <p:nvPr/>
            </p:nvGrpSpPr>
            <p:grpSpPr>
              <a:xfrm>
                <a:off x="6414640" y="2097213"/>
                <a:ext cx="1514782" cy="1006855"/>
                <a:chOff x="4981963" y="3755000"/>
                <a:chExt cx="1001575" cy="735575"/>
              </a:xfrm>
            </p:grpSpPr>
            <p:sp>
              <p:nvSpPr>
                <p:cNvPr id="1233" name="Google Shape;1233;p69"/>
                <p:cNvSpPr/>
                <p:nvPr/>
              </p:nvSpPr>
              <p:spPr>
                <a:xfrm>
                  <a:off x="4981963" y="3755000"/>
                  <a:ext cx="1001575" cy="73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63" h="29423" extrusionOk="0">
                      <a:moveTo>
                        <a:pt x="1916" y="0"/>
                      </a:moveTo>
                      <a:cubicBezTo>
                        <a:pt x="852" y="0"/>
                        <a:pt x="1" y="882"/>
                        <a:pt x="1" y="1945"/>
                      </a:cubicBezTo>
                      <a:lnTo>
                        <a:pt x="1" y="27478"/>
                      </a:lnTo>
                      <a:cubicBezTo>
                        <a:pt x="1" y="28541"/>
                        <a:pt x="852" y="29423"/>
                        <a:pt x="1916" y="29423"/>
                      </a:cubicBezTo>
                      <a:lnTo>
                        <a:pt x="38148" y="29423"/>
                      </a:lnTo>
                      <a:cubicBezTo>
                        <a:pt x="39211" y="29423"/>
                        <a:pt x="40063" y="28541"/>
                        <a:pt x="40063" y="27478"/>
                      </a:cubicBezTo>
                      <a:lnTo>
                        <a:pt x="40063" y="1976"/>
                      </a:lnTo>
                      <a:cubicBezTo>
                        <a:pt x="40063" y="882"/>
                        <a:pt x="39211" y="0"/>
                        <a:pt x="3814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7620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69"/>
                <p:cNvSpPr/>
                <p:nvPr/>
              </p:nvSpPr>
              <p:spPr>
                <a:xfrm>
                  <a:off x="5092913" y="4207125"/>
                  <a:ext cx="779675" cy="3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7" h="1217" extrusionOk="0">
                      <a:moveTo>
                        <a:pt x="609" y="0"/>
                      </a:moveTo>
                      <a:cubicBezTo>
                        <a:pt x="274" y="0"/>
                        <a:pt x="1" y="274"/>
                        <a:pt x="1" y="608"/>
                      </a:cubicBezTo>
                      <a:cubicBezTo>
                        <a:pt x="1" y="973"/>
                        <a:pt x="274" y="1216"/>
                        <a:pt x="609" y="1216"/>
                      </a:cubicBezTo>
                      <a:lnTo>
                        <a:pt x="30579" y="1216"/>
                      </a:lnTo>
                      <a:cubicBezTo>
                        <a:pt x="30913" y="1216"/>
                        <a:pt x="31187" y="973"/>
                        <a:pt x="31187" y="608"/>
                      </a:cubicBezTo>
                      <a:cubicBezTo>
                        <a:pt x="31187" y="274"/>
                        <a:pt x="30913" y="0"/>
                        <a:pt x="3057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69"/>
                <p:cNvSpPr/>
                <p:nvPr/>
              </p:nvSpPr>
              <p:spPr>
                <a:xfrm>
                  <a:off x="5092913" y="4286900"/>
                  <a:ext cx="779675" cy="3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7" h="1217" extrusionOk="0">
                      <a:moveTo>
                        <a:pt x="609" y="1"/>
                      </a:moveTo>
                      <a:cubicBezTo>
                        <a:pt x="274" y="1"/>
                        <a:pt x="1" y="275"/>
                        <a:pt x="1" y="609"/>
                      </a:cubicBezTo>
                      <a:cubicBezTo>
                        <a:pt x="1" y="974"/>
                        <a:pt x="274" y="1217"/>
                        <a:pt x="609" y="1217"/>
                      </a:cubicBezTo>
                      <a:lnTo>
                        <a:pt x="30579" y="1217"/>
                      </a:lnTo>
                      <a:cubicBezTo>
                        <a:pt x="30913" y="1217"/>
                        <a:pt x="31187" y="913"/>
                        <a:pt x="31187" y="609"/>
                      </a:cubicBezTo>
                      <a:cubicBezTo>
                        <a:pt x="31187" y="275"/>
                        <a:pt x="30913" y="1"/>
                        <a:pt x="3057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69"/>
                <p:cNvSpPr/>
                <p:nvPr/>
              </p:nvSpPr>
              <p:spPr>
                <a:xfrm>
                  <a:off x="5092913" y="4365950"/>
                  <a:ext cx="295625" cy="3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5" h="1216" extrusionOk="0">
                      <a:moveTo>
                        <a:pt x="609" y="0"/>
                      </a:moveTo>
                      <a:cubicBezTo>
                        <a:pt x="274" y="0"/>
                        <a:pt x="1" y="274"/>
                        <a:pt x="1" y="608"/>
                      </a:cubicBezTo>
                      <a:cubicBezTo>
                        <a:pt x="1" y="942"/>
                        <a:pt x="274" y="1216"/>
                        <a:pt x="609" y="1216"/>
                      </a:cubicBezTo>
                      <a:lnTo>
                        <a:pt x="11217" y="1216"/>
                      </a:lnTo>
                      <a:cubicBezTo>
                        <a:pt x="11551" y="1216"/>
                        <a:pt x="11825" y="942"/>
                        <a:pt x="11825" y="608"/>
                      </a:cubicBezTo>
                      <a:cubicBezTo>
                        <a:pt x="11825" y="274"/>
                        <a:pt x="11551" y="0"/>
                        <a:pt x="1121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37" name="Google Shape;1237;p69"/>
              <p:cNvSpPr/>
              <p:nvPr/>
            </p:nvSpPr>
            <p:spPr>
              <a:xfrm>
                <a:off x="5246855" y="2672675"/>
                <a:ext cx="1076178" cy="835033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71438" dist="47625" dir="5400000" algn="bl" rotWithShape="0">
                  <a:schemeClr val="dk1">
                    <a:alpha val="18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38" name="Google Shape;1238;p69"/>
              <p:cNvGrpSpPr/>
              <p:nvPr/>
            </p:nvGrpSpPr>
            <p:grpSpPr>
              <a:xfrm>
                <a:off x="5999093" y="1884550"/>
                <a:ext cx="707500" cy="707475"/>
                <a:chOff x="5921438" y="1923500"/>
                <a:chExt cx="707500" cy="707475"/>
              </a:xfrm>
            </p:grpSpPr>
            <p:sp>
              <p:nvSpPr>
                <p:cNvPr id="1239" name="Google Shape;1239;p69"/>
                <p:cNvSpPr/>
                <p:nvPr/>
              </p:nvSpPr>
              <p:spPr>
                <a:xfrm>
                  <a:off x="5921438" y="1923500"/>
                  <a:ext cx="707500" cy="70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28575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69"/>
                <p:cNvSpPr/>
                <p:nvPr/>
              </p:nvSpPr>
              <p:spPr>
                <a:xfrm>
                  <a:off x="6070750" y="2199097"/>
                  <a:ext cx="404418" cy="244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76" h="11429" extrusionOk="0">
                      <a:moveTo>
                        <a:pt x="11976" y="0"/>
                      </a:moveTo>
                      <a:lnTo>
                        <a:pt x="8085" y="6262"/>
                      </a:lnTo>
                      <a:lnTo>
                        <a:pt x="5654" y="2249"/>
                      </a:lnTo>
                      <a:lnTo>
                        <a:pt x="0" y="11429"/>
                      </a:lnTo>
                      <a:lnTo>
                        <a:pt x="18876" y="11429"/>
                      </a:lnTo>
                      <a:lnTo>
                        <a:pt x="1197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69"/>
                <p:cNvSpPr/>
                <p:nvPr/>
              </p:nvSpPr>
              <p:spPr>
                <a:xfrm>
                  <a:off x="6146294" y="2120938"/>
                  <a:ext cx="89878" cy="89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5" h="4196" extrusionOk="0">
                      <a:moveTo>
                        <a:pt x="2097" y="1"/>
                      </a:moveTo>
                      <a:cubicBezTo>
                        <a:pt x="942" y="1"/>
                        <a:pt x="0" y="943"/>
                        <a:pt x="0" y="2098"/>
                      </a:cubicBezTo>
                      <a:cubicBezTo>
                        <a:pt x="0" y="3223"/>
                        <a:pt x="942" y="4195"/>
                        <a:pt x="2097" y="4195"/>
                      </a:cubicBezTo>
                      <a:cubicBezTo>
                        <a:pt x="3222" y="4195"/>
                        <a:pt x="4195" y="3223"/>
                        <a:pt x="4195" y="2098"/>
                      </a:cubicBezTo>
                      <a:cubicBezTo>
                        <a:pt x="4195" y="943"/>
                        <a:pt x="3222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  <a:reflection stA="10000" endPos="24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42" name="Google Shape;1242;p69"/>
              <p:cNvSpPr/>
              <p:nvPr/>
            </p:nvSpPr>
            <p:spPr>
              <a:xfrm>
                <a:off x="7230732" y="2571057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E5D7FF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43" name="Google Shape;1243;p69"/>
              <p:cNvGrpSpPr/>
              <p:nvPr/>
            </p:nvGrpSpPr>
            <p:grpSpPr>
              <a:xfrm>
                <a:off x="6917447" y="2127681"/>
                <a:ext cx="560809" cy="513696"/>
                <a:chOff x="2820743" y="2218101"/>
                <a:chExt cx="814064" cy="745676"/>
              </a:xfrm>
            </p:grpSpPr>
            <p:sp>
              <p:nvSpPr>
                <p:cNvPr id="1244" name="Google Shape;1244;p69"/>
                <p:cNvSpPr/>
                <p:nvPr/>
              </p:nvSpPr>
              <p:spPr>
                <a:xfrm>
                  <a:off x="3133976" y="2218101"/>
                  <a:ext cx="500831" cy="707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76" h="33041" extrusionOk="0">
                      <a:moveTo>
                        <a:pt x="16263" y="0"/>
                      </a:moveTo>
                      <a:lnTo>
                        <a:pt x="1" y="16475"/>
                      </a:lnTo>
                      <a:lnTo>
                        <a:pt x="16779" y="33040"/>
                      </a:lnTo>
                      <a:cubicBezTo>
                        <a:pt x="20852" y="28815"/>
                        <a:pt x="23375" y="23101"/>
                        <a:pt x="23375" y="16779"/>
                      </a:cubicBezTo>
                      <a:cubicBezTo>
                        <a:pt x="23375" y="10213"/>
                        <a:pt x="20640" y="4256"/>
                        <a:pt x="162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69"/>
                <p:cNvSpPr/>
                <p:nvPr/>
              </p:nvSpPr>
              <p:spPr>
                <a:xfrm>
                  <a:off x="3133976" y="2263030"/>
                  <a:ext cx="217528" cy="308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3" h="14378" extrusionOk="0">
                      <a:moveTo>
                        <a:pt x="1" y="1"/>
                      </a:moveTo>
                      <a:lnTo>
                        <a:pt x="1" y="14378"/>
                      </a:lnTo>
                      <a:lnTo>
                        <a:pt x="10153" y="4134"/>
                      </a:lnTo>
                      <a:cubicBezTo>
                        <a:pt x="7539" y="1551"/>
                        <a:pt x="3952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  <a:reflection stA="10000" endPos="24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69"/>
                <p:cNvSpPr/>
                <p:nvPr/>
              </p:nvSpPr>
              <p:spPr>
                <a:xfrm>
                  <a:off x="3133976" y="2571057"/>
                  <a:ext cx="278761" cy="39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11" h="18330" extrusionOk="0">
                      <a:moveTo>
                        <a:pt x="1" y="1"/>
                      </a:moveTo>
                      <a:lnTo>
                        <a:pt x="1" y="18329"/>
                      </a:lnTo>
                      <a:cubicBezTo>
                        <a:pt x="5107" y="18329"/>
                        <a:pt x="9697" y="16232"/>
                        <a:pt x="13010" y="12828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859F7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69"/>
                <p:cNvSpPr/>
                <p:nvPr/>
              </p:nvSpPr>
              <p:spPr>
                <a:xfrm>
                  <a:off x="2820743" y="2351601"/>
                  <a:ext cx="311969" cy="440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1" h="20579" extrusionOk="0">
                      <a:moveTo>
                        <a:pt x="4438" y="0"/>
                      </a:moveTo>
                      <a:cubicBezTo>
                        <a:pt x="1703" y="2645"/>
                        <a:pt x="1" y="6353"/>
                        <a:pt x="1" y="10456"/>
                      </a:cubicBezTo>
                      <a:cubicBezTo>
                        <a:pt x="1" y="14408"/>
                        <a:pt x="1551" y="17964"/>
                        <a:pt x="4104" y="20578"/>
                      </a:cubicBezTo>
                      <a:lnTo>
                        <a:pt x="14560" y="10244"/>
                      </a:lnTo>
                      <a:lnTo>
                        <a:pt x="44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69"/>
                <p:cNvSpPr/>
                <p:nvPr/>
              </p:nvSpPr>
              <p:spPr>
                <a:xfrm>
                  <a:off x="2917134" y="2263030"/>
                  <a:ext cx="216864" cy="308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2" h="14378" extrusionOk="0">
                      <a:moveTo>
                        <a:pt x="10122" y="1"/>
                      </a:moveTo>
                      <a:cubicBezTo>
                        <a:pt x="6170" y="1"/>
                        <a:pt x="2614" y="1551"/>
                        <a:pt x="0" y="4104"/>
                      </a:cubicBezTo>
                      <a:lnTo>
                        <a:pt x="10122" y="14378"/>
                      </a:lnTo>
                      <a:lnTo>
                        <a:pt x="1012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69"/>
                <p:cNvSpPr/>
                <p:nvPr/>
              </p:nvSpPr>
              <p:spPr>
                <a:xfrm>
                  <a:off x="2910621" y="2571057"/>
                  <a:ext cx="223377" cy="317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6" h="14804" extrusionOk="0">
                      <a:moveTo>
                        <a:pt x="10426" y="1"/>
                      </a:moveTo>
                      <a:lnTo>
                        <a:pt x="0" y="10335"/>
                      </a:lnTo>
                      <a:cubicBezTo>
                        <a:pt x="2645" y="13071"/>
                        <a:pt x="6322" y="14803"/>
                        <a:pt x="10426" y="14803"/>
                      </a:cubicBezTo>
                      <a:lnTo>
                        <a:pt x="1042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0" name="Google Shape;1250;p69"/>
              <p:cNvGrpSpPr/>
              <p:nvPr/>
            </p:nvGrpSpPr>
            <p:grpSpPr>
              <a:xfrm>
                <a:off x="6693855" y="1446700"/>
                <a:ext cx="1718949" cy="389816"/>
                <a:chOff x="6153850" y="1669725"/>
                <a:chExt cx="1718949" cy="389816"/>
              </a:xfrm>
            </p:grpSpPr>
            <p:sp>
              <p:nvSpPr>
                <p:cNvPr id="1251" name="Google Shape;1251;p69"/>
                <p:cNvSpPr/>
                <p:nvPr/>
              </p:nvSpPr>
              <p:spPr>
                <a:xfrm>
                  <a:off x="6156586" y="1672448"/>
                  <a:ext cx="1714402" cy="373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045" h="30698" extrusionOk="0">
                      <a:moveTo>
                        <a:pt x="2924" y="0"/>
                      </a:moveTo>
                      <a:cubicBezTo>
                        <a:pt x="1386" y="0"/>
                        <a:pt x="0" y="1386"/>
                        <a:pt x="0" y="3093"/>
                      </a:cubicBezTo>
                      <a:lnTo>
                        <a:pt x="0" y="27603"/>
                      </a:lnTo>
                      <a:cubicBezTo>
                        <a:pt x="0" y="29311"/>
                        <a:pt x="1386" y="30697"/>
                        <a:pt x="3093" y="30697"/>
                      </a:cubicBezTo>
                      <a:lnTo>
                        <a:pt x="137951" y="30697"/>
                      </a:lnTo>
                      <a:cubicBezTo>
                        <a:pt x="139659" y="30697"/>
                        <a:pt x="141045" y="29311"/>
                        <a:pt x="141045" y="27603"/>
                      </a:cubicBezTo>
                      <a:lnTo>
                        <a:pt x="141045" y="3093"/>
                      </a:lnTo>
                      <a:cubicBezTo>
                        <a:pt x="141045" y="1386"/>
                        <a:pt x="139659" y="0"/>
                        <a:pt x="137782" y="0"/>
                      </a:cubicBezTo>
                      <a:close/>
                    </a:path>
                  </a:pathLst>
                </a:custGeom>
                <a:solidFill>
                  <a:srgbClr val="A97FFF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69"/>
                <p:cNvSpPr/>
                <p:nvPr/>
              </p:nvSpPr>
              <p:spPr>
                <a:xfrm>
                  <a:off x="6153850" y="1669725"/>
                  <a:ext cx="1718949" cy="389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37" h="30090" extrusionOk="0">
                      <a:moveTo>
                        <a:pt x="2789" y="0"/>
                      </a:moveTo>
                      <a:cubicBezTo>
                        <a:pt x="1251" y="0"/>
                        <a:pt x="1" y="1251"/>
                        <a:pt x="1" y="2789"/>
                      </a:cubicBezTo>
                      <a:lnTo>
                        <a:pt x="1" y="27299"/>
                      </a:lnTo>
                      <a:cubicBezTo>
                        <a:pt x="1" y="28838"/>
                        <a:pt x="1251" y="30089"/>
                        <a:pt x="2789" y="30089"/>
                      </a:cubicBezTo>
                      <a:lnTo>
                        <a:pt x="137647" y="30089"/>
                      </a:lnTo>
                      <a:cubicBezTo>
                        <a:pt x="139186" y="30089"/>
                        <a:pt x="140437" y="28838"/>
                        <a:pt x="140437" y="27299"/>
                      </a:cubicBezTo>
                      <a:lnTo>
                        <a:pt x="140437" y="2789"/>
                      </a:lnTo>
                      <a:cubicBezTo>
                        <a:pt x="140437" y="1251"/>
                        <a:pt x="139186" y="0"/>
                        <a:pt x="1376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chemeClr val="lt2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42863" dist="47625" dir="5280000" algn="bl" rotWithShape="0">
                    <a:schemeClr val="dk1">
                      <a:alpha val="19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69"/>
                <p:cNvSpPr/>
                <p:nvPr/>
              </p:nvSpPr>
              <p:spPr>
                <a:xfrm>
                  <a:off x="6246166" y="1742495"/>
                  <a:ext cx="233011" cy="233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0" h="19170" extrusionOk="0">
                      <a:moveTo>
                        <a:pt x="9584" y="1"/>
                      </a:moveTo>
                      <a:cubicBezTo>
                        <a:pt x="4294" y="1"/>
                        <a:pt x="0" y="4294"/>
                        <a:pt x="0" y="9586"/>
                      </a:cubicBezTo>
                      <a:cubicBezTo>
                        <a:pt x="0" y="14876"/>
                        <a:pt x="4294" y="19170"/>
                        <a:pt x="9584" y="19170"/>
                      </a:cubicBezTo>
                      <a:cubicBezTo>
                        <a:pt x="14876" y="19170"/>
                        <a:pt x="19169" y="14876"/>
                        <a:pt x="19169" y="9586"/>
                      </a:cubicBezTo>
                      <a:cubicBezTo>
                        <a:pt x="19169" y="4294"/>
                        <a:pt x="14876" y="1"/>
                        <a:pt x="958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BF6F4"/>
                    </a:gs>
                    <a:gs pos="100000">
                      <a:srgbClr val="4EE0DB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69"/>
                <p:cNvSpPr/>
                <p:nvPr/>
              </p:nvSpPr>
              <p:spPr>
                <a:xfrm>
                  <a:off x="6579205" y="1795915"/>
                  <a:ext cx="674967" cy="3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30" h="3095" extrusionOk="0">
                      <a:moveTo>
                        <a:pt x="1556" y="1"/>
                      </a:moveTo>
                      <a:cubicBezTo>
                        <a:pt x="694" y="1"/>
                        <a:pt x="1" y="694"/>
                        <a:pt x="1" y="1540"/>
                      </a:cubicBezTo>
                      <a:cubicBezTo>
                        <a:pt x="1" y="2401"/>
                        <a:pt x="694" y="3095"/>
                        <a:pt x="1556" y="3095"/>
                      </a:cubicBezTo>
                      <a:lnTo>
                        <a:pt x="53975" y="3095"/>
                      </a:lnTo>
                      <a:cubicBezTo>
                        <a:pt x="54836" y="3095"/>
                        <a:pt x="55530" y="2401"/>
                        <a:pt x="55530" y="1540"/>
                      </a:cubicBezTo>
                      <a:cubicBezTo>
                        <a:pt x="55530" y="694"/>
                        <a:pt x="54836" y="1"/>
                        <a:pt x="5397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69"/>
                <p:cNvSpPr/>
                <p:nvPr/>
              </p:nvSpPr>
              <p:spPr>
                <a:xfrm>
                  <a:off x="7302010" y="1795915"/>
                  <a:ext cx="477315" cy="3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69" h="3095" extrusionOk="0">
                      <a:moveTo>
                        <a:pt x="1540" y="1"/>
                      </a:moveTo>
                      <a:cubicBezTo>
                        <a:pt x="695" y="1"/>
                        <a:pt x="1" y="694"/>
                        <a:pt x="1" y="1540"/>
                      </a:cubicBezTo>
                      <a:cubicBezTo>
                        <a:pt x="1" y="2401"/>
                        <a:pt x="695" y="3095"/>
                        <a:pt x="1540" y="3095"/>
                      </a:cubicBezTo>
                      <a:lnTo>
                        <a:pt x="37714" y="3095"/>
                      </a:lnTo>
                      <a:cubicBezTo>
                        <a:pt x="38575" y="3095"/>
                        <a:pt x="39269" y="2401"/>
                        <a:pt x="39269" y="1540"/>
                      </a:cubicBezTo>
                      <a:cubicBezTo>
                        <a:pt x="39269" y="694"/>
                        <a:pt x="38575" y="1"/>
                        <a:pt x="3771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69"/>
                <p:cNvSpPr/>
                <p:nvPr/>
              </p:nvSpPr>
              <p:spPr>
                <a:xfrm>
                  <a:off x="6579205" y="1890844"/>
                  <a:ext cx="265064" cy="3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07" h="3095" extrusionOk="0">
                      <a:moveTo>
                        <a:pt x="1556" y="0"/>
                      </a:moveTo>
                      <a:cubicBezTo>
                        <a:pt x="694" y="0"/>
                        <a:pt x="1" y="694"/>
                        <a:pt x="1" y="1539"/>
                      </a:cubicBezTo>
                      <a:cubicBezTo>
                        <a:pt x="1" y="2401"/>
                        <a:pt x="694" y="3094"/>
                        <a:pt x="1556" y="3094"/>
                      </a:cubicBezTo>
                      <a:lnTo>
                        <a:pt x="20269" y="3094"/>
                      </a:lnTo>
                      <a:cubicBezTo>
                        <a:pt x="21114" y="3094"/>
                        <a:pt x="21806" y="2401"/>
                        <a:pt x="21806" y="1539"/>
                      </a:cubicBezTo>
                      <a:cubicBezTo>
                        <a:pt x="21806" y="694"/>
                        <a:pt x="21114" y="0"/>
                        <a:pt x="202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7" name="Google Shape;1257;p69"/>
              <p:cNvGrpSpPr/>
              <p:nvPr/>
            </p:nvGrpSpPr>
            <p:grpSpPr>
              <a:xfrm>
                <a:off x="5293648" y="1384678"/>
                <a:ext cx="459836" cy="389787"/>
                <a:chOff x="5215992" y="1423628"/>
                <a:chExt cx="459836" cy="389787"/>
              </a:xfrm>
            </p:grpSpPr>
            <p:sp>
              <p:nvSpPr>
                <p:cNvPr id="1258" name="Google Shape;1258;p69"/>
                <p:cNvSpPr/>
                <p:nvPr/>
              </p:nvSpPr>
              <p:spPr>
                <a:xfrm>
                  <a:off x="5215992" y="1423628"/>
                  <a:ext cx="459836" cy="389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31" h="32068" extrusionOk="0">
                      <a:moveTo>
                        <a:pt x="4445" y="0"/>
                      </a:moveTo>
                      <a:cubicBezTo>
                        <a:pt x="1995" y="0"/>
                        <a:pt x="0" y="1995"/>
                        <a:pt x="0" y="4446"/>
                      </a:cubicBezTo>
                      <a:lnTo>
                        <a:pt x="0" y="23868"/>
                      </a:lnTo>
                      <a:cubicBezTo>
                        <a:pt x="0" y="26320"/>
                        <a:pt x="1995" y="28314"/>
                        <a:pt x="4445" y="28314"/>
                      </a:cubicBezTo>
                      <a:lnTo>
                        <a:pt x="15162" y="28314"/>
                      </a:lnTo>
                      <a:lnTo>
                        <a:pt x="18915" y="32067"/>
                      </a:lnTo>
                      <a:lnTo>
                        <a:pt x="22667" y="28314"/>
                      </a:lnTo>
                      <a:lnTo>
                        <a:pt x="33384" y="28314"/>
                      </a:lnTo>
                      <a:cubicBezTo>
                        <a:pt x="35836" y="28314"/>
                        <a:pt x="37831" y="26320"/>
                        <a:pt x="37831" y="23868"/>
                      </a:cubicBezTo>
                      <a:lnTo>
                        <a:pt x="37831" y="4446"/>
                      </a:lnTo>
                      <a:cubicBezTo>
                        <a:pt x="37831" y="1995"/>
                        <a:pt x="35836" y="0"/>
                        <a:pt x="333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C809B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69"/>
                <p:cNvSpPr/>
                <p:nvPr/>
              </p:nvSpPr>
              <p:spPr>
                <a:xfrm>
                  <a:off x="5360634" y="1526348"/>
                  <a:ext cx="170547" cy="1387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1" h="11412" extrusionOk="0">
                      <a:moveTo>
                        <a:pt x="3685" y="1"/>
                      </a:moveTo>
                      <a:cubicBezTo>
                        <a:pt x="1657" y="1"/>
                        <a:pt x="0" y="1641"/>
                        <a:pt x="0" y="3686"/>
                      </a:cubicBezTo>
                      <a:cubicBezTo>
                        <a:pt x="0" y="4565"/>
                        <a:pt x="0" y="6881"/>
                        <a:pt x="5004" y="10109"/>
                      </a:cubicBezTo>
                      <a:lnTo>
                        <a:pt x="7015" y="11412"/>
                      </a:lnTo>
                      <a:lnTo>
                        <a:pt x="9027" y="10109"/>
                      </a:lnTo>
                      <a:cubicBezTo>
                        <a:pt x="14030" y="6881"/>
                        <a:pt x="14030" y="4565"/>
                        <a:pt x="14030" y="3686"/>
                      </a:cubicBezTo>
                      <a:cubicBezTo>
                        <a:pt x="14030" y="1641"/>
                        <a:pt x="12390" y="1"/>
                        <a:pt x="10345" y="1"/>
                      </a:cubicBezTo>
                      <a:cubicBezTo>
                        <a:pt x="8874" y="1"/>
                        <a:pt x="7623" y="846"/>
                        <a:pt x="7015" y="2081"/>
                      </a:cubicBezTo>
                      <a:cubicBezTo>
                        <a:pt x="6424" y="846"/>
                        <a:pt x="5155" y="1"/>
                        <a:pt x="368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25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0" name="Google Shape;1260;p69"/>
              <p:cNvGrpSpPr/>
              <p:nvPr/>
            </p:nvGrpSpPr>
            <p:grpSpPr>
              <a:xfrm>
                <a:off x="6134530" y="1282487"/>
                <a:ext cx="436632" cy="284986"/>
                <a:chOff x="4842900" y="2922987"/>
                <a:chExt cx="436632" cy="284986"/>
              </a:xfrm>
            </p:grpSpPr>
            <p:sp>
              <p:nvSpPr>
                <p:cNvPr id="1261" name="Google Shape;1261;p69"/>
                <p:cNvSpPr/>
                <p:nvPr/>
              </p:nvSpPr>
              <p:spPr>
                <a:xfrm>
                  <a:off x="4842900" y="2922987"/>
                  <a:ext cx="436632" cy="284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2" h="23446" extrusionOk="0">
                      <a:moveTo>
                        <a:pt x="3448" y="1"/>
                      </a:moveTo>
                      <a:cubicBezTo>
                        <a:pt x="1555" y="1"/>
                        <a:pt x="0" y="1538"/>
                        <a:pt x="0" y="3432"/>
                      </a:cubicBezTo>
                      <a:lnTo>
                        <a:pt x="0" y="15552"/>
                      </a:lnTo>
                      <a:cubicBezTo>
                        <a:pt x="0" y="17446"/>
                        <a:pt x="1555" y="18983"/>
                        <a:pt x="3448" y="18983"/>
                      </a:cubicBezTo>
                      <a:lnTo>
                        <a:pt x="24950" y="18983"/>
                      </a:lnTo>
                      <a:lnTo>
                        <a:pt x="29074" y="23446"/>
                      </a:lnTo>
                      <a:lnTo>
                        <a:pt x="29074" y="18983"/>
                      </a:lnTo>
                      <a:lnTo>
                        <a:pt x="32473" y="18983"/>
                      </a:lnTo>
                      <a:cubicBezTo>
                        <a:pt x="34382" y="18983"/>
                        <a:pt x="35921" y="17446"/>
                        <a:pt x="35921" y="15552"/>
                      </a:cubicBezTo>
                      <a:lnTo>
                        <a:pt x="35921" y="3432"/>
                      </a:lnTo>
                      <a:cubicBezTo>
                        <a:pt x="35921" y="1538"/>
                        <a:pt x="34382" y="1"/>
                        <a:pt x="324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1EEEB"/>
                    </a:gs>
                    <a:gs pos="100000">
                      <a:srgbClr val="3AE4DF"/>
                    </a:gs>
                  </a:gsLst>
                  <a:lin ang="8099331" scaled="0"/>
                </a:gra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2" name="Google Shape;1262;p69"/>
                <p:cNvSpPr/>
                <p:nvPr/>
              </p:nvSpPr>
              <p:spPr>
                <a:xfrm>
                  <a:off x="4917676" y="3006198"/>
                  <a:ext cx="287065" cy="60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7" h="5004" extrusionOk="0">
                      <a:moveTo>
                        <a:pt x="2503" y="0"/>
                      </a:moveTo>
                      <a:cubicBezTo>
                        <a:pt x="1117" y="0"/>
                        <a:pt x="1" y="1116"/>
                        <a:pt x="1" y="2502"/>
                      </a:cubicBezTo>
                      <a:cubicBezTo>
                        <a:pt x="1" y="3888"/>
                        <a:pt x="1117" y="5004"/>
                        <a:pt x="2503" y="5004"/>
                      </a:cubicBezTo>
                      <a:cubicBezTo>
                        <a:pt x="3873" y="5004"/>
                        <a:pt x="4988" y="3888"/>
                        <a:pt x="4988" y="2502"/>
                      </a:cubicBezTo>
                      <a:cubicBezTo>
                        <a:pt x="4988" y="1116"/>
                        <a:pt x="3873" y="0"/>
                        <a:pt x="2503" y="0"/>
                      </a:cubicBezTo>
                      <a:close/>
                      <a:moveTo>
                        <a:pt x="11817" y="0"/>
                      </a:moveTo>
                      <a:cubicBezTo>
                        <a:pt x="10431" y="0"/>
                        <a:pt x="9316" y="1116"/>
                        <a:pt x="9316" y="2502"/>
                      </a:cubicBezTo>
                      <a:cubicBezTo>
                        <a:pt x="9316" y="3888"/>
                        <a:pt x="10431" y="5004"/>
                        <a:pt x="11817" y="5004"/>
                      </a:cubicBezTo>
                      <a:cubicBezTo>
                        <a:pt x="13186" y="5004"/>
                        <a:pt x="14301" y="3888"/>
                        <a:pt x="14301" y="2502"/>
                      </a:cubicBezTo>
                      <a:cubicBezTo>
                        <a:pt x="14301" y="1116"/>
                        <a:pt x="13186" y="0"/>
                        <a:pt x="11817" y="0"/>
                      </a:cubicBezTo>
                      <a:close/>
                      <a:moveTo>
                        <a:pt x="21131" y="0"/>
                      </a:moveTo>
                      <a:cubicBezTo>
                        <a:pt x="19744" y="0"/>
                        <a:pt x="18629" y="1116"/>
                        <a:pt x="18629" y="2502"/>
                      </a:cubicBezTo>
                      <a:cubicBezTo>
                        <a:pt x="18629" y="3888"/>
                        <a:pt x="19744" y="5004"/>
                        <a:pt x="21131" y="5004"/>
                      </a:cubicBezTo>
                      <a:cubicBezTo>
                        <a:pt x="22500" y="5004"/>
                        <a:pt x="23616" y="3888"/>
                        <a:pt x="23616" y="2502"/>
                      </a:cubicBezTo>
                      <a:cubicBezTo>
                        <a:pt x="23616" y="1116"/>
                        <a:pt x="22500" y="0"/>
                        <a:pt x="2113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3" name="Google Shape;1263;p69"/>
              <p:cNvGrpSpPr/>
              <p:nvPr/>
            </p:nvGrpSpPr>
            <p:grpSpPr>
              <a:xfrm>
                <a:off x="6571165" y="3364761"/>
                <a:ext cx="767400" cy="767700"/>
                <a:chOff x="3375684" y="2512136"/>
                <a:chExt cx="767400" cy="767700"/>
              </a:xfrm>
            </p:grpSpPr>
            <p:sp>
              <p:nvSpPr>
                <p:cNvPr id="1264" name="Google Shape;1264;p69"/>
                <p:cNvSpPr/>
                <p:nvPr/>
              </p:nvSpPr>
              <p:spPr>
                <a:xfrm>
                  <a:off x="3375684" y="2512136"/>
                  <a:ext cx="767400" cy="767700"/>
                </a:xfrm>
                <a:prstGeom prst="ellipse">
                  <a:avLst/>
                </a:prstGeom>
                <a:gradFill>
                  <a:gsLst>
                    <a:gs pos="0">
                      <a:schemeClr val="lt1"/>
                    </a:gs>
                    <a:gs pos="100000">
                      <a:srgbClr val="66BEE9">
                        <a:alpha val="34509"/>
                      </a:srgb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157163" dist="85725" dir="5400000" algn="bl" rotWithShape="0">
                    <a:schemeClr val="dk1">
                      <a:alpha val="38000"/>
                    </a:scheme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65" name="Google Shape;1265;p69"/>
                <p:cNvGrpSpPr/>
                <p:nvPr/>
              </p:nvGrpSpPr>
              <p:grpSpPr>
                <a:xfrm>
                  <a:off x="3531930" y="2668504"/>
                  <a:ext cx="454894" cy="454955"/>
                  <a:chOff x="7325238" y="1448084"/>
                  <a:chExt cx="269999" cy="269987"/>
                </a:xfrm>
              </p:grpSpPr>
              <p:sp>
                <p:nvSpPr>
                  <p:cNvPr id="1266" name="Google Shape;1266;p69"/>
                  <p:cNvSpPr/>
                  <p:nvPr/>
                </p:nvSpPr>
                <p:spPr>
                  <a:xfrm>
                    <a:off x="7325238" y="1448084"/>
                    <a:ext cx="269999" cy="2699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13" h="22212" extrusionOk="0">
                        <a:moveTo>
                          <a:pt x="11106" y="0"/>
                        </a:moveTo>
                        <a:cubicBezTo>
                          <a:pt x="4987" y="0"/>
                          <a:pt x="1" y="4986"/>
                          <a:pt x="1" y="11105"/>
                        </a:cubicBezTo>
                        <a:cubicBezTo>
                          <a:pt x="1" y="17242"/>
                          <a:pt x="4987" y="22212"/>
                          <a:pt x="11106" y="22212"/>
                        </a:cubicBezTo>
                        <a:cubicBezTo>
                          <a:pt x="17225" y="22212"/>
                          <a:pt x="22212" y="17242"/>
                          <a:pt x="22212" y="11105"/>
                        </a:cubicBezTo>
                        <a:cubicBezTo>
                          <a:pt x="22212" y="4986"/>
                          <a:pt x="17225" y="0"/>
                          <a:pt x="1110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5352EE">
                        <a:alpha val="18000"/>
                      </a:srgbClr>
                    </a:outerShdw>
                    <a:reflection stA="6000" endPos="26000" dist="76200" dir="5400000" fadeDir="5400012" sy="-100000" algn="bl" rotWithShape="0"/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7" name="Google Shape;1267;p69"/>
                  <p:cNvSpPr/>
                  <p:nvPr/>
                </p:nvSpPr>
                <p:spPr>
                  <a:xfrm>
                    <a:off x="7412764" y="1486894"/>
                    <a:ext cx="97191" cy="9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96" h="7914" extrusionOk="0">
                        <a:moveTo>
                          <a:pt x="4011" y="1"/>
                        </a:moveTo>
                        <a:cubicBezTo>
                          <a:pt x="1859" y="1"/>
                          <a:pt x="84" y="1730"/>
                          <a:pt x="51" y="3889"/>
                        </a:cubicBezTo>
                        <a:cubicBezTo>
                          <a:pt x="1" y="6070"/>
                          <a:pt x="1741" y="7879"/>
                          <a:pt x="3922" y="7912"/>
                        </a:cubicBezTo>
                        <a:cubicBezTo>
                          <a:pt x="3954" y="7913"/>
                          <a:pt x="3986" y="7913"/>
                          <a:pt x="4017" y="7913"/>
                        </a:cubicBezTo>
                        <a:cubicBezTo>
                          <a:pt x="6171" y="7913"/>
                          <a:pt x="7912" y="6191"/>
                          <a:pt x="7962" y="4042"/>
                        </a:cubicBezTo>
                        <a:cubicBezTo>
                          <a:pt x="7995" y="1861"/>
                          <a:pt x="6255" y="53"/>
                          <a:pt x="4074" y="1"/>
                        </a:cubicBezTo>
                        <a:cubicBezTo>
                          <a:pt x="4053" y="1"/>
                          <a:pt x="4032" y="1"/>
                          <a:pt x="401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5352EE">
                        <a:alpha val="18000"/>
                      </a:srgbClr>
                    </a:outerShdw>
                    <a:reflection stA="6000" endPos="26000" dist="76200" dir="5400000" fadeDir="5400012" sy="-100000" algn="bl" rotWithShape="0"/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8" name="Google Shape;1268;p69"/>
                  <p:cNvSpPr/>
                  <p:nvPr/>
                </p:nvSpPr>
                <p:spPr>
                  <a:xfrm>
                    <a:off x="7366528" y="1603992"/>
                    <a:ext cx="184732" cy="105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98" h="8694" extrusionOk="0">
                        <a:moveTo>
                          <a:pt x="7551" y="1"/>
                        </a:moveTo>
                        <a:cubicBezTo>
                          <a:pt x="4102" y="1"/>
                          <a:pt x="1150" y="2179"/>
                          <a:pt x="1" y="5243"/>
                        </a:cubicBezTo>
                        <a:cubicBezTo>
                          <a:pt x="1860" y="7305"/>
                          <a:pt x="4531" y="8641"/>
                          <a:pt x="7540" y="8691"/>
                        </a:cubicBezTo>
                        <a:cubicBezTo>
                          <a:pt x="7618" y="8693"/>
                          <a:pt x="7697" y="8694"/>
                          <a:pt x="7775" y="8694"/>
                        </a:cubicBezTo>
                        <a:cubicBezTo>
                          <a:pt x="10690" y="8694"/>
                          <a:pt x="13321" y="7473"/>
                          <a:pt x="15198" y="5531"/>
                        </a:cubicBezTo>
                        <a:cubicBezTo>
                          <a:pt x="14150" y="2369"/>
                          <a:pt x="11208" y="54"/>
                          <a:pt x="7709" y="3"/>
                        </a:cubicBezTo>
                        <a:cubicBezTo>
                          <a:pt x="7656" y="2"/>
                          <a:pt x="7603" y="1"/>
                          <a:pt x="755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5352EE">
                        <a:alpha val="18000"/>
                      </a:srgbClr>
                    </a:outerShdw>
                    <a:reflection stA="6000" endPos="26000" dist="76200" dir="5400000" fadeDir="5400012" sy="-100000" algn="bl" rotWithShape="0"/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69" name="Google Shape;1269;p69"/>
              <p:cNvGrpSpPr/>
              <p:nvPr/>
            </p:nvGrpSpPr>
            <p:grpSpPr>
              <a:xfrm>
                <a:off x="5236755" y="1884550"/>
                <a:ext cx="707500" cy="707475"/>
                <a:chOff x="5146250" y="3137125"/>
                <a:chExt cx="707500" cy="707475"/>
              </a:xfrm>
            </p:grpSpPr>
            <p:sp>
              <p:nvSpPr>
                <p:cNvPr id="1270" name="Google Shape;1270;p69"/>
                <p:cNvSpPr/>
                <p:nvPr/>
              </p:nvSpPr>
              <p:spPr>
                <a:xfrm>
                  <a:off x="5146250" y="3137125"/>
                  <a:ext cx="707500" cy="70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38100" dir="5400000" algn="bl" rotWithShape="0">
                    <a:schemeClr val="dk1">
                      <a:alpha val="2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69"/>
                <p:cNvSpPr/>
                <p:nvPr/>
              </p:nvSpPr>
              <p:spPr>
                <a:xfrm>
                  <a:off x="5241250" y="3704000"/>
                  <a:ext cx="297150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6" h="1916" extrusionOk="0">
                      <a:moveTo>
                        <a:pt x="10943" y="1915"/>
                      </a:moveTo>
                      <a:lnTo>
                        <a:pt x="943" y="1915"/>
                      </a:lnTo>
                      <a:cubicBezTo>
                        <a:pt x="426" y="1915"/>
                        <a:pt x="0" y="1490"/>
                        <a:pt x="0" y="942"/>
                      </a:cubicBezTo>
                      <a:lnTo>
                        <a:pt x="0" y="942"/>
                      </a:lnTo>
                      <a:cubicBezTo>
                        <a:pt x="0" y="426"/>
                        <a:pt x="426" y="0"/>
                        <a:pt x="943" y="0"/>
                      </a:cubicBezTo>
                      <a:lnTo>
                        <a:pt x="10943" y="0"/>
                      </a:lnTo>
                      <a:cubicBezTo>
                        <a:pt x="11459" y="0"/>
                        <a:pt x="11885" y="426"/>
                        <a:pt x="11885" y="942"/>
                      </a:cubicBezTo>
                      <a:lnTo>
                        <a:pt x="11885" y="942"/>
                      </a:lnTo>
                      <a:cubicBezTo>
                        <a:pt x="11885" y="1490"/>
                        <a:pt x="11459" y="1915"/>
                        <a:pt x="10943" y="1915"/>
                      </a:cubicBezTo>
                      <a:close/>
                    </a:path>
                  </a:pathLst>
                </a:custGeom>
                <a:solidFill>
                  <a:srgbClr val="DEDBF9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69"/>
                <p:cNvSpPr/>
                <p:nvPr/>
              </p:nvSpPr>
              <p:spPr>
                <a:xfrm>
                  <a:off x="5241250" y="3704000"/>
                  <a:ext cx="297150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6" h="1916" fill="none" extrusionOk="0">
                      <a:moveTo>
                        <a:pt x="10943" y="1915"/>
                      </a:moveTo>
                      <a:lnTo>
                        <a:pt x="943" y="1915"/>
                      </a:lnTo>
                      <a:cubicBezTo>
                        <a:pt x="426" y="1915"/>
                        <a:pt x="0" y="1490"/>
                        <a:pt x="0" y="942"/>
                      </a:cubicBezTo>
                      <a:lnTo>
                        <a:pt x="0" y="942"/>
                      </a:lnTo>
                      <a:cubicBezTo>
                        <a:pt x="0" y="426"/>
                        <a:pt x="426" y="0"/>
                        <a:pt x="943" y="0"/>
                      </a:cubicBezTo>
                      <a:lnTo>
                        <a:pt x="10943" y="0"/>
                      </a:lnTo>
                      <a:cubicBezTo>
                        <a:pt x="11459" y="0"/>
                        <a:pt x="11885" y="426"/>
                        <a:pt x="11885" y="942"/>
                      </a:cubicBezTo>
                      <a:lnTo>
                        <a:pt x="11885" y="942"/>
                      </a:lnTo>
                      <a:cubicBezTo>
                        <a:pt x="11885" y="1490"/>
                        <a:pt x="11459" y="1915"/>
                        <a:pt x="10943" y="1915"/>
                      </a:cubicBezTo>
                      <a:close/>
                    </a:path>
                  </a:pathLst>
                </a:custGeom>
                <a:noFill/>
                <a:ln w="9875" cap="flat" cmpd="sng">
                  <a:solidFill>
                    <a:srgbClr val="E0DDFB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69"/>
                <p:cNvSpPr/>
                <p:nvPr/>
              </p:nvSpPr>
              <p:spPr>
                <a:xfrm>
                  <a:off x="5582425" y="3704000"/>
                  <a:ext cx="176325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3" h="1916" extrusionOk="0">
                      <a:moveTo>
                        <a:pt x="6111" y="1915"/>
                      </a:moveTo>
                      <a:lnTo>
                        <a:pt x="943" y="1915"/>
                      </a:lnTo>
                      <a:cubicBezTo>
                        <a:pt x="396" y="1915"/>
                        <a:pt x="1" y="1490"/>
                        <a:pt x="1" y="942"/>
                      </a:cubicBezTo>
                      <a:lnTo>
                        <a:pt x="1" y="942"/>
                      </a:lnTo>
                      <a:cubicBezTo>
                        <a:pt x="1" y="426"/>
                        <a:pt x="396" y="0"/>
                        <a:pt x="943" y="0"/>
                      </a:cubicBezTo>
                      <a:lnTo>
                        <a:pt x="6111" y="0"/>
                      </a:lnTo>
                      <a:cubicBezTo>
                        <a:pt x="6627" y="0"/>
                        <a:pt x="7053" y="426"/>
                        <a:pt x="7053" y="942"/>
                      </a:cubicBezTo>
                      <a:lnTo>
                        <a:pt x="7053" y="942"/>
                      </a:lnTo>
                      <a:cubicBezTo>
                        <a:pt x="7053" y="1490"/>
                        <a:pt x="6627" y="1915"/>
                        <a:pt x="6111" y="1915"/>
                      </a:cubicBezTo>
                      <a:close/>
                    </a:path>
                  </a:pathLst>
                </a:custGeom>
                <a:solidFill>
                  <a:srgbClr val="DEDBF9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69"/>
                <p:cNvSpPr/>
                <p:nvPr/>
              </p:nvSpPr>
              <p:spPr>
                <a:xfrm>
                  <a:off x="5582425" y="3704000"/>
                  <a:ext cx="176325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3" h="1916" fill="none" extrusionOk="0">
                      <a:moveTo>
                        <a:pt x="6111" y="1915"/>
                      </a:moveTo>
                      <a:lnTo>
                        <a:pt x="943" y="1915"/>
                      </a:lnTo>
                      <a:cubicBezTo>
                        <a:pt x="396" y="1915"/>
                        <a:pt x="1" y="1490"/>
                        <a:pt x="1" y="942"/>
                      </a:cubicBezTo>
                      <a:lnTo>
                        <a:pt x="1" y="942"/>
                      </a:lnTo>
                      <a:cubicBezTo>
                        <a:pt x="1" y="426"/>
                        <a:pt x="396" y="0"/>
                        <a:pt x="943" y="0"/>
                      </a:cubicBezTo>
                      <a:lnTo>
                        <a:pt x="6111" y="0"/>
                      </a:lnTo>
                      <a:cubicBezTo>
                        <a:pt x="6627" y="0"/>
                        <a:pt x="7053" y="426"/>
                        <a:pt x="7053" y="942"/>
                      </a:cubicBezTo>
                      <a:lnTo>
                        <a:pt x="7053" y="942"/>
                      </a:lnTo>
                      <a:cubicBezTo>
                        <a:pt x="7053" y="1490"/>
                        <a:pt x="6627" y="1915"/>
                        <a:pt x="6111" y="1915"/>
                      </a:cubicBezTo>
                      <a:close/>
                    </a:path>
                  </a:pathLst>
                </a:custGeom>
                <a:noFill/>
                <a:ln w="9875" cap="flat" cmpd="sng">
                  <a:solidFill>
                    <a:srgbClr val="E0DDFB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69"/>
                <p:cNvSpPr/>
                <p:nvPr/>
              </p:nvSpPr>
              <p:spPr>
                <a:xfrm>
                  <a:off x="5241250" y="3232850"/>
                  <a:ext cx="5175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" h="11430" extrusionOk="0">
                      <a:moveTo>
                        <a:pt x="19180" y="11430"/>
                      </a:moveTo>
                      <a:lnTo>
                        <a:pt x="1520" y="11430"/>
                      </a:lnTo>
                      <a:cubicBezTo>
                        <a:pt x="669" y="11430"/>
                        <a:pt x="0" y="10761"/>
                        <a:pt x="0" y="9910"/>
                      </a:cubicBezTo>
                      <a:lnTo>
                        <a:pt x="0" y="1521"/>
                      </a:lnTo>
                      <a:cubicBezTo>
                        <a:pt x="0" y="670"/>
                        <a:pt x="669" y="1"/>
                        <a:pt x="1520" y="1"/>
                      </a:cubicBezTo>
                      <a:lnTo>
                        <a:pt x="19180" y="1"/>
                      </a:lnTo>
                      <a:cubicBezTo>
                        <a:pt x="20031" y="1"/>
                        <a:pt x="20700" y="670"/>
                        <a:pt x="20700" y="1521"/>
                      </a:cubicBezTo>
                      <a:lnTo>
                        <a:pt x="20700" y="9910"/>
                      </a:lnTo>
                      <a:cubicBezTo>
                        <a:pt x="20700" y="10761"/>
                        <a:pt x="20031" y="11430"/>
                        <a:pt x="19180" y="1143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69"/>
                <p:cNvSpPr/>
                <p:nvPr/>
              </p:nvSpPr>
              <p:spPr>
                <a:xfrm>
                  <a:off x="5241250" y="3232850"/>
                  <a:ext cx="5175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" h="11430" fill="none" extrusionOk="0">
                      <a:moveTo>
                        <a:pt x="19180" y="11430"/>
                      </a:moveTo>
                      <a:lnTo>
                        <a:pt x="1520" y="11430"/>
                      </a:lnTo>
                      <a:cubicBezTo>
                        <a:pt x="669" y="11430"/>
                        <a:pt x="0" y="10761"/>
                        <a:pt x="0" y="9910"/>
                      </a:cubicBezTo>
                      <a:lnTo>
                        <a:pt x="0" y="1521"/>
                      </a:lnTo>
                      <a:cubicBezTo>
                        <a:pt x="0" y="670"/>
                        <a:pt x="669" y="1"/>
                        <a:pt x="1520" y="1"/>
                      </a:cubicBezTo>
                      <a:lnTo>
                        <a:pt x="19180" y="1"/>
                      </a:lnTo>
                      <a:cubicBezTo>
                        <a:pt x="20031" y="1"/>
                        <a:pt x="20700" y="670"/>
                        <a:pt x="20700" y="1521"/>
                      </a:cubicBezTo>
                      <a:lnTo>
                        <a:pt x="20700" y="9910"/>
                      </a:lnTo>
                      <a:cubicBezTo>
                        <a:pt x="20700" y="10761"/>
                        <a:pt x="20031" y="11430"/>
                        <a:pt x="19180" y="11430"/>
                      </a:cubicBezTo>
                      <a:close/>
                    </a:path>
                  </a:pathLst>
                </a:custGeom>
                <a:noFill/>
                <a:ln w="9875" cap="flat" cmpd="sng">
                  <a:solidFill>
                    <a:schemeClr val="lt1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69"/>
                <p:cNvSpPr/>
                <p:nvPr/>
              </p:nvSpPr>
              <p:spPr>
                <a:xfrm>
                  <a:off x="5458575" y="3324050"/>
                  <a:ext cx="86650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074" extrusionOk="0">
                      <a:moveTo>
                        <a:pt x="3222" y="1703"/>
                      </a:moveTo>
                      <a:lnTo>
                        <a:pt x="578" y="152"/>
                      </a:lnTo>
                      <a:cubicBezTo>
                        <a:pt x="304" y="0"/>
                        <a:pt x="0" y="183"/>
                        <a:pt x="0" y="487"/>
                      </a:cubicBezTo>
                      <a:lnTo>
                        <a:pt x="0" y="3557"/>
                      </a:lnTo>
                      <a:cubicBezTo>
                        <a:pt x="0" y="3861"/>
                        <a:pt x="304" y="4073"/>
                        <a:pt x="578" y="3921"/>
                      </a:cubicBezTo>
                      <a:lnTo>
                        <a:pt x="3222" y="2341"/>
                      </a:lnTo>
                      <a:cubicBezTo>
                        <a:pt x="3466" y="2250"/>
                        <a:pt x="3466" y="1855"/>
                        <a:pt x="3222" y="170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69"/>
                <p:cNvSpPr/>
                <p:nvPr/>
              </p:nvSpPr>
              <p:spPr>
                <a:xfrm>
                  <a:off x="5257200" y="3608250"/>
                  <a:ext cx="4848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94" h="1" fill="none" extrusionOk="0">
                      <a:moveTo>
                        <a:pt x="1" y="0"/>
                      </a:moveTo>
                      <a:lnTo>
                        <a:pt x="19393" y="0"/>
                      </a:lnTo>
                    </a:path>
                  </a:pathLst>
                </a:custGeom>
                <a:noFill/>
                <a:ln w="19000" cap="rnd" cmpd="sng">
                  <a:solidFill>
                    <a:srgbClr val="DEDBF9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69"/>
                <p:cNvSpPr/>
                <p:nvPr/>
              </p:nvSpPr>
              <p:spPr>
                <a:xfrm>
                  <a:off x="5257200" y="3608250"/>
                  <a:ext cx="1527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" h="1" fill="none" extrusionOk="0">
                      <a:moveTo>
                        <a:pt x="1" y="0"/>
                      </a:moveTo>
                      <a:lnTo>
                        <a:pt x="6110" y="0"/>
                      </a:lnTo>
                    </a:path>
                  </a:pathLst>
                </a:custGeom>
                <a:noFill/>
                <a:ln w="19000" cap="rnd" cmpd="sng">
                  <a:solidFill>
                    <a:srgbClr val="D074B5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69"/>
                <p:cNvSpPr/>
                <p:nvPr/>
              </p:nvSpPr>
              <p:spPr>
                <a:xfrm>
                  <a:off x="5365100" y="3576325"/>
                  <a:ext cx="63100" cy="6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2524" extrusionOk="0">
                      <a:moveTo>
                        <a:pt x="2524" y="1277"/>
                      </a:moveTo>
                      <a:cubicBezTo>
                        <a:pt x="2524" y="1976"/>
                        <a:pt x="1977" y="2524"/>
                        <a:pt x="1277" y="2524"/>
                      </a:cubicBezTo>
                      <a:cubicBezTo>
                        <a:pt x="578" y="2524"/>
                        <a:pt x="1" y="1976"/>
                        <a:pt x="1" y="1277"/>
                      </a:cubicBezTo>
                      <a:cubicBezTo>
                        <a:pt x="1" y="578"/>
                        <a:pt x="578" y="1"/>
                        <a:pt x="1277" y="1"/>
                      </a:cubicBezTo>
                      <a:cubicBezTo>
                        <a:pt x="1977" y="1"/>
                        <a:pt x="2524" y="578"/>
                        <a:pt x="2524" y="1277"/>
                      </a:cubicBezTo>
                      <a:close/>
                    </a:path>
                  </a:pathLst>
                </a:custGeom>
                <a:solidFill>
                  <a:srgbClr val="DD81C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1" name="Google Shape;1281;p69"/>
              <p:cNvGrpSpPr/>
              <p:nvPr/>
            </p:nvGrpSpPr>
            <p:grpSpPr>
              <a:xfrm>
                <a:off x="5495867" y="2789445"/>
                <a:ext cx="622391" cy="623829"/>
                <a:chOff x="5096713" y="3964200"/>
                <a:chExt cx="324500" cy="325250"/>
              </a:xfrm>
            </p:grpSpPr>
            <p:sp>
              <p:nvSpPr>
                <p:cNvPr id="1282" name="Google Shape;1282;p69"/>
                <p:cNvSpPr/>
                <p:nvPr/>
              </p:nvSpPr>
              <p:spPr>
                <a:xfrm>
                  <a:off x="5096713" y="3964200"/>
                  <a:ext cx="3245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0" h="13010" extrusionOk="0">
                      <a:moveTo>
                        <a:pt x="6445" y="699"/>
                      </a:moveTo>
                      <a:cubicBezTo>
                        <a:pt x="9636" y="699"/>
                        <a:pt x="12250" y="3313"/>
                        <a:pt x="12250" y="6505"/>
                      </a:cubicBezTo>
                      <a:cubicBezTo>
                        <a:pt x="12250" y="9697"/>
                        <a:pt x="9667" y="12311"/>
                        <a:pt x="6445" y="12311"/>
                      </a:cubicBezTo>
                      <a:cubicBezTo>
                        <a:pt x="3253" y="12311"/>
                        <a:pt x="639" y="9727"/>
                        <a:pt x="639" y="6505"/>
                      </a:cubicBezTo>
                      <a:cubicBezTo>
                        <a:pt x="639" y="3313"/>
                        <a:pt x="3253" y="699"/>
                        <a:pt x="6445" y="699"/>
                      </a:cubicBezTo>
                      <a:close/>
                      <a:moveTo>
                        <a:pt x="6475" y="0"/>
                      </a:moveTo>
                      <a:cubicBezTo>
                        <a:pt x="2919" y="0"/>
                        <a:pt x="1" y="2949"/>
                        <a:pt x="1" y="6505"/>
                      </a:cubicBezTo>
                      <a:cubicBezTo>
                        <a:pt x="1" y="10092"/>
                        <a:pt x="2888" y="13010"/>
                        <a:pt x="6475" y="13010"/>
                      </a:cubicBezTo>
                      <a:cubicBezTo>
                        <a:pt x="10062" y="13010"/>
                        <a:pt x="12980" y="10092"/>
                        <a:pt x="12980" y="6505"/>
                      </a:cubicBezTo>
                      <a:cubicBezTo>
                        <a:pt x="12980" y="2949"/>
                        <a:pt x="10062" y="0"/>
                        <a:pt x="647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69"/>
                <p:cNvSpPr/>
                <p:nvPr/>
              </p:nvSpPr>
              <p:spPr>
                <a:xfrm>
                  <a:off x="5185638" y="3964200"/>
                  <a:ext cx="1444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13010" extrusionOk="0">
                      <a:moveTo>
                        <a:pt x="2888" y="699"/>
                      </a:moveTo>
                      <a:cubicBezTo>
                        <a:pt x="3952" y="699"/>
                        <a:pt x="5137" y="3101"/>
                        <a:pt x="5137" y="6505"/>
                      </a:cubicBezTo>
                      <a:cubicBezTo>
                        <a:pt x="5137" y="9940"/>
                        <a:pt x="3952" y="12311"/>
                        <a:pt x="2888" y="12311"/>
                      </a:cubicBezTo>
                      <a:cubicBezTo>
                        <a:pt x="1824" y="12311"/>
                        <a:pt x="638" y="9940"/>
                        <a:pt x="638" y="6505"/>
                      </a:cubicBezTo>
                      <a:cubicBezTo>
                        <a:pt x="638" y="3101"/>
                        <a:pt x="1824" y="699"/>
                        <a:pt x="2888" y="699"/>
                      </a:cubicBezTo>
                      <a:close/>
                      <a:moveTo>
                        <a:pt x="2888" y="0"/>
                      </a:moveTo>
                      <a:cubicBezTo>
                        <a:pt x="1307" y="0"/>
                        <a:pt x="0" y="2857"/>
                        <a:pt x="0" y="6505"/>
                      </a:cubicBezTo>
                      <a:cubicBezTo>
                        <a:pt x="0" y="10152"/>
                        <a:pt x="1307" y="13010"/>
                        <a:pt x="2888" y="13010"/>
                      </a:cubicBezTo>
                      <a:cubicBezTo>
                        <a:pt x="4499" y="13010"/>
                        <a:pt x="5775" y="10152"/>
                        <a:pt x="5775" y="6505"/>
                      </a:cubicBezTo>
                      <a:cubicBezTo>
                        <a:pt x="5775" y="2857"/>
                        <a:pt x="4529" y="0"/>
                        <a:pt x="28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69"/>
                <p:cNvSpPr/>
                <p:nvPr/>
              </p:nvSpPr>
              <p:spPr>
                <a:xfrm>
                  <a:off x="5104313" y="4119225"/>
                  <a:ext cx="30780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2" h="639" extrusionOk="0">
                      <a:moveTo>
                        <a:pt x="1" y="0"/>
                      </a:moveTo>
                      <a:lnTo>
                        <a:pt x="1" y="638"/>
                      </a:lnTo>
                      <a:lnTo>
                        <a:pt x="12311" y="638"/>
                      </a:lnTo>
                      <a:lnTo>
                        <a:pt x="123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69"/>
                <p:cNvSpPr/>
                <p:nvPr/>
              </p:nvSpPr>
              <p:spPr>
                <a:xfrm>
                  <a:off x="5136238" y="4023475"/>
                  <a:ext cx="243200" cy="4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33" extrusionOk="0">
                      <a:moveTo>
                        <a:pt x="456" y="0"/>
                      </a:moveTo>
                      <a:lnTo>
                        <a:pt x="0" y="456"/>
                      </a:lnTo>
                      <a:cubicBezTo>
                        <a:pt x="31" y="486"/>
                        <a:pt x="1307" y="1733"/>
                        <a:pt x="4864" y="1733"/>
                      </a:cubicBezTo>
                      <a:cubicBezTo>
                        <a:pt x="8420" y="1733"/>
                        <a:pt x="9697" y="486"/>
                        <a:pt x="9727" y="456"/>
                      </a:cubicBezTo>
                      <a:lnTo>
                        <a:pt x="9271" y="0"/>
                      </a:lnTo>
                      <a:cubicBezTo>
                        <a:pt x="9271" y="0"/>
                        <a:pt x="8147" y="1094"/>
                        <a:pt x="4864" y="1094"/>
                      </a:cubicBezTo>
                      <a:cubicBezTo>
                        <a:pt x="1581" y="1094"/>
                        <a:pt x="456" y="0"/>
                        <a:pt x="4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69"/>
                <p:cNvSpPr/>
                <p:nvPr/>
              </p:nvSpPr>
              <p:spPr>
                <a:xfrm>
                  <a:off x="5136238" y="4187600"/>
                  <a:ext cx="243200" cy="4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64" extrusionOk="0">
                      <a:moveTo>
                        <a:pt x="4864" y="1"/>
                      </a:moveTo>
                      <a:cubicBezTo>
                        <a:pt x="1277" y="1"/>
                        <a:pt x="31" y="1247"/>
                        <a:pt x="0" y="1308"/>
                      </a:cubicBezTo>
                      <a:lnTo>
                        <a:pt x="456" y="1764"/>
                      </a:lnTo>
                      <a:cubicBezTo>
                        <a:pt x="456" y="1764"/>
                        <a:pt x="1581" y="639"/>
                        <a:pt x="4864" y="639"/>
                      </a:cubicBezTo>
                      <a:cubicBezTo>
                        <a:pt x="8147" y="639"/>
                        <a:pt x="9271" y="1764"/>
                        <a:pt x="9271" y="1764"/>
                      </a:cubicBezTo>
                      <a:lnTo>
                        <a:pt x="9727" y="1308"/>
                      </a:lnTo>
                      <a:cubicBezTo>
                        <a:pt x="9697" y="1247"/>
                        <a:pt x="8450" y="1"/>
                        <a:pt x="486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87" name="Picture 2" descr="D:\Арсений\проекты\сайт\logo (1).png">
              <a:extLst>
                <a:ext uri="{FF2B5EF4-FFF2-40B4-BE49-F238E27FC236}">
                  <a16:creationId xmlns:a16="http://schemas.microsoft.com/office/drawing/2014/main" id="{41D729DC-C680-4B38-B5A9-1DF64175A1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8162" y="13636"/>
              <a:ext cx="1472978" cy="1325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8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8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85"/>
          <p:cNvSpPr txBox="1">
            <a:spLocks noGrp="1"/>
          </p:cNvSpPr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/>
              <a:t>Интернет</a:t>
            </a:r>
            <a:endParaRPr sz="3600" dirty="0"/>
          </a:p>
        </p:txBody>
      </p:sp>
      <p:sp>
        <p:nvSpPr>
          <p:cNvPr id="1846" name="Google Shape;1846;p85"/>
          <p:cNvSpPr txBox="1">
            <a:spLocks noGrp="1"/>
          </p:cNvSpPr>
          <p:nvPr>
            <p:ph type="subTitle" idx="1"/>
          </p:nvPr>
        </p:nvSpPr>
        <p:spPr>
          <a:xfrm>
            <a:off x="4574775" y="2424696"/>
            <a:ext cx="3935152" cy="16467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это место, где можно учиться, играть, смотреть видео и общаться.</a:t>
            </a:r>
            <a:br>
              <a:rPr lang="ru-RU" sz="2000" dirty="0"/>
            </a:br>
            <a:r>
              <a:rPr lang="ru-RU" sz="2000" dirty="0"/>
              <a:t>Но в интернете нужно быть осторожным.</a:t>
            </a:r>
            <a:endParaRPr sz="2000" dirty="0"/>
          </a:p>
        </p:txBody>
      </p:sp>
      <p:grpSp>
        <p:nvGrpSpPr>
          <p:cNvPr id="1847" name="Google Shape;1847;p85"/>
          <p:cNvGrpSpPr/>
          <p:nvPr/>
        </p:nvGrpSpPr>
        <p:grpSpPr>
          <a:xfrm>
            <a:off x="1331101" y="1409959"/>
            <a:ext cx="1555447" cy="3146214"/>
            <a:chOff x="1336274" y="1409981"/>
            <a:chExt cx="1578653" cy="3193153"/>
          </a:xfrm>
        </p:grpSpPr>
        <p:grpSp>
          <p:nvGrpSpPr>
            <p:cNvPr id="1848" name="Google Shape;1848;p85"/>
            <p:cNvGrpSpPr/>
            <p:nvPr/>
          </p:nvGrpSpPr>
          <p:grpSpPr>
            <a:xfrm>
              <a:off x="1336274" y="1409981"/>
              <a:ext cx="1578653" cy="3193153"/>
              <a:chOff x="2135600" y="1562875"/>
              <a:chExt cx="1268300" cy="2565400"/>
            </a:xfrm>
          </p:grpSpPr>
          <p:sp>
            <p:nvSpPr>
              <p:cNvPr id="1849" name="Google Shape;1849;p85"/>
              <p:cNvSpPr/>
              <p:nvPr/>
            </p:nvSpPr>
            <p:spPr>
              <a:xfrm>
                <a:off x="2135600" y="1562875"/>
                <a:ext cx="1268300" cy="2565400"/>
              </a:xfrm>
              <a:custGeom>
                <a:avLst/>
                <a:gdLst/>
                <a:ahLst/>
                <a:cxnLst/>
                <a:rect l="l" t="t" r="r" b="b"/>
                <a:pathLst>
                  <a:path w="50732" h="102616" extrusionOk="0">
                    <a:moveTo>
                      <a:pt x="5715" y="0"/>
                    </a:moveTo>
                    <a:cubicBezTo>
                      <a:pt x="2554" y="0"/>
                      <a:pt x="1" y="2554"/>
                      <a:pt x="1" y="5684"/>
                    </a:cubicBezTo>
                    <a:lnTo>
                      <a:pt x="1" y="96932"/>
                    </a:lnTo>
                    <a:cubicBezTo>
                      <a:pt x="1" y="100063"/>
                      <a:pt x="2554" y="102616"/>
                      <a:pt x="5715" y="102616"/>
                    </a:cubicBezTo>
                    <a:lnTo>
                      <a:pt x="45047" y="102616"/>
                    </a:lnTo>
                    <a:cubicBezTo>
                      <a:pt x="48178" y="102616"/>
                      <a:pt x="50731" y="100063"/>
                      <a:pt x="50731" y="96932"/>
                    </a:cubicBezTo>
                    <a:lnTo>
                      <a:pt x="50731" y="5684"/>
                    </a:lnTo>
                    <a:cubicBezTo>
                      <a:pt x="50731" y="2554"/>
                      <a:pt x="48178" y="0"/>
                      <a:pt x="450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85"/>
              <p:cNvSpPr/>
              <p:nvPr/>
            </p:nvSpPr>
            <p:spPr>
              <a:xfrm>
                <a:off x="2161450" y="2933725"/>
                <a:ext cx="1215850" cy="11596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384" extrusionOk="0">
                    <a:moveTo>
                      <a:pt x="0" y="0"/>
                    </a:moveTo>
                    <a:lnTo>
                      <a:pt x="0" y="41429"/>
                    </a:lnTo>
                    <a:cubicBezTo>
                      <a:pt x="0" y="44165"/>
                      <a:pt x="2219" y="46384"/>
                      <a:pt x="4955" y="46384"/>
                    </a:cubicBezTo>
                    <a:lnTo>
                      <a:pt x="43709" y="46384"/>
                    </a:lnTo>
                    <a:cubicBezTo>
                      <a:pt x="46415" y="46384"/>
                      <a:pt x="48634" y="44165"/>
                      <a:pt x="48634" y="41429"/>
                    </a:cubicBezTo>
                    <a:lnTo>
                      <a:pt x="48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85"/>
              <p:cNvSpPr/>
              <p:nvPr/>
            </p:nvSpPr>
            <p:spPr>
              <a:xfrm>
                <a:off x="2161450" y="1598600"/>
                <a:ext cx="1215850" cy="1801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7204" extrusionOk="0">
                    <a:moveTo>
                      <a:pt x="4955" y="0"/>
                    </a:moveTo>
                    <a:cubicBezTo>
                      <a:pt x="2219" y="0"/>
                      <a:pt x="0" y="2219"/>
                      <a:pt x="0" y="4954"/>
                    </a:cubicBezTo>
                    <a:lnTo>
                      <a:pt x="0" y="7204"/>
                    </a:lnTo>
                    <a:lnTo>
                      <a:pt x="48634" y="7204"/>
                    </a:lnTo>
                    <a:lnTo>
                      <a:pt x="48634" y="4954"/>
                    </a:lnTo>
                    <a:cubicBezTo>
                      <a:pt x="48634" y="2219"/>
                      <a:pt x="46415" y="0"/>
                      <a:pt x="43709" y="0"/>
                    </a:cubicBezTo>
                    <a:lnTo>
                      <a:pt x="26718" y="0"/>
                    </a:lnTo>
                    <a:cubicBezTo>
                      <a:pt x="25989" y="0"/>
                      <a:pt x="25381" y="456"/>
                      <a:pt x="25168" y="1125"/>
                    </a:cubicBezTo>
                    <a:cubicBezTo>
                      <a:pt x="25047" y="1459"/>
                      <a:pt x="24712" y="1702"/>
                      <a:pt x="24317" y="1702"/>
                    </a:cubicBezTo>
                    <a:cubicBezTo>
                      <a:pt x="23952" y="1702"/>
                      <a:pt x="23588" y="1489"/>
                      <a:pt x="23496" y="1125"/>
                    </a:cubicBezTo>
                    <a:cubicBezTo>
                      <a:pt x="23253" y="426"/>
                      <a:pt x="22615" y="0"/>
                      <a:pt x="219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85"/>
              <p:cNvSpPr/>
              <p:nvPr/>
            </p:nvSpPr>
            <p:spPr>
              <a:xfrm>
                <a:off x="2161450" y="1777150"/>
                <a:ext cx="1215850" cy="1155075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203" extrusionOk="0">
                    <a:moveTo>
                      <a:pt x="0" y="1"/>
                    </a:moveTo>
                    <a:lnTo>
                      <a:pt x="0" y="46202"/>
                    </a:lnTo>
                    <a:lnTo>
                      <a:pt x="48634" y="46202"/>
                    </a:lnTo>
                    <a:lnTo>
                      <a:pt x="48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85"/>
              <p:cNvSpPr/>
              <p:nvPr/>
            </p:nvSpPr>
            <p:spPr>
              <a:xfrm>
                <a:off x="2511750" y="2018800"/>
                <a:ext cx="515250" cy="5144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20579" extrusionOk="0">
                    <a:moveTo>
                      <a:pt x="10305" y="1"/>
                    </a:moveTo>
                    <a:cubicBezTo>
                      <a:pt x="4651" y="1"/>
                      <a:pt x="1" y="4621"/>
                      <a:pt x="1" y="10305"/>
                    </a:cubicBezTo>
                    <a:cubicBezTo>
                      <a:pt x="1" y="15958"/>
                      <a:pt x="4651" y="20579"/>
                      <a:pt x="10305" y="20579"/>
                    </a:cubicBezTo>
                    <a:cubicBezTo>
                      <a:pt x="16019" y="20579"/>
                      <a:pt x="20609" y="15958"/>
                      <a:pt x="20609" y="10305"/>
                    </a:cubicBezTo>
                    <a:cubicBezTo>
                      <a:pt x="20609" y="4621"/>
                      <a:pt x="15959" y="1"/>
                      <a:pt x="103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85"/>
              <p:cNvSpPr/>
              <p:nvPr/>
            </p:nvSpPr>
            <p:spPr>
              <a:xfrm>
                <a:off x="2668300" y="2092125"/>
                <a:ext cx="202925" cy="184425"/>
              </a:xfrm>
              <a:custGeom>
                <a:avLst/>
                <a:gdLst/>
                <a:ahLst/>
                <a:cxnLst/>
                <a:rect l="l" t="t" r="r" b="b"/>
                <a:pathLst>
                  <a:path w="8117" h="7377" extrusionOk="0">
                    <a:moveTo>
                      <a:pt x="4017" y="0"/>
                    </a:moveTo>
                    <a:cubicBezTo>
                      <a:pt x="2363" y="0"/>
                      <a:pt x="870" y="1135"/>
                      <a:pt x="456" y="2843"/>
                    </a:cubicBezTo>
                    <a:cubicBezTo>
                      <a:pt x="0" y="4819"/>
                      <a:pt x="1216" y="6794"/>
                      <a:pt x="3192" y="7281"/>
                    </a:cubicBezTo>
                    <a:cubicBezTo>
                      <a:pt x="3472" y="7345"/>
                      <a:pt x="3753" y="7376"/>
                      <a:pt x="4030" y="7376"/>
                    </a:cubicBezTo>
                    <a:cubicBezTo>
                      <a:pt x="5706" y="7376"/>
                      <a:pt x="7238" y="6241"/>
                      <a:pt x="7630" y="4545"/>
                    </a:cubicBezTo>
                    <a:cubicBezTo>
                      <a:pt x="8116" y="2539"/>
                      <a:pt x="6870" y="563"/>
                      <a:pt x="4894" y="107"/>
                    </a:cubicBezTo>
                    <a:cubicBezTo>
                      <a:pt x="4600" y="35"/>
                      <a:pt x="4306" y="0"/>
                      <a:pt x="4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85"/>
              <p:cNvSpPr/>
              <p:nvPr/>
            </p:nvSpPr>
            <p:spPr>
              <a:xfrm>
                <a:off x="2593075" y="2315175"/>
                <a:ext cx="353375" cy="202150"/>
              </a:xfrm>
              <a:custGeom>
                <a:avLst/>
                <a:gdLst/>
                <a:ahLst/>
                <a:cxnLst/>
                <a:rect l="l" t="t" r="r" b="b"/>
                <a:pathLst>
                  <a:path w="14135" h="8086" extrusionOk="0">
                    <a:moveTo>
                      <a:pt x="7052" y="0"/>
                    </a:moveTo>
                    <a:cubicBezTo>
                      <a:pt x="3800" y="0"/>
                      <a:pt x="1003" y="2097"/>
                      <a:pt x="0" y="5015"/>
                    </a:cubicBezTo>
                    <a:cubicBezTo>
                      <a:pt x="1763" y="6900"/>
                      <a:pt x="4286" y="8085"/>
                      <a:pt x="7052" y="8085"/>
                    </a:cubicBezTo>
                    <a:cubicBezTo>
                      <a:pt x="9818" y="8085"/>
                      <a:pt x="12341" y="6900"/>
                      <a:pt x="14134" y="5015"/>
                    </a:cubicBezTo>
                    <a:cubicBezTo>
                      <a:pt x="13101" y="2097"/>
                      <a:pt x="10335" y="0"/>
                      <a:pt x="7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85"/>
              <p:cNvSpPr/>
              <p:nvPr/>
            </p:nvSpPr>
            <p:spPr>
              <a:xfrm>
                <a:off x="2552800" y="2625950"/>
                <a:ext cx="40655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6262" h="1369" extrusionOk="0">
                    <a:moveTo>
                      <a:pt x="699" y="1"/>
                    </a:moveTo>
                    <a:cubicBezTo>
                      <a:pt x="304" y="1"/>
                      <a:pt x="0" y="305"/>
                      <a:pt x="0" y="670"/>
                    </a:cubicBezTo>
                    <a:cubicBezTo>
                      <a:pt x="0" y="1065"/>
                      <a:pt x="304" y="1369"/>
                      <a:pt x="699" y="1369"/>
                    </a:cubicBezTo>
                    <a:lnTo>
                      <a:pt x="15593" y="1369"/>
                    </a:lnTo>
                    <a:cubicBezTo>
                      <a:pt x="15958" y="1369"/>
                      <a:pt x="16262" y="1065"/>
                      <a:pt x="16262" y="670"/>
                    </a:cubicBezTo>
                    <a:cubicBezTo>
                      <a:pt x="16262" y="305"/>
                      <a:pt x="15958" y="1"/>
                      <a:pt x="155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85"/>
              <p:cNvSpPr/>
              <p:nvPr/>
            </p:nvSpPr>
            <p:spPr>
              <a:xfrm>
                <a:off x="2634850" y="2712575"/>
                <a:ext cx="24320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400" extrusionOk="0">
                    <a:moveTo>
                      <a:pt x="670" y="1"/>
                    </a:moveTo>
                    <a:cubicBezTo>
                      <a:pt x="305" y="1"/>
                      <a:pt x="1" y="335"/>
                      <a:pt x="1" y="700"/>
                    </a:cubicBezTo>
                    <a:cubicBezTo>
                      <a:pt x="1" y="1095"/>
                      <a:pt x="305" y="1399"/>
                      <a:pt x="670" y="1399"/>
                    </a:cubicBezTo>
                    <a:lnTo>
                      <a:pt x="9028" y="1399"/>
                    </a:lnTo>
                    <a:cubicBezTo>
                      <a:pt x="9424" y="1399"/>
                      <a:pt x="9728" y="1095"/>
                      <a:pt x="9728" y="700"/>
                    </a:cubicBezTo>
                    <a:cubicBezTo>
                      <a:pt x="9728" y="335"/>
                      <a:pt x="9424" y="1"/>
                      <a:pt x="9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58" name="Google Shape;1858;p85"/>
            <p:cNvSpPr/>
            <p:nvPr/>
          </p:nvSpPr>
          <p:spPr>
            <a:xfrm>
              <a:off x="1469112" y="3362515"/>
              <a:ext cx="1312800" cy="222300"/>
            </a:xfrm>
            <a:prstGeom prst="roundRect">
              <a:avLst>
                <a:gd name="adj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USERNAME</a:t>
              </a:r>
              <a:endParaRPr sz="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859" name="Google Shape;1859;p85"/>
            <p:cNvSpPr/>
            <p:nvPr/>
          </p:nvSpPr>
          <p:spPr>
            <a:xfrm>
              <a:off x="1469112" y="3682405"/>
              <a:ext cx="1312800" cy="222300"/>
            </a:xfrm>
            <a:prstGeom prst="roundRect">
              <a:avLst>
                <a:gd name="adj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PASSWORD</a:t>
              </a:r>
              <a:endParaRPr sz="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860" name="Google Shape;1860;p85"/>
            <p:cNvSpPr/>
            <p:nvPr/>
          </p:nvSpPr>
          <p:spPr>
            <a:xfrm>
              <a:off x="1469112" y="4050312"/>
              <a:ext cx="1312800" cy="222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LOGIN</a:t>
              </a:r>
              <a:endParaRPr sz="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grpSp>
        <p:nvGrpSpPr>
          <p:cNvPr id="1861" name="Google Shape;1861;p85"/>
          <p:cNvGrpSpPr/>
          <p:nvPr/>
        </p:nvGrpSpPr>
        <p:grpSpPr>
          <a:xfrm>
            <a:off x="985929" y="1613692"/>
            <a:ext cx="588878" cy="410243"/>
            <a:chOff x="7718626" y="1238667"/>
            <a:chExt cx="627000" cy="436800"/>
          </a:xfrm>
        </p:grpSpPr>
        <p:sp>
          <p:nvSpPr>
            <p:cNvPr id="1862" name="Google Shape;1862;p85"/>
            <p:cNvSpPr/>
            <p:nvPr/>
          </p:nvSpPr>
          <p:spPr>
            <a:xfrm>
              <a:off x="7718626" y="1238667"/>
              <a:ext cx="627000" cy="436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85"/>
            <p:cNvSpPr/>
            <p:nvPr/>
          </p:nvSpPr>
          <p:spPr>
            <a:xfrm>
              <a:off x="7973613" y="1296725"/>
              <a:ext cx="212025" cy="294850"/>
            </a:xfrm>
            <a:custGeom>
              <a:avLst/>
              <a:gdLst/>
              <a:ahLst/>
              <a:cxnLst/>
              <a:rect l="l" t="t" r="r" b="b"/>
              <a:pathLst>
                <a:path w="8481" h="11794" extrusionOk="0">
                  <a:moveTo>
                    <a:pt x="3496" y="0"/>
                  </a:moveTo>
                  <a:cubicBezTo>
                    <a:pt x="3161" y="0"/>
                    <a:pt x="2888" y="274"/>
                    <a:pt x="2888" y="608"/>
                  </a:cubicBezTo>
                  <a:lnTo>
                    <a:pt x="2888" y="1733"/>
                  </a:lnTo>
                  <a:lnTo>
                    <a:pt x="91" y="5411"/>
                  </a:lnTo>
                  <a:cubicBezTo>
                    <a:pt x="31" y="5471"/>
                    <a:pt x="0" y="5563"/>
                    <a:pt x="0" y="5623"/>
                  </a:cubicBezTo>
                  <a:lnTo>
                    <a:pt x="0" y="11399"/>
                  </a:lnTo>
                  <a:cubicBezTo>
                    <a:pt x="0" y="11642"/>
                    <a:pt x="152" y="11794"/>
                    <a:pt x="395" y="11794"/>
                  </a:cubicBezTo>
                  <a:lnTo>
                    <a:pt x="6870" y="11794"/>
                  </a:lnTo>
                  <a:cubicBezTo>
                    <a:pt x="7325" y="11794"/>
                    <a:pt x="7721" y="11399"/>
                    <a:pt x="7721" y="10943"/>
                  </a:cubicBezTo>
                  <a:cubicBezTo>
                    <a:pt x="7721" y="10487"/>
                    <a:pt x="7325" y="10122"/>
                    <a:pt x="6870" y="10122"/>
                  </a:cubicBezTo>
                  <a:lnTo>
                    <a:pt x="7173" y="10122"/>
                  </a:lnTo>
                  <a:cubicBezTo>
                    <a:pt x="7690" y="10122"/>
                    <a:pt x="8085" y="9696"/>
                    <a:pt x="8085" y="9210"/>
                  </a:cubicBezTo>
                  <a:cubicBezTo>
                    <a:pt x="8085" y="8724"/>
                    <a:pt x="7690" y="8298"/>
                    <a:pt x="7173" y="8298"/>
                  </a:cubicBezTo>
                  <a:lnTo>
                    <a:pt x="7325" y="8298"/>
                  </a:lnTo>
                  <a:cubicBezTo>
                    <a:pt x="7873" y="8298"/>
                    <a:pt x="8298" y="7873"/>
                    <a:pt x="8298" y="7356"/>
                  </a:cubicBezTo>
                  <a:cubicBezTo>
                    <a:pt x="8298" y="6809"/>
                    <a:pt x="7873" y="6383"/>
                    <a:pt x="7325" y="6383"/>
                  </a:cubicBezTo>
                  <a:lnTo>
                    <a:pt x="7477" y="6383"/>
                  </a:lnTo>
                  <a:cubicBezTo>
                    <a:pt x="7541" y="6397"/>
                    <a:pt x="7604" y="6403"/>
                    <a:pt x="7663" y="6403"/>
                  </a:cubicBezTo>
                  <a:cubicBezTo>
                    <a:pt x="8144" y="6403"/>
                    <a:pt x="8481" y="5992"/>
                    <a:pt x="8481" y="5532"/>
                  </a:cubicBezTo>
                  <a:cubicBezTo>
                    <a:pt x="8481" y="4985"/>
                    <a:pt x="8025" y="4529"/>
                    <a:pt x="7477" y="4529"/>
                  </a:cubicBezTo>
                  <a:lnTo>
                    <a:pt x="3982" y="4529"/>
                  </a:lnTo>
                  <a:cubicBezTo>
                    <a:pt x="4529" y="3739"/>
                    <a:pt x="4803" y="2797"/>
                    <a:pt x="4803" y="1794"/>
                  </a:cubicBezTo>
                  <a:lnTo>
                    <a:pt x="4803" y="1307"/>
                  </a:lnTo>
                  <a:cubicBezTo>
                    <a:pt x="4803" y="578"/>
                    <a:pt x="4225" y="0"/>
                    <a:pt x="349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85"/>
            <p:cNvSpPr/>
            <p:nvPr/>
          </p:nvSpPr>
          <p:spPr>
            <a:xfrm>
              <a:off x="7878613" y="1426650"/>
              <a:ext cx="80575" cy="190775"/>
            </a:xfrm>
            <a:custGeom>
              <a:avLst/>
              <a:gdLst/>
              <a:ahLst/>
              <a:cxnLst/>
              <a:rect l="l" t="t" r="r" b="b"/>
              <a:pathLst>
                <a:path w="3223" h="7631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lnTo>
                    <a:pt x="1" y="7113"/>
                  </a:lnTo>
                  <a:cubicBezTo>
                    <a:pt x="1" y="7387"/>
                    <a:pt x="244" y="7630"/>
                    <a:pt x="487" y="7630"/>
                  </a:cubicBezTo>
                  <a:lnTo>
                    <a:pt x="2706" y="7630"/>
                  </a:lnTo>
                  <a:cubicBezTo>
                    <a:pt x="3010" y="7630"/>
                    <a:pt x="3223" y="7387"/>
                    <a:pt x="3192" y="7113"/>
                  </a:cubicBezTo>
                  <a:lnTo>
                    <a:pt x="3192" y="518"/>
                  </a:lnTo>
                  <a:cubicBezTo>
                    <a:pt x="3192" y="244"/>
                    <a:pt x="2979" y="1"/>
                    <a:pt x="2706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85"/>
          <p:cNvGrpSpPr/>
          <p:nvPr/>
        </p:nvGrpSpPr>
        <p:grpSpPr>
          <a:xfrm>
            <a:off x="2612434" y="2353140"/>
            <a:ext cx="1010747" cy="784263"/>
            <a:chOff x="1150100" y="2672675"/>
            <a:chExt cx="1076178" cy="835033"/>
          </a:xfrm>
        </p:grpSpPr>
        <p:sp>
          <p:nvSpPr>
            <p:cNvPr id="1866" name="Google Shape;1866;p85"/>
            <p:cNvSpPr/>
            <p:nvPr/>
          </p:nvSpPr>
          <p:spPr>
            <a:xfrm>
              <a:off x="1150100" y="2672675"/>
              <a:ext cx="1076178" cy="835033"/>
            </a:xfrm>
            <a:custGeom>
              <a:avLst/>
              <a:gdLst/>
              <a:ahLst/>
              <a:cxnLst/>
              <a:rect l="l" t="t" r="r" b="b"/>
              <a:pathLst>
                <a:path w="28300" h="28299" extrusionOk="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71438" dist="47625" dir="5400000" algn="bl" rotWithShape="0">
                <a:schemeClr val="dk1">
                  <a:alpha val="18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7" name="Google Shape;1867;p85"/>
            <p:cNvGrpSpPr/>
            <p:nvPr/>
          </p:nvGrpSpPr>
          <p:grpSpPr>
            <a:xfrm>
              <a:off x="1399112" y="2789445"/>
              <a:ext cx="622391" cy="623829"/>
              <a:chOff x="5096713" y="3964200"/>
              <a:chExt cx="324500" cy="325250"/>
            </a:xfrm>
          </p:grpSpPr>
          <p:sp>
            <p:nvSpPr>
              <p:cNvPr id="1868" name="Google Shape;1868;p85"/>
              <p:cNvSpPr/>
              <p:nvPr/>
            </p:nvSpPr>
            <p:spPr>
              <a:xfrm>
                <a:off x="5096713" y="3964200"/>
                <a:ext cx="3245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12980" h="13010" extrusionOk="0">
                    <a:moveTo>
                      <a:pt x="6445" y="699"/>
                    </a:moveTo>
                    <a:cubicBezTo>
                      <a:pt x="9636" y="699"/>
                      <a:pt x="12250" y="3313"/>
                      <a:pt x="12250" y="6505"/>
                    </a:cubicBezTo>
                    <a:cubicBezTo>
                      <a:pt x="12250" y="9697"/>
                      <a:pt x="9667" y="12311"/>
                      <a:pt x="6445" y="12311"/>
                    </a:cubicBezTo>
                    <a:cubicBezTo>
                      <a:pt x="3253" y="12311"/>
                      <a:pt x="639" y="9727"/>
                      <a:pt x="639" y="6505"/>
                    </a:cubicBezTo>
                    <a:cubicBezTo>
                      <a:pt x="639" y="3313"/>
                      <a:pt x="3253" y="699"/>
                      <a:pt x="6445" y="699"/>
                    </a:cubicBezTo>
                    <a:close/>
                    <a:moveTo>
                      <a:pt x="6475" y="0"/>
                    </a:moveTo>
                    <a:cubicBezTo>
                      <a:pt x="2919" y="0"/>
                      <a:pt x="1" y="2949"/>
                      <a:pt x="1" y="6505"/>
                    </a:cubicBezTo>
                    <a:cubicBezTo>
                      <a:pt x="1" y="10092"/>
                      <a:pt x="2888" y="13010"/>
                      <a:pt x="6475" y="13010"/>
                    </a:cubicBezTo>
                    <a:cubicBezTo>
                      <a:pt x="10062" y="13010"/>
                      <a:pt x="12980" y="10092"/>
                      <a:pt x="12980" y="6505"/>
                    </a:cubicBezTo>
                    <a:cubicBezTo>
                      <a:pt x="12980" y="2949"/>
                      <a:pt x="10062" y="0"/>
                      <a:pt x="64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85"/>
              <p:cNvSpPr/>
              <p:nvPr/>
            </p:nvSpPr>
            <p:spPr>
              <a:xfrm>
                <a:off x="5185638" y="3964200"/>
                <a:ext cx="1444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3010" extrusionOk="0">
                    <a:moveTo>
                      <a:pt x="2888" y="699"/>
                    </a:moveTo>
                    <a:cubicBezTo>
                      <a:pt x="3952" y="699"/>
                      <a:pt x="5137" y="3101"/>
                      <a:pt x="5137" y="6505"/>
                    </a:cubicBezTo>
                    <a:cubicBezTo>
                      <a:pt x="5137" y="9940"/>
                      <a:pt x="3952" y="12311"/>
                      <a:pt x="2888" y="12311"/>
                    </a:cubicBezTo>
                    <a:cubicBezTo>
                      <a:pt x="1824" y="12311"/>
                      <a:pt x="638" y="9940"/>
                      <a:pt x="638" y="6505"/>
                    </a:cubicBezTo>
                    <a:cubicBezTo>
                      <a:pt x="638" y="3101"/>
                      <a:pt x="1824" y="699"/>
                      <a:pt x="2888" y="699"/>
                    </a:cubicBezTo>
                    <a:close/>
                    <a:moveTo>
                      <a:pt x="2888" y="0"/>
                    </a:moveTo>
                    <a:cubicBezTo>
                      <a:pt x="1307" y="0"/>
                      <a:pt x="0" y="2857"/>
                      <a:pt x="0" y="6505"/>
                    </a:cubicBezTo>
                    <a:cubicBezTo>
                      <a:pt x="0" y="10152"/>
                      <a:pt x="1307" y="13010"/>
                      <a:pt x="2888" y="13010"/>
                    </a:cubicBezTo>
                    <a:cubicBezTo>
                      <a:pt x="4499" y="13010"/>
                      <a:pt x="5775" y="10152"/>
                      <a:pt x="5775" y="6505"/>
                    </a:cubicBezTo>
                    <a:cubicBezTo>
                      <a:pt x="5775" y="2857"/>
                      <a:pt x="4529" y="0"/>
                      <a:pt x="28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85"/>
              <p:cNvSpPr/>
              <p:nvPr/>
            </p:nvSpPr>
            <p:spPr>
              <a:xfrm>
                <a:off x="5104313" y="4119225"/>
                <a:ext cx="30780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12312" h="639" extrusionOk="0">
                    <a:moveTo>
                      <a:pt x="1" y="0"/>
                    </a:moveTo>
                    <a:lnTo>
                      <a:pt x="1" y="638"/>
                    </a:lnTo>
                    <a:lnTo>
                      <a:pt x="12311" y="638"/>
                    </a:lnTo>
                    <a:lnTo>
                      <a:pt x="12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85"/>
              <p:cNvSpPr/>
              <p:nvPr/>
            </p:nvSpPr>
            <p:spPr>
              <a:xfrm>
                <a:off x="5136238" y="4023475"/>
                <a:ext cx="243200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33" extrusionOk="0">
                    <a:moveTo>
                      <a:pt x="456" y="0"/>
                    </a:moveTo>
                    <a:lnTo>
                      <a:pt x="0" y="456"/>
                    </a:lnTo>
                    <a:cubicBezTo>
                      <a:pt x="31" y="486"/>
                      <a:pt x="1307" y="1733"/>
                      <a:pt x="4864" y="1733"/>
                    </a:cubicBezTo>
                    <a:cubicBezTo>
                      <a:pt x="8420" y="1733"/>
                      <a:pt x="9697" y="486"/>
                      <a:pt x="9727" y="456"/>
                    </a:cubicBezTo>
                    <a:lnTo>
                      <a:pt x="9271" y="0"/>
                    </a:lnTo>
                    <a:cubicBezTo>
                      <a:pt x="9271" y="0"/>
                      <a:pt x="8147" y="1094"/>
                      <a:pt x="4864" y="1094"/>
                    </a:cubicBezTo>
                    <a:cubicBezTo>
                      <a:pt x="1581" y="1094"/>
                      <a:pt x="456" y="0"/>
                      <a:pt x="4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85"/>
              <p:cNvSpPr/>
              <p:nvPr/>
            </p:nvSpPr>
            <p:spPr>
              <a:xfrm>
                <a:off x="5136238" y="4187600"/>
                <a:ext cx="24320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64" extrusionOk="0">
                    <a:moveTo>
                      <a:pt x="4864" y="1"/>
                    </a:moveTo>
                    <a:cubicBezTo>
                      <a:pt x="1277" y="1"/>
                      <a:pt x="31" y="1247"/>
                      <a:pt x="0" y="1308"/>
                    </a:cubicBezTo>
                    <a:lnTo>
                      <a:pt x="456" y="1764"/>
                    </a:lnTo>
                    <a:cubicBezTo>
                      <a:pt x="456" y="1764"/>
                      <a:pt x="1581" y="639"/>
                      <a:pt x="4864" y="639"/>
                    </a:cubicBezTo>
                    <a:cubicBezTo>
                      <a:pt x="8147" y="639"/>
                      <a:pt x="9271" y="1764"/>
                      <a:pt x="9271" y="1764"/>
                    </a:cubicBezTo>
                    <a:lnTo>
                      <a:pt x="9727" y="1308"/>
                    </a:lnTo>
                    <a:cubicBezTo>
                      <a:pt x="9697" y="1247"/>
                      <a:pt x="8450" y="1"/>
                      <a:pt x="48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3" name="Google Shape;1873;p85"/>
          <p:cNvGrpSpPr/>
          <p:nvPr/>
        </p:nvGrpSpPr>
        <p:grpSpPr>
          <a:xfrm>
            <a:off x="3042546" y="3069061"/>
            <a:ext cx="712744" cy="301989"/>
            <a:chOff x="5021875" y="2898100"/>
            <a:chExt cx="622375" cy="263700"/>
          </a:xfrm>
        </p:grpSpPr>
        <p:sp>
          <p:nvSpPr>
            <p:cNvPr id="1874" name="Google Shape;1874;p85"/>
            <p:cNvSpPr/>
            <p:nvPr/>
          </p:nvSpPr>
          <p:spPr>
            <a:xfrm>
              <a:off x="5021875" y="2976375"/>
              <a:ext cx="622375" cy="185425"/>
            </a:xfrm>
            <a:custGeom>
              <a:avLst/>
              <a:gdLst/>
              <a:ahLst/>
              <a:cxnLst/>
              <a:rect l="l" t="t" r="r" b="b"/>
              <a:pathLst>
                <a:path w="24895" h="7417" extrusionOk="0">
                  <a:moveTo>
                    <a:pt x="0" y="0"/>
                  </a:moveTo>
                  <a:lnTo>
                    <a:pt x="0" y="5988"/>
                  </a:lnTo>
                  <a:cubicBezTo>
                    <a:pt x="0" y="6779"/>
                    <a:pt x="669" y="7417"/>
                    <a:pt x="1459" y="7417"/>
                  </a:cubicBezTo>
                  <a:lnTo>
                    <a:pt x="23466" y="7417"/>
                  </a:lnTo>
                  <a:cubicBezTo>
                    <a:pt x="24256" y="7417"/>
                    <a:pt x="24894" y="6748"/>
                    <a:pt x="24894" y="5988"/>
                  </a:cubicBezTo>
                  <a:lnTo>
                    <a:pt x="2489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85"/>
            <p:cNvSpPr/>
            <p:nvPr/>
          </p:nvSpPr>
          <p:spPr>
            <a:xfrm>
              <a:off x="5021875" y="2898100"/>
              <a:ext cx="622375" cy="77525"/>
            </a:xfrm>
            <a:custGeom>
              <a:avLst/>
              <a:gdLst/>
              <a:ahLst/>
              <a:cxnLst/>
              <a:rect l="l" t="t" r="r" b="b"/>
              <a:pathLst>
                <a:path w="24895" h="3101" extrusionOk="0">
                  <a:moveTo>
                    <a:pt x="1459" y="1"/>
                  </a:moveTo>
                  <a:cubicBezTo>
                    <a:pt x="669" y="1"/>
                    <a:pt x="0" y="639"/>
                    <a:pt x="0" y="1429"/>
                  </a:cubicBezTo>
                  <a:lnTo>
                    <a:pt x="0" y="3101"/>
                  </a:lnTo>
                  <a:lnTo>
                    <a:pt x="24894" y="3101"/>
                  </a:lnTo>
                  <a:lnTo>
                    <a:pt x="24894" y="1429"/>
                  </a:lnTo>
                  <a:cubicBezTo>
                    <a:pt x="24894" y="639"/>
                    <a:pt x="24256" y="1"/>
                    <a:pt x="2346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85"/>
            <p:cNvSpPr/>
            <p:nvPr/>
          </p:nvSpPr>
          <p:spPr>
            <a:xfrm>
              <a:off x="5069750" y="29224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28575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85"/>
            <p:cNvSpPr/>
            <p:nvPr/>
          </p:nvSpPr>
          <p:spPr>
            <a:xfrm>
              <a:off x="5122925" y="29224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3"/>
                    <a:pt x="1" y="487"/>
                  </a:cubicBezTo>
                  <a:cubicBezTo>
                    <a:pt x="1" y="760"/>
                    <a:pt x="214" y="1003"/>
                    <a:pt x="487" y="1003"/>
                  </a:cubicBezTo>
                  <a:cubicBezTo>
                    <a:pt x="761" y="1003"/>
                    <a:pt x="974" y="760"/>
                    <a:pt x="974" y="487"/>
                  </a:cubicBezTo>
                  <a:cubicBezTo>
                    <a:pt x="974" y="243"/>
                    <a:pt x="791" y="0"/>
                    <a:pt x="487" y="0"/>
                  </a:cubicBezTo>
                  <a:close/>
                </a:path>
              </a:pathLst>
            </a:custGeom>
            <a:solidFill>
              <a:srgbClr val="F5D79B"/>
            </a:solidFill>
            <a:ln>
              <a:noFill/>
            </a:ln>
            <a:effectLst>
              <a:outerShdw blurRad="57150" dist="28575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85"/>
            <p:cNvSpPr/>
            <p:nvPr/>
          </p:nvSpPr>
          <p:spPr>
            <a:xfrm>
              <a:off x="5176875" y="29224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3"/>
                    <a:pt x="1" y="487"/>
                  </a:cubicBezTo>
                  <a:cubicBezTo>
                    <a:pt x="1" y="760"/>
                    <a:pt x="214" y="1003"/>
                    <a:pt x="487" y="1003"/>
                  </a:cubicBezTo>
                  <a:cubicBezTo>
                    <a:pt x="761" y="1003"/>
                    <a:pt x="974" y="760"/>
                    <a:pt x="974" y="487"/>
                  </a:cubicBezTo>
                  <a:cubicBezTo>
                    <a:pt x="974" y="243"/>
                    <a:pt x="761" y="0"/>
                    <a:pt x="487" y="0"/>
                  </a:cubicBezTo>
                  <a:close/>
                </a:path>
              </a:pathLst>
            </a:custGeom>
            <a:solidFill>
              <a:srgbClr val="6AEBE7"/>
            </a:solidFill>
            <a:ln>
              <a:noFill/>
            </a:ln>
            <a:effectLst>
              <a:outerShdw blurRad="57150" dist="28575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85"/>
            <p:cNvSpPr/>
            <p:nvPr/>
          </p:nvSpPr>
          <p:spPr>
            <a:xfrm>
              <a:off x="5088750" y="3020450"/>
              <a:ext cx="95000" cy="95000"/>
            </a:xfrm>
            <a:custGeom>
              <a:avLst/>
              <a:gdLst/>
              <a:ahLst/>
              <a:cxnLst/>
              <a:rect l="l" t="t" r="r" b="b"/>
              <a:pathLst>
                <a:path w="3800" h="3800" extrusionOk="0">
                  <a:moveTo>
                    <a:pt x="1885" y="0"/>
                  </a:moveTo>
                  <a:cubicBezTo>
                    <a:pt x="821" y="0"/>
                    <a:pt x="0" y="821"/>
                    <a:pt x="0" y="1885"/>
                  </a:cubicBezTo>
                  <a:cubicBezTo>
                    <a:pt x="0" y="2949"/>
                    <a:pt x="821" y="3800"/>
                    <a:pt x="1885" y="3800"/>
                  </a:cubicBezTo>
                  <a:cubicBezTo>
                    <a:pt x="2948" y="3800"/>
                    <a:pt x="3800" y="2949"/>
                    <a:pt x="3800" y="1885"/>
                  </a:cubicBezTo>
                  <a:cubicBezTo>
                    <a:pt x="3800" y="821"/>
                    <a:pt x="2918" y="0"/>
                    <a:pt x="18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85"/>
            <p:cNvSpPr/>
            <p:nvPr/>
          </p:nvSpPr>
          <p:spPr>
            <a:xfrm>
              <a:off x="5225525" y="3031850"/>
              <a:ext cx="335125" cy="22825"/>
            </a:xfrm>
            <a:custGeom>
              <a:avLst/>
              <a:gdLst/>
              <a:ahLst/>
              <a:cxnLst/>
              <a:rect l="l" t="t" r="r" b="b"/>
              <a:pathLst>
                <a:path w="13405" h="913" extrusionOk="0">
                  <a:moveTo>
                    <a:pt x="426" y="0"/>
                  </a:moveTo>
                  <a:cubicBezTo>
                    <a:pt x="183" y="0"/>
                    <a:pt x="0" y="183"/>
                    <a:pt x="0" y="426"/>
                  </a:cubicBezTo>
                  <a:lnTo>
                    <a:pt x="0" y="487"/>
                  </a:lnTo>
                  <a:cubicBezTo>
                    <a:pt x="0" y="730"/>
                    <a:pt x="183" y="912"/>
                    <a:pt x="426" y="912"/>
                  </a:cubicBezTo>
                  <a:lnTo>
                    <a:pt x="12979" y="912"/>
                  </a:lnTo>
                  <a:cubicBezTo>
                    <a:pt x="13222" y="912"/>
                    <a:pt x="13405" y="730"/>
                    <a:pt x="13405" y="487"/>
                  </a:cubicBezTo>
                  <a:lnTo>
                    <a:pt x="13405" y="426"/>
                  </a:lnTo>
                  <a:cubicBezTo>
                    <a:pt x="13405" y="183"/>
                    <a:pt x="13222" y="0"/>
                    <a:pt x="129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85"/>
            <p:cNvSpPr/>
            <p:nvPr/>
          </p:nvSpPr>
          <p:spPr>
            <a:xfrm>
              <a:off x="5225525" y="3086550"/>
              <a:ext cx="186950" cy="22825"/>
            </a:xfrm>
            <a:custGeom>
              <a:avLst/>
              <a:gdLst/>
              <a:ahLst/>
              <a:cxnLst/>
              <a:rect l="l" t="t" r="r" b="b"/>
              <a:pathLst>
                <a:path w="7478" h="913" extrusionOk="0">
                  <a:moveTo>
                    <a:pt x="426" y="1"/>
                  </a:moveTo>
                  <a:cubicBezTo>
                    <a:pt x="183" y="1"/>
                    <a:pt x="0" y="183"/>
                    <a:pt x="0" y="426"/>
                  </a:cubicBezTo>
                  <a:lnTo>
                    <a:pt x="0" y="517"/>
                  </a:lnTo>
                  <a:cubicBezTo>
                    <a:pt x="0" y="730"/>
                    <a:pt x="183" y="913"/>
                    <a:pt x="426" y="913"/>
                  </a:cubicBezTo>
                  <a:lnTo>
                    <a:pt x="7052" y="913"/>
                  </a:lnTo>
                  <a:cubicBezTo>
                    <a:pt x="7295" y="913"/>
                    <a:pt x="7478" y="730"/>
                    <a:pt x="7478" y="517"/>
                  </a:cubicBezTo>
                  <a:lnTo>
                    <a:pt x="7478" y="426"/>
                  </a:lnTo>
                  <a:cubicBezTo>
                    <a:pt x="7478" y="183"/>
                    <a:pt x="7295" y="1"/>
                    <a:pt x="70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85"/>
            <p:cNvSpPr/>
            <p:nvPr/>
          </p:nvSpPr>
          <p:spPr>
            <a:xfrm>
              <a:off x="5434500" y="3086550"/>
              <a:ext cx="53975" cy="22825"/>
            </a:xfrm>
            <a:custGeom>
              <a:avLst/>
              <a:gdLst/>
              <a:ahLst/>
              <a:cxnLst/>
              <a:rect l="l" t="t" r="r" b="b"/>
              <a:pathLst>
                <a:path w="2159" h="913" extrusionOk="0">
                  <a:moveTo>
                    <a:pt x="456" y="1"/>
                  </a:moveTo>
                  <a:cubicBezTo>
                    <a:pt x="183" y="1"/>
                    <a:pt x="0" y="244"/>
                    <a:pt x="0" y="457"/>
                  </a:cubicBezTo>
                  <a:cubicBezTo>
                    <a:pt x="0" y="730"/>
                    <a:pt x="213" y="913"/>
                    <a:pt x="456" y="913"/>
                  </a:cubicBezTo>
                  <a:lnTo>
                    <a:pt x="1702" y="913"/>
                  </a:lnTo>
                  <a:cubicBezTo>
                    <a:pt x="1945" y="913"/>
                    <a:pt x="2128" y="730"/>
                    <a:pt x="2158" y="457"/>
                  </a:cubicBezTo>
                  <a:cubicBezTo>
                    <a:pt x="2158" y="214"/>
                    <a:pt x="1945" y="1"/>
                    <a:pt x="17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3" name="Google Shape;1883;p85"/>
          <p:cNvSpPr/>
          <p:nvPr/>
        </p:nvSpPr>
        <p:spPr>
          <a:xfrm>
            <a:off x="3253050" y="1354263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85"/>
          <p:cNvSpPr/>
          <p:nvPr/>
        </p:nvSpPr>
        <p:spPr>
          <a:xfrm>
            <a:off x="922750" y="3969013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1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9" dur="800" fill="hold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1" dur="800" fill="hold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" grpId="0"/>
      <p:bldP spid="184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71"/>
          <p:cNvGrpSpPr/>
          <p:nvPr/>
        </p:nvGrpSpPr>
        <p:grpSpPr>
          <a:xfrm>
            <a:off x="719975" y="1539905"/>
            <a:ext cx="3010825" cy="1776300"/>
            <a:chOff x="719975" y="1114972"/>
            <a:chExt cx="3010825" cy="1776300"/>
          </a:xfrm>
        </p:grpSpPr>
        <p:sp>
          <p:nvSpPr>
            <p:cNvPr id="1305" name="Google Shape;1305;p71"/>
            <p:cNvSpPr/>
            <p:nvPr/>
          </p:nvSpPr>
          <p:spPr>
            <a:xfrm>
              <a:off x="720000" y="1114972"/>
              <a:ext cx="30108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71"/>
            <p:cNvSpPr/>
            <p:nvPr/>
          </p:nvSpPr>
          <p:spPr>
            <a:xfrm>
              <a:off x="719975" y="1114975"/>
              <a:ext cx="301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7" name="Google Shape;1307;p71"/>
            <p:cNvGrpSpPr/>
            <p:nvPr/>
          </p:nvGrpSpPr>
          <p:grpSpPr>
            <a:xfrm rot="10800000" flipH="1">
              <a:off x="881412" y="1244995"/>
              <a:ext cx="429322" cy="93999"/>
              <a:chOff x="5840230" y="744468"/>
              <a:chExt cx="431653" cy="94500"/>
            </a:xfrm>
          </p:grpSpPr>
          <p:sp>
            <p:nvSpPr>
              <p:cNvPr id="1308" name="Google Shape;1308;p71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71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71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11" name="Google Shape;1311;p71"/>
          <p:cNvSpPr txBox="1">
            <a:spLocks noGrp="1"/>
          </p:cNvSpPr>
          <p:nvPr>
            <p:ph type="title" idx="5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</a:t>
            </a:r>
            <a:endParaRPr dirty="0"/>
          </a:p>
        </p:txBody>
      </p:sp>
      <p:sp>
        <p:nvSpPr>
          <p:cNvPr id="1312" name="Google Shape;1312;p71"/>
          <p:cNvSpPr txBox="1">
            <a:spLocks noGrp="1"/>
          </p:cNvSpPr>
          <p:nvPr>
            <p:ph type="ctrTitle"/>
          </p:nvPr>
        </p:nvSpPr>
        <p:spPr>
          <a:xfrm>
            <a:off x="4178207" y="900005"/>
            <a:ext cx="4195595" cy="3675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lvl="0"/>
            <a:r>
              <a:rPr lang="ru-RU" sz="2400" dirty="0"/>
              <a:t>В интернете могут быть:</a:t>
            </a:r>
            <a:endParaRPr sz="2400" dirty="0"/>
          </a:p>
        </p:txBody>
      </p:sp>
      <p:sp>
        <p:nvSpPr>
          <p:cNvPr id="1314" name="Google Shape;1314;p71"/>
          <p:cNvSpPr txBox="1">
            <a:spLocks noGrp="1"/>
          </p:cNvSpPr>
          <p:nvPr>
            <p:ph type="ctrTitle" idx="6"/>
          </p:nvPr>
        </p:nvSpPr>
        <p:spPr>
          <a:xfrm>
            <a:off x="4884650" y="2827542"/>
            <a:ext cx="3489000" cy="367500"/>
          </a:xfrm>
          <a:prstGeom prst="rect">
            <a:avLst/>
          </a:prstGeom>
        </p:spPr>
        <p:txBody>
          <a:bodyPr spcFirstLastPara="1" wrap="square" lIns="91425" tIns="91425" rIns="45700" bIns="91425" anchor="ctr" anchorCtr="0">
            <a:noAutofit/>
          </a:bodyPr>
          <a:lstStyle/>
          <a:p>
            <a:pPr lvl="0"/>
            <a:r>
              <a:rPr lang="ru-RU" sz="2400" dirty="0"/>
              <a:t>Опасные сайты</a:t>
            </a:r>
            <a:endParaRPr sz="2400" dirty="0"/>
          </a:p>
        </p:txBody>
      </p:sp>
      <p:sp>
        <p:nvSpPr>
          <p:cNvPr id="1315" name="Google Shape;1315;p71"/>
          <p:cNvSpPr txBox="1">
            <a:spLocks noGrp="1"/>
          </p:cNvSpPr>
          <p:nvPr>
            <p:ph type="ctrTitle" idx="3"/>
          </p:nvPr>
        </p:nvSpPr>
        <p:spPr>
          <a:xfrm>
            <a:off x="4884822" y="1950297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Незнакомые люди</a:t>
            </a:r>
            <a:endParaRPr sz="2400" dirty="0"/>
          </a:p>
        </p:txBody>
      </p:sp>
      <p:sp>
        <p:nvSpPr>
          <p:cNvPr id="1316" name="Google Shape;1316;p71"/>
          <p:cNvSpPr txBox="1">
            <a:spLocks noGrp="1"/>
          </p:cNvSpPr>
          <p:nvPr>
            <p:ph type="ctrTitle" idx="14"/>
          </p:nvPr>
        </p:nvSpPr>
        <p:spPr>
          <a:xfrm>
            <a:off x="4884375" y="3703480"/>
            <a:ext cx="34887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Ложная информация</a:t>
            </a:r>
            <a:endParaRPr sz="2400" dirty="0"/>
          </a:p>
        </p:txBody>
      </p:sp>
      <p:sp>
        <p:nvSpPr>
          <p:cNvPr id="1319" name="Google Shape;1319;p71"/>
          <p:cNvSpPr txBox="1">
            <a:spLocks noGrp="1"/>
          </p:cNvSpPr>
          <p:nvPr>
            <p:ph type="title" idx="8"/>
          </p:nvPr>
        </p:nvSpPr>
        <p:spPr>
          <a:xfrm>
            <a:off x="3900975" y="2573935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</a:t>
            </a:r>
            <a:endParaRPr dirty="0"/>
          </a:p>
        </p:txBody>
      </p:sp>
      <p:sp>
        <p:nvSpPr>
          <p:cNvPr id="1321" name="Google Shape;1321;p71"/>
          <p:cNvSpPr txBox="1">
            <a:spLocks noGrp="1"/>
          </p:cNvSpPr>
          <p:nvPr>
            <p:ph type="title" idx="13"/>
          </p:nvPr>
        </p:nvSpPr>
        <p:spPr>
          <a:xfrm>
            <a:off x="3900975" y="3453730"/>
            <a:ext cx="9834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</a:t>
            </a:r>
            <a:endParaRPr dirty="0"/>
          </a:p>
        </p:txBody>
      </p:sp>
      <p:sp>
        <p:nvSpPr>
          <p:cNvPr id="1322" name="Google Shape;1322;p71"/>
          <p:cNvSpPr txBox="1">
            <a:spLocks noGrp="1"/>
          </p:cNvSpPr>
          <p:nvPr>
            <p:ph type="title" idx="15"/>
          </p:nvPr>
        </p:nvSpPr>
        <p:spPr>
          <a:xfrm>
            <a:off x="822750" y="1983087"/>
            <a:ext cx="2835900" cy="11116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600" dirty="0"/>
              <a:t>Почему важно соблюдать правила?</a:t>
            </a:r>
            <a:endParaRPr sz="2600" dirty="0"/>
          </a:p>
        </p:txBody>
      </p:sp>
      <p:grpSp>
        <p:nvGrpSpPr>
          <p:cNvPr id="1323" name="Google Shape;1323;p71"/>
          <p:cNvGrpSpPr/>
          <p:nvPr/>
        </p:nvGrpSpPr>
        <p:grpSpPr>
          <a:xfrm>
            <a:off x="1964262" y="3133859"/>
            <a:ext cx="1422619" cy="908118"/>
            <a:chOff x="1964262" y="3133859"/>
            <a:chExt cx="1422619" cy="908118"/>
          </a:xfrm>
        </p:grpSpPr>
        <p:grpSp>
          <p:nvGrpSpPr>
            <p:cNvPr id="1324" name="Google Shape;1324;p71"/>
            <p:cNvGrpSpPr/>
            <p:nvPr/>
          </p:nvGrpSpPr>
          <p:grpSpPr>
            <a:xfrm>
              <a:off x="2627043" y="3133859"/>
              <a:ext cx="759839" cy="908118"/>
              <a:chOff x="7948975" y="1691400"/>
              <a:chExt cx="623125" cy="744725"/>
            </a:xfrm>
          </p:grpSpPr>
          <p:sp>
            <p:nvSpPr>
              <p:cNvPr id="1325" name="Google Shape;1325;p71"/>
              <p:cNvSpPr/>
              <p:nvPr/>
            </p:nvSpPr>
            <p:spPr>
              <a:xfrm>
                <a:off x="7948975" y="1770425"/>
                <a:ext cx="623125" cy="6657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26628" extrusionOk="0">
                    <a:moveTo>
                      <a:pt x="1" y="1"/>
                    </a:moveTo>
                    <a:lnTo>
                      <a:pt x="1" y="25199"/>
                    </a:lnTo>
                    <a:cubicBezTo>
                      <a:pt x="1" y="25989"/>
                      <a:pt x="639" y="26627"/>
                      <a:pt x="1429" y="26627"/>
                    </a:cubicBezTo>
                    <a:lnTo>
                      <a:pt x="23436" y="26627"/>
                    </a:lnTo>
                    <a:cubicBezTo>
                      <a:pt x="24226" y="26627"/>
                      <a:pt x="24864" y="25989"/>
                      <a:pt x="24925" y="25199"/>
                    </a:cubicBezTo>
                    <a:lnTo>
                      <a:pt x="2492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7948975" y="1691400"/>
                <a:ext cx="6231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3132" extrusionOk="0">
                    <a:moveTo>
                      <a:pt x="1429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3131"/>
                    </a:lnTo>
                    <a:lnTo>
                      <a:pt x="24925" y="3131"/>
                    </a:lnTo>
                    <a:lnTo>
                      <a:pt x="24925" y="1459"/>
                    </a:lnTo>
                    <a:cubicBezTo>
                      <a:pt x="24864" y="639"/>
                      <a:pt x="24226" y="0"/>
                      <a:pt x="23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799532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13" y="1"/>
                      <a:pt x="1" y="214"/>
                      <a:pt x="1" y="487"/>
                    </a:cubicBezTo>
                    <a:cubicBezTo>
                      <a:pt x="1" y="761"/>
                      <a:pt x="213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91" y="1"/>
                      <a:pt x="487" y="1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804927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14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61" y="1"/>
                      <a:pt x="487" y="1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8103225" y="1717225"/>
                <a:ext cx="251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974" extrusionOk="0">
                    <a:moveTo>
                      <a:pt x="518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44" y="974"/>
                      <a:pt x="518" y="974"/>
                    </a:cubicBezTo>
                    <a:cubicBezTo>
                      <a:pt x="761" y="974"/>
                      <a:pt x="1004" y="761"/>
                      <a:pt x="1004" y="487"/>
                    </a:cubicBezTo>
                    <a:cubicBezTo>
                      <a:pt x="1004" y="214"/>
                      <a:pt x="761" y="1"/>
                      <a:pt x="518" y="1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8015075" y="186312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8151100" y="187452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8151100" y="193000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8360825" y="193000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8015075" y="2030300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8151100" y="2041700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71"/>
              <p:cNvSpPr/>
              <p:nvPr/>
            </p:nvSpPr>
            <p:spPr>
              <a:xfrm>
                <a:off x="8151100" y="2097175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71"/>
              <p:cNvSpPr/>
              <p:nvPr/>
            </p:nvSpPr>
            <p:spPr>
              <a:xfrm>
                <a:off x="8360825" y="2097175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71"/>
              <p:cNvSpPr/>
              <p:nvPr/>
            </p:nvSpPr>
            <p:spPr>
              <a:xfrm>
                <a:off x="8015075" y="219747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8151100" y="220887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8151100" y="226435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8360825" y="226435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4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2" name="Google Shape;1342;p71"/>
            <p:cNvGrpSpPr/>
            <p:nvPr/>
          </p:nvGrpSpPr>
          <p:grpSpPr>
            <a:xfrm>
              <a:off x="1964262" y="3226627"/>
              <a:ext cx="758924" cy="321556"/>
              <a:chOff x="5021875" y="2898100"/>
              <a:chExt cx="622375" cy="263700"/>
            </a:xfrm>
          </p:grpSpPr>
          <p:sp>
            <p:nvSpPr>
              <p:cNvPr id="1343" name="Google Shape;1343;p71"/>
              <p:cNvSpPr/>
              <p:nvPr/>
            </p:nvSpPr>
            <p:spPr>
              <a:xfrm>
                <a:off x="5021875" y="2976375"/>
                <a:ext cx="622375" cy="1854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7417" extrusionOk="0">
                    <a:moveTo>
                      <a:pt x="0" y="0"/>
                    </a:moveTo>
                    <a:lnTo>
                      <a:pt x="0" y="5988"/>
                    </a:lnTo>
                    <a:cubicBezTo>
                      <a:pt x="0" y="6779"/>
                      <a:pt x="669" y="7417"/>
                      <a:pt x="1459" y="7417"/>
                    </a:cubicBezTo>
                    <a:lnTo>
                      <a:pt x="23466" y="7417"/>
                    </a:lnTo>
                    <a:cubicBezTo>
                      <a:pt x="24256" y="7417"/>
                      <a:pt x="24894" y="6748"/>
                      <a:pt x="24894" y="5988"/>
                    </a:cubicBezTo>
                    <a:lnTo>
                      <a:pt x="248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5021875" y="2898100"/>
                <a:ext cx="6223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3101" extrusionOk="0">
                    <a:moveTo>
                      <a:pt x="1459" y="1"/>
                    </a:moveTo>
                    <a:cubicBezTo>
                      <a:pt x="669" y="1"/>
                      <a:pt x="0" y="639"/>
                      <a:pt x="0" y="1429"/>
                    </a:cubicBezTo>
                    <a:lnTo>
                      <a:pt x="0" y="3101"/>
                    </a:lnTo>
                    <a:lnTo>
                      <a:pt x="24894" y="3101"/>
                    </a:lnTo>
                    <a:lnTo>
                      <a:pt x="24894" y="1429"/>
                    </a:lnTo>
                    <a:cubicBezTo>
                      <a:pt x="24894" y="639"/>
                      <a:pt x="24256" y="1"/>
                      <a:pt x="234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5069750" y="2922425"/>
                <a:ext cx="2432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04" extrusionOk="0">
                    <a:moveTo>
                      <a:pt x="487" y="0"/>
                    </a:moveTo>
                    <a:cubicBezTo>
                      <a:pt x="213" y="0"/>
                      <a:pt x="0" y="243"/>
                      <a:pt x="0" y="487"/>
                    </a:cubicBezTo>
                    <a:cubicBezTo>
                      <a:pt x="0" y="760"/>
                      <a:pt x="213" y="1003"/>
                      <a:pt x="487" y="1003"/>
                    </a:cubicBezTo>
                    <a:cubicBezTo>
                      <a:pt x="760" y="1003"/>
                      <a:pt x="973" y="760"/>
                      <a:pt x="973" y="487"/>
                    </a:cubicBez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512292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91" y="0"/>
                      <a:pt x="487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517687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61" y="0"/>
                      <a:pt x="487" y="0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5088750" y="3020450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885" y="0"/>
                    </a:moveTo>
                    <a:cubicBezTo>
                      <a:pt x="821" y="0"/>
                      <a:pt x="0" y="821"/>
                      <a:pt x="0" y="1885"/>
                    </a:cubicBezTo>
                    <a:cubicBezTo>
                      <a:pt x="0" y="2949"/>
                      <a:pt x="821" y="3800"/>
                      <a:pt x="1885" y="3800"/>
                    </a:cubicBezTo>
                    <a:cubicBezTo>
                      <a:pt x="2948" y="3800"/>
                      <a:pt x="3800" y="2949"/>
                      <a:pt x="3800" y="1885"/>
                    </a:cubicBezTo>
                    <a:cubicBezTo>
                      <a:pt x="3800" y="821"/>
                      <a:pt x="2918" y="0"/>
                      <a:pt x="18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5225525" y="3031850"/>
                <a:ext cx="3351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05" h="913" extrusionOk="0">
                    <a:moveTo>
                      <a:pt x="426" y="0"/>
                    </a:moveTo>
                    <a:cubicBezTo>
                      <a:pt x="183" y="0"/>
                      <a:pt x="0" y="183"/>
                      <a:pt x="0" y="426"/>
                    </a:cubicBezTo>
                    <a:lnTo>
                      <a:pt x="0" y="487"/>
                    </a:lnTo>
                    <a:cubicBezTo>
                      <a:pt x="0" y="730"/>
                      <a:pt x="183" y="912"/>
                      <a:pt x="426" y="912"/>
                    </a:cubicBezTo>
                    <a:lnTo>
                      <a:pt x="12979" y="912"/>
                    </a:lnTo>
                    <a:cubicBezTo>
                      <a:pt x="13222" y="912"/>
                      <a:pt x="13405" y="730"/>
                      <a:pt x="13405" y="487"/>
                    </a:cubicBezTo>
                    <a:lnTo>
                      <a:pt x="13405" y="426"/>
                    </a:lnTo>
                    <a:cubicBezTo>
                      <a:pt x="13405" y="183"/>
                      <a:pt x="13222" y="0"/>
                      <a:pt x="129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5225525" y="3086550"/>
                <a:ext cx="18695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913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517"/>
                    </a:lnTo>
                    <a:cubicBezTo>
                      <a:pt x="0" y="730"/>
                      <a:pt x="183" y="913"/>
                      <a:pt x="426" y="913"/>
                    </a:cubicBezTo>
                    <a:lnTo>
                      <a:pt x="7052" y="913"/>
                    </a:lnTo>
                    <a:cubicBezTo>
                      <a:pt x="7295" y="913"/>
                      <a:pt x="7478" y="730"/>
                      <a:pt x="7478" y="517"/>
                    </a:cubicBezTo>
                    <a:lnTo>
                      <a:pt x="7478" y="426"/>
                    </a:lnTo>
                    <a:cubicBezTo>
                      <a:pt x="7478" y="183"/>
                      <a:pt x="7295" y="1"/>
                      <a:pt x="7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71"/>
              <p:cNvSpPr/>
              <p:nvPr/>
            </p:nvSpPr>
            <p:spPr>
              <a:xfrm>
                <a:off x="5434500" y="3086550"/>
                <a:ext cx="53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913" extrusionOk="0">
                    <a:moveTo>
                      <a:pt x="456" y="1"/>
                    </a:moveTo>
                    <a:cubicBezTo>
                      <a:pt x="183" y="1"/>
                      <a:pt x="0" y="244"/>
                      <a:pt x="0" y="457"/>
                    </a:cubicBezTo>
                    <a:cubicBezTo>
                      <a:pt x="0" y="730"/>
                      <a:pt x="213" y="913"/>
                      <a:pt x="456" y="913"/>
                    </a:cubicBezTo>
                    <a:lnTo>
                      <a:pt x="1702" y="913"/>
                    </a:lnTo>
                    <a:cubicBezTo>
                      <a:pt x="1945" y="913"/>
                      <a:pt x="2128" y="730"/>
                      <a:pt x="2158" y="457"/>
                    </a:cubicBezTo>
                    <a:cubicBezTo>
                      <a:pt x="2158" y="214"/>
                      <a:pt x="1945" y="1"/>
                      <a:pt x="1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2" name="Google Shape;1352;p71"/>
          <p:cNvSpPr/>
          <p:nvPr/>
        </p:nvSpPr>
        <p:spPr>
          <a:xfrm>
            <a:off x="1104750" y="34555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71"/>
          <p:cNvSpPr/>
          <p:nvPr/>
        </p:nvSpPr>
        <p:spPr>
          <a:xfrm>
            <a:off x="2029150" y="3811138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963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" grpId="0"/>
      <p:bldP spid="1314" grpId="0"/>
      <p:bldP spid="1315" grpId="0"/>
      <p:bldP spid="1316" grpId="0"/>
      <p:bldP spid="1319" grpId="0"/>
      <p:bldP spid="13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88"/>
          <p:cNvSpPr txBox="1">
            <a:spLocks noGrp="1"/>
          </p:cNvSpPr>
          <p:nvPr>
            <p:ph type="title"/>
          </p:nvPr>
        </p:nvSpPr>
        <p:spPr>
          <a:xfrm>
            <a:off x="1668613" y="1466853"/>
            <a:ext cx="5773402" cy="2509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/>
              <a:t>Поэтому каждому ребенку нужно знать правила безопасности.</a:t>
            </a:r>
            <a:endParaRPr sz="3200" dirty="0"/>
          </a:p>
        </p:txBody>
      </p:sp>
      <p:grpSp>
        <p:nvGrpSpPr>
          <p:cNvPr id="1957" name="Google Shape;1957;p88"/>
          <p:cNvGrpSpPr/>
          <p:nvPr/>
        </p:nvGrpSpPr>
        <p:grpSpPr>
          <a:xfrm>
            <a:off x="5560950" y="3771900"/>
            <a:ext cx="2404169" cy="632322"/>
            <a:chOff x="5560950" y="3771900"/>
            <a:chExt cx="2404169" cy="632322"/>
          </a:xfrm>
        </p:grpSpPr>
        <p:sp>
          <p:nvSpPr>
            <p:cNvPr id="1958" name="Google Shape;1958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88"/>
            <p:cNvSpPr/>
            <p:nvPr/>
          </p:nvSpPr>
          <p:spPr>
            <a:xfrm>
              <a:off x="5560950" y="3774532"/>
              <a:ext cx="554138" cy="629690"/>
            </a:xfrm>
            <a:custGeom>
              <a:avLst/>
              <a:gdLst/>
              <a:ahLst/>
              <a:cxnLst/>
              <a:rect l="l" t="t" r="r" b="b"/>
              <a:pathLst>
                <a:path w="3501" h="4330" extrusionOk="0">
                  <a:moveTo>
                    <a:pt x="829" y="0"/>
                  </a:moveTo>
                  <a:cubicBezTo>
                    <a:pt x="373" y="0"/>
                    <a:pt x="1" y="373"/>
                    <a:pt x="1" y="829"/>
                  </a:cubicBezTo>
                  <a:lnTo>
                    <a:pt x="1" y="3501"/>
                  </a:lnTo>
                  <a:cubicBezTo>
                    <a:pt x="1" y="3954"/>
                    <a:pt x="373" y="4329"/>
                    <a:pt x="829" y="4329"/>
                  </a:cubicBezTo>
                  <a:lnTo>
                    <a:pt x="3501" y="4329"/>
                  </a:lnTo>
                  <a:lnTo>
                    <a:pt x="35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88"/>
            <p:cNvSpPr/>
            <p:nvPr/>
          </p:nvSpPr>
          <p:spPr>
            <a:xfrm>
              <a:off x="6255500" y="399276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88"/>
            <p:cNvSpPr/>
            <p:nvPr/>
          </p:nvSpPr>
          <p:spPr>
            <a:xfrm>
              <a:off x="7672125" y="3964318"/>
              <a:ext cx="141977" cy="220755"/>
            </a:xfrm>
            <a:custGeom>
              <a:avLst/>
              <a:gdLst/>
              <a:ahLst/>
              <a:cxnLst/>
              <a:rect l="l" t="t" r="r" b="b"/>
              <a:pathLst>
                <a:path w="897" h="1518" extrusionOk="0">
                  <a:moveTo>
                    <a:pt x="116" y="1"/>
                  </a:moveTo>
                  <a:cubicBezTo>
                    <a:pt x="87" y="1"/>
                    <a:pt x="58" y="13"/>
                    <a:pt x="34" y="37"/>
                  </a:cubicBezTo>
                  <a:cubicBezTo>
                    <a:pt x="11" y="59"/>
                    <a:pt x="11" y="84"/>
                    <a:pt x="11" y="118"/>
                  </a:cubicBezTo>
                  <a:cubicBezTo>
                    <a:pt x="11" y="140"/>
                    <a:pt x="11" y="177"/>
                    <a:pt x="34" y="199"/>
                  </a:cubicBezTo>
                  <a:lnTo>
                    <a:pt x="605" y="759"/>
                  </a:lnTo>
                  <a:lnTo>
                    <a:pt x="34" y="1330"/>
                  </a:lnTo>
                  <a:cubicBezTo>
                    <a:pt x="0" y="1367"/>
                    <a:pt x="0" y="1448"/>
                    <a:pt x="34" y="1484"/>
                  </a:cubicBezTo>
                  <a:cubicBezTo>
                    <a:pt x="58" y="1507"/>
                    <a:pt x="87" y="1518"/>
                    <a:pt x="116" y="1518"/>
                  </a:cubicBezTo>
                  <a:cubicBezTo>
                    <a:pt x="145" y="1518"/>
                    <a:pt x="174" y="1507"/>
                    <a:pt x="196" y="1484"/>
                  </a:cubicBezTo>
                  <a:lnTo>
                    <a:pt x="851" y="840"/>
                  </a:lnTo>
                  <a:cubicBezTo>
                    <a:pt x="896" y="795"/>
                    <a:pt x="896" y="725"/>
                    <a:pt x="851" y="678"/>
                  </a:cubicBezTo>
                  <a:lnTo>
                    <a:pt x="196" y="37"/>
                  </a:lnTo>
                  <a:cubicBezTo>
                    <a:pt x="174" y="13"/>
                    <a:pt x="145" y="1"/>
                    <a:pt x="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88"/>
            <p:cNvSpPr/>
            <p:nvPr/>
          </p:nvSpPr>
          <p:spPr>
            <a:xfrm>
              <a:off x="5671748" y="3905274"/>
              <a:ext cx="319726" cy="317317"/>
            </a:xfrm>
            <a:custGeom>
              <a:avLst/>
              <a:gdLst/>
              <a:ahLst/>
              <a:cxnLst/>
              <a:rect l="l" t="t" r="r" b="b"/>
              <a:pathLst>
                <a:path w="2020" h="2182" extrusionOk="0">
                  <a:moveTo>
                    <a:pt x="432" y="0"/>
                  </a:moveTo>
                  <a:cubicBezTo>
                    <a:pt x="188" y="0"/>
                    <a:pt x="1" y="196"/>
                    <a:pt x="1" y="431"/>
                  </a:cubicBezTo>
                  <a:lnTo>
                    <a:pt x="1" y="1750"/>
                  </a:lnTo>
                  <a:cubicBezTo>
                    <a:pt x="1" y="1983"/>
                    <a:pt x="188" y="2181"/>
                    <a:pt x="432" y="2181"/>
                  </a:cubicBezTo>
                  <a:lnTo>
                    <a:pt x="1588" y="2181"/>
                  </a:lnTo>
                  <a:cubicBezTo>
                    <a:pt x="1821" y="2181"/>
                    <a:pt x="2020" y="1983"/>
                    <a:pt x="2020" y="1750"/>
                  </a:cubicBezTo>
                  <a:lnTo>
                    <a:pt x="2020" y="431"/>
                  </a:lnTo>
                  <a:cubicBezTo>
                    <a:pt x="2020" y="196"/>
                    <a:pt x="1821" y="0"/>
                    <a:pt x="1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88"/>
            <p:cNvSpPr/>
            <p:nvPr/>
          </p:nvSpPr>
          <p:spPr>
            <a:xfrm>
              <a:off x="5671748" y="4042414"/>
              <a:ext cx="319726" cy="180182"/>
            </a:xfrm>
            <a:custGeom>
              <a:avLst/>
              <a:gdLst/>
              <a:ahLst/>
              <a:cxnLst/>
              <a:rect l="l" t="t" r="r" b="b"/>
              <a:pathLst>
                <a:path w="2020" h="1239" extrusionOk="0">
                  <a:moveTo>
                    <a:pt x="1448" y="1"/>
                  </a:moveTo>
                  <a:cubicBezTo>
                    <a:pt x="1401" y="1"/>
                    <a:pt x="1353" y="23"/>
                    <a:pt x="1331" y="60"/>
                  </a:cubicBezTo>
                  <a:lnTo>
                    <a:pt x="782" y="771"/>
                  </a:lnTo>
                  <a:lnTo>
                    <a:pt x="491" y="457"/>
                  </a:lnTo>
                  <a:cubicBezTo>
                    <a:pt x="457" y="421"/>
                    <a:pt x="421" y="410"/>
                    <a:pt x="387" y="410"/>
                  </a:cubicBezTo>
                  <a:cubicBezTo>
                    <a:pt x="351" y="410"/>
                    <a:pt x="317" y="421"/>
                    <a:pt x="281" y="457"/>
                  </a:cubicBezTo>
                  <a:lnTo>
                    <a:pt x="1" y="737"/>
                  </a:lnTo>
                  <a:lnTo>
                    <a:pt x="1" y="807"/>
                  </a:lnTo>
                  <a:cubicBezTo>
                    <a:pt x="1" y="1040"/>
                    <a:pt x="188" y="1238"/>
                    <a:pt x="432" y="1238"/>
                  </a:cubicBezTo>
                  <a:lnTo>
                    <a:pt x="1588" y="1238"/>
                  </a:lnTo>
                  <a:cubicBezTo>
                    <a:pt x="1821" y="1238"/>
                    <a:pt x="2020" y="1040"/>
                    <a:pt x="2020" y="807"/>
                  </a:cubicBezTo>
                  <a:lnTo>
                    <a:pt x="2020" y="561"/>
                  </a:lnTo>
                  <a:lnTo>
                    <a:pt x="1552" y="48"/>
                  </a:lnTo>
                  <a:cubicBezTo>
                    <a:pt x="1530" y="12"/>
                    <a:pt x="1482" y="1"/>
                    <a:pt x="1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88"/>
            <p:cNvSpPr/>
            <p:nvPr/>
          </p:nvSpPr>
          <p:spPr>
            <a:xfrm>
              <a:off x="5703246" y="3957774"/>
              <a:ext cx="75974" cy="67768"/>
            </a:xfrm>
            <a:custGeom>
              <a:avLst/>
              <a:gdLst/>
              <a:ahLst/>
              <a:cxnLst/>
              <a:rect l="l" t="t" r="r" b="b"/>
              <a:pathLst>
                <a:path w="480" h="466" extrusionOk="0">
                  <a:moveTo>
                    <a:pt x="244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0" y="362"/>
                    <a:pt x="104" y="465"/>
                    <a:pt x="244" y="465"/>
                  </a:cubicBezTo>
                  <a:cubicBezTo>
                    <a:pt x="373" y="465"/>
                    <a:pt x="479" y="362"/>
                    <a:pt x="479" y="233"/>
                  </a:cubicBezTo>
                  <a:cubicBezTo>
                    <a:pt x="479" y="104"/>
                    <a:pt x="373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88"/>
            <p:cNvSpPr/>
            <p:nvPr/>
          </p:nvSpPr>
          <p:spPr>
            <a:xfrm>
              <a:off x="6255500" y="412611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88"/>
          <p:cNvSpPr/>
          <p:nvPr/>
        </p:nvSpPr>
        <p:spPr>
          <a:xfrm>
            <a:off x="904200" y="2040227"/>
            <a:ext cx="360880" cy="36006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88"/>
          <p:cNvSpPr/>
          <p:nvPr/>
        </p:nvSpPr>
        <p:spPr>
          <a:xfrm rot="10800000">
            <a:off x="7818811" y="1146764"/>
            <a:ext cx="320089" cy="32008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88"/>
          <p:cNvSpPr/>
          <p:nvPr/>
        </p:nvSpPr>
        <p:spPr>
          <a:xfrm>
            <a:off x="1154973" y="3693025"/>
            <a:ext cx="216619" cy="21661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871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800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3258043"/>
            <a:ext cx="2751300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сообщай личную информацию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-894967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-2851955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-810895"/>
            <a:ext cx="2751300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сообщай личную информацию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" name="Google Shape;1956;p88">
            <a:extLst>
              <a:ext uri="{FF2B5EF4-FFF2-40B4-BE49-F238E27FC236}">
                <a16:creationId xmlns:a16="http://schemas.microsoft.com/office/drawing/2014/main" id="{9CE63A60-278B-43C7-BD1B-7FCB98127EAB}"/>
              </a:ext>
            </a:extLst>
          </p:cNvPr>
          <p:cNvSpPr txBox="1">
            <a:spLocks/>
          </p:cNvSpPr>
          <p:nvPr/>
        </p:nvSpPr>
        <p:spPr>
          <a:xfrm>
            <a:off x="2045367" y="300789"/>
            <a:ext cx="5053265" cy="458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200" dirty="0"/>
              <a:t>Никому нельзя говорить:</a:t>
            </a:r>
            <a:endParaRPr lang="en-US" sz="2200" dirty="0"/>
          </a:p>
          <a:p>
            <a:endParaRPr lang="ru-RU" sz="2400" dirty="0"/>
          </a:p>
          <a:p>
            <a:pPr algn="l"/>
            <a:r>
              <a:rPr lang="en-US" sz="1800" dirty="0"/>
              <a:t>-</a:t>
            </a:r>
            <a:r>
              <a:rPr lang="ru-RU" sz="1800" dirty="0"/>
              <a:t>свое имя и фамилию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адрес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номер телефона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пароль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школу и класс без разрешения взрослых</a:t>
            </a:r>
            <a:endParaRPr lang="en-US" sz="1800" dirty="0"/>
          </a:p>
          <a:p>
            <a:pPr algn="l"/>
            <a:r>
              <a:rPr lang="ru-RU" sz="1800" dirty="0"/>
              <a:t> </a:t>
            </a:r>
          </a:p>
          <a:p>
            <a:r>
              <a:rPr lang="ru-RU" sz="2400" dirty="0"/>
              <a:t>Личная информация — это секрет.</a:t>
            </a:r>
          </a:p>
        </p:txBody>
      </p:sp>
      <p:sp>
        <p:nvSpPr>
          <p:cNvPr id="21" name="Google Shape;1594;p78">
            <a:extLst>
              <a:ext uri="{FF2B5EF4-FFF2-40B4-BE49-F238E27FC236}">
                <a16:creationId xmlns:a16="http://schemas.microsoft.com/office/drawing/2014/main" id="{2B54B4E7-8DAD-480D-9E61-31E88C574598}"/>
              </a:ext>
            </a:extLst>
          </p:cNvPr>
          <p:cNvSpPr txBox="1">
            <a:spLocks/>
          </p:cNvSpPr>
          <p:nvPr/>
        </p:nvSpPr>
        <p:spPr>
          <a:xfrm>
            <a:off x="2477237" y="-2873796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  <p:sp>
        <p:nvSpPr>
          <p:cNvPr id="22" name="Google Shape;1594;p78">
            <a:extLst>
              <a:ext uri="{FF2B5EF4-FFF2-40B4-BE49-F238E27FC236}">
                <a16:creationId xmlns:a16="http://schemas.microsoft.com/office/drawing/2014/main" id="{264B3181-E982-4265-BB40-DD67D7FCB7A4}"/>
              </a:ext>
            </a:extLst>
          </p:cNvPr>
          <p:cNvSpPr txBox="1">
            <a:spLocks/>
          </p:cNvSpPr>
          <p:nvPr/>
        </p:nvSpPr>
        <p:spPr>
          <a:xfrm>
            <a:off x="2477237" y="-2862875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3549224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30044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3051871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918" name="Google Shape;1918;p87"/>
          <p:cNvGrpSpPr/>
          <p:nvPr/>
        </p:nvGrpSpPr>
        <p:grpSpPr>
          <a:xfrm>
            <a:off x="5865108" y="1421749"/>
            <a:ext cx="2167804" cy="2740674"/>
            <a:chOff x="6183319" y="1488475"/>
            <a:chExt cx="2520409" cy="3186460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7642243" y="2983906"/>
              <a:ext cx="257603" cy="258102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5054450" y="1018150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>
            <a:off x="1650573" y="3863150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621353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-94017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-892770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918" name="Google Shape;1918;p87"/>
          <p:cNvGrpSpPr/>
          <p:nvPr/>
        </p:nvGrpSpPr>
        <p:grpSpPr>
          <a:xfrm rot="19401277">
            <a:off x="7010327" y="429028"/>
            <a:ext cx="3966957" cy="3166464"/>
            <a:chOff x="4091523" y="1488475"/>
            <a:chExt cx="4612204" cy="3681507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 rot="6930745">
              <a:off x="4091773" y="4912129"/>
              <a:ext cx="257603" cy="258103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339575" y="1036633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 rot="6409000">
            <a:off x="382125" y="4291775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-2727658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  <p:sp>
        <p:nvSpPr>
          <p:cNvPr id="40" name="Google Shape;1956;p88">
            <a:extLst>
              <a:ext uri="{FF2B5EF4-FFF2-40B4-BE49-F238E27FC236}">
                <a16:creationId xmlns:a16="http://schemas.microsoft.com/office/drawing/2014/main" id="{BEA4E545-C51C-44C0-8C4A-45FFFFCE5070}"/>
              </a:ext>
            </a:extLst>
          </p:cNvPr>
          <p:cNvSpPr txBox="1">
            <a:spLocks/>
          </p:cNvSpPr>
          <p:nvPr/>
        </p:nvSpPr>
        <p:spPr>
          <a:xfrm>
            <a:off x="1260741" y="494774"/>
            <a:ext cx="6781011" cy="449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   Если в интернете пишет незнакомый    человек:</a:t>
            </a:r>
          </a:p>
          <a:p>
            <a:endParaRPr lang="ru-RU" sz="2000" dirty="0"/>
          </a:p>
          <a:p>
            <a:pPr algn="l"/>
            <a:r>
              <a:rPr lang="en-US" sz="2000" dirty="0"/>
              <a:t>-</a:t>
            </a:r>
            <a:r>
              <a:rPr lang="ru-RU" sz="2000" dirty="0"/>
              <a:t>не отвечай ему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не отправляй свои фото 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сразу расскажи взрослым</a:t>
            </a:r>
          </a:p>
          <a:p>
            <a:pPr algn="l"/>
            <a:r>
              <a:rPr lang="ru-RU" sz="1800" dirty="0"/>
              <a:t> </a:t>
            </a:r>
          </a:p>
          <a:p>
            <a:r>
              <a:rPr lang="ru-RU" sz="2400" dirty="0"/>
              <a:t>Личная информация — это секрет.</a:t>
            </a:r>
          </a:p>
        </p:txBody>
      </p:sp>
    </p:spTree>
    <p:extLst>
      <p:ext uri="{BB962C8B-B14F-4D97-AF65-F5344CB8AC3E}">
        <p14:creationId xmlns:p14="http://schemas.microsoft.com/office/powerpoint/2010/main" val="2573511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223218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461325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846029" y="2265500"/>
            <a:ext cx="3459000" cy="8143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открывай подозрительные ссылки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19" name="Google Shape;1594;p78">
            <a:extLst>
              <a:ext uri="{FF2B5EF4-FFF2-40B4-BE49-F238E27FC236}">
                <a16:creationId xmlns:a16="http://schemas.microsoft.com/office/drawing/2014/main" id="{5CC8E03B-40FB-42EA-8E49-15C28FCC48FC}"/>
              </a:ext>
            </a:extLst>
          </p:cNvPr>
          <p:cNvSpPr txBox="1">
            <a:spLocks/>
          </p:cNvSpPr>
          <p:nvPr/>
        </p:nvSpPr>
        <p:spPr>
          <a:xfrm>
            <a:off x="2477237" y="3040380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/>
              <a:t>Если ссылка выглядит странно или обещает подарок, приз или выигрыш — не нажимай на нее.</a:t>
            </a:r>
            <a:br>
              <a:rPr lang="ru-RU" sz="1600" dirty="0"/>
            </a:br>
            <a:r>
              <a:rPr lang="ru-RU" sz="1600" dirty="0"/>
              <a:t>Такие ссылки могут быть опасными.</a:t>
            </a:r>
          </a:p>
        </p:txBody>
      </p:sp>
    </p:spTree>
    <p:extLst>
      <p:ext uri="{BB962C8B-B14F-4D97-AF65-F5344CB8AC3E}">
        <p14:creationId xmlns:p14="http://schemas.microsoft.com/office/powerpoint/2010/main" val="583571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30044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044768" y="3049296"/>
            <a:ext cx="3741902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600" dirty="0"/>
              <a:t>Спрашивай взрослых</a:t>
            </a:r>
            <a:endParaRPr sz="26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4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>
            <a:off x="5865108" y="1421749"/>
            <a:ext cx="2167804" cy="2740674"/>
            <a:chOff x="6183319" y="1488475"/>
            <a:chExt cx="2520409" cy="3186460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7642243" y="2983906"/>
              <a:ext cx="257603" cy="258102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5054450" y="1018150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>
            <a:off x="1650573" y="3863150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2914821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-94017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-892770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4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 rot="19401277">
            <a:off x="7010327" y="429028"/>
            <a:ext cx="3966957" cy="3166464"/>
            <a:chOff x="4091523" y="1488475"/>
            <a:chExt cx="4612204" cy="3681507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 rot="6930745">
              <a:off x="4091773" y="4912129"/>
              <a:ext cx="257603" cy="258103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339575" y="1036633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 rot="6409000">
            <a:off x="382125" y="4291775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-2727658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  <p:sp>
        <p:nvSpPr>
          <p:cNvPr id="40" name="Google Shape;1956;p88">
            <a:extLst>
              <a:ext uri="{FF2B5EF4-FFF2-40B4-BE49-F238E27FC236}">
                <a16:creationId xmlns:a16="http://schemas.microsoft.com/office/drawing/2014/main" id="{BEA4E545-C51C-44C0-8C4A-45FFFFCE5070}"/>
              </a:ext>
            </a:extLst>
          </p:cNvPr>
          <p:cNvSpPr txBox="1">
            <a:spLocks/>
          </p:cNvSpPr>
          <p:nvPr/>
        </p:nvSpPr>
        <p:spPr>
          <a:xfrm>
            <a:off x="1526227" y="494774"/>
            <a:ext cx="6515525" cy="449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/>
              <a:t>Если в интернете что-то непонятно, страшно или подозрительно, нужно сразу сказать:</a:t>
            </a:r>
          </a:p>
          <a:p>
            <a:endParaRPr lang="ru-RU" sz="2800" dirty="0"/>
          </a:p>
          <a:p>
            <a:pPr algn="l"/>
            <a:r>
              <a:rPr lang="en-US" sz="2000" dirty="0"/>
              <a:t>-</a:t>
            </a:r>
            <a:r>
              <a:rPr lang="ru-RU" sz="2000" dirty="0"/>
              <a:t>маме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папе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учителю</a:t>
            </a:r>
          </a:p>
          <a:p>
            <a:pPr algn="l"/>
            <a:r>
              <a:rPr lang="ru-RU" sz="1800" dirty="0"/>
              <a:t> </a:t>
            </a:r>
          </a:p>
          <a:p>
            <a:r>
              <a:rPr lang="ru-RU" sz="2400" dirty="0"/>
              <a:t>Взрослые помогут разобраться.</a:t>
            </a:r>
          </a:p>
        </p:txBody>
      </p:sp>
      <p:sp>
        <p:nvSpPr>
          <p:cNvPr id="41" name="Google Shape;1913;p87">
            <a:extLst>
              <a:ext uri="{FF2B5EF4-FFF2-40B4-BE49-F238E27FC236}">
                <a16:creationId xmlns:a16="http://schemas.microsoft.com/office/drawing/2014/main" id="{98B75419-7AD7-4D18-A1F8-C070C72D7EDB}"/>
              </a:ext>
            </a:extLst>
          </p:cNvPr>
          <p:cNvSpPr/>
          <p:nvPr/>
        </p:nvSpPr>
        <p:spPr>
          <a:xfrm>
            <a:off x="2204416" y="-937595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915;p87">
            <a:extLst>
              <a:ext uri="{FF2B5EF4-FFF2-40B4-BE49-F238E27FC236}">
                <a16:creationId xmlns:a16="http://schemas.microsoft.com/office/drawing/2014/main" id="{169B1827-740E-4045-BEA1-3A2F9EE0FBFB}"/>
              </a:ext>
            </a:extLst>
          </p:cNvPr>
          <p:cNvSpPr txBox="1">
            <a:spLocks/>
          </p:cNvSpPr>
          <p:nvPr/>
        </p:nvSpPr>
        <p:spPr>
          <a:xfrm>
            <a:off x="2044768" y="-892770"/>
            <a:ext cx="3741902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600" b="0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 algn="ctr">
              <a:spcAft>
                <a:spcPts val="1200"/>
              </a:spcAft>
            </a:pPr>
            <a:r>
              <a:rPr lang="ru-RU" sz="2600"/>
              <a:t>Спрашивай взрослых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553713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07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charRg st="107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846028" y="3258043"/>
            <a:ext cx="3458999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800" dirty="0"/>
              <a:t>Будь вежливым</a:t>
            </a:r>
            <a:endParaRPr sz="28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0695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-894967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-2851955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-810895"/>
            <a:ext cx="2751300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сообщай личную информацию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20" name="Google Shape;1956;p88">
            <a:extLst>
              <a:ext uri="{FF2B5EF4-FFF2-40B4-BE49-F238E27FC236}">
                <a16:creationId xmlns:a16="http://schemas.microsoft.com/office/drawing/2014/main" id="{9CE63A60-278B-43C7-BD1B-7FCB98127EAB}"/>
              </a:ext>
            </a:extLst>
          </p:cNvPr>
          <p:cNvSpPr txBox="1">
            <a:spLocks/>
          </p:cNvSpPr>
          <p:nvPr/>
        </p:nvSpPr>
        <p:spPr>
          <a:xfrm>
            <a:off x="2045367" y="1824493"/>
            <a:ext cx="4807031" cy="306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2000" dirty="0"/>
              <a:t>Нельзя:</a:t>
            </a:r>
          </a:p>
          <a:p>
            <a:pPr algn="l"/>
            <a:r>
              <a:rPr lang="ru-RU" sz="2000" dirty="0"/>
              <a:t>-обижать других </a:t>
            </a:r>
          </a:p>
          <a:p>
            <a:pPr algn="l"/>
            <a:r>
              <a:rPr lang="ru-RU" sz="2000" dirty="0"/>
              <a:t>-писать грубые слова </a:t>
            </a:r>
          </a:p>
          <a:p>
            <a:pPr algn="l"/>
            <a:r>
              <a:rPr lang="ru-RU" sz="2000" dirty="0"/>
              <a:t>-дразнить людей </a:t>
            </a:r>
          </a:p>
          <a:p>
            <a:pPr algn="l"/>
            <a:endParaRPr lang="ru-RU" sz="2400" dirty="0"/>
          </a:p>
          <a:p>
            <a:r>
              <a:rPr lang="ru-RU" sz="2400" dirty="0"/>
              <a:t>Относись к другим так, как хочешь, чтобы относились к тебе.</a:t>
            </a:r>
          </a:p>
        </p:txBody>
      </p:sp>
      <p:sp>
        <p:nvSpPr>
          <p:cNvPr id="21" name="Google Shape;1594;p78">
            <a:extLst>
              <a:ext uri="{FF2B5EF4-FFF2-40B4-BE49-F238E27FC236}">
                <a16:creationId xmlns:a16="http://schemas.microsoft.com/office/drawing/2014/main" id="{2B54B4E7-8DAD-480D-9E61-31E88C574598}"/>
              </a:ext>
            </a:extLst>
          </p:cNvPr>
          <p:cNvSpPr txBox="1">
            <a:spLocks/>
          </p:cNvSpPr>
          <p:nvPr/>
        </p:nvSpPr>
        <p:spPr>
          <a:xfrm>
            <a:off x="2477237" y="-2873796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  <p:sp>
        <p:nvSpPr>
          <p:cNvPr id="22" name="Google Shape;1594;p78">
            <a:extLst>
              <a:ext uri="{FF2B5EF4-FFF2-40B4-BE49-F238E27FC236}">
                <a16:creationId xmlns:a16="http://schemas.microsoft.com/office/drawing/2014/main" id="{264B3181-E982-4265-BB40-DD67D7FCB7A4}"/>
              </a:ext>
            </a:extLst>
          </p:cNvPr>
          <p:cNvSpPr txBox="1">
            <a:spLocks/>
          </p:cNvSpPr>
          <p:nvPr/>
        </p:nvSpPr>
        <p:spPr>
          <a:xfrm>
            <a:off x="2477237" y="-2862875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  <p:sp>
        <p:nvSpPr>
          <p:cNvPr id="23" name="Google Shape;1956;p88">
            <a:extLst>
              <a:ext uri="{FF2B5EF4-FFF2-40B4-BE49-F238E27FC236}">
                <a16:creationId xmlns:a16="http://schemas.microsoft.com/office/drawing/2014/main" id="{1DBE427E-AB5E-4219-8DE5-E3938B053576}"/>
              </a:ext>
            </a:extLst>
          </p:cNvPr>
          <p:cNvSpPr txBox="1">
            <a:spLocks/>
          </p:cNvSpPr>
          <p:nvPr/>
        </p:nvSpPr>
        <p:spPr>
          <a:xfrm>
            <a:off x="2608207" y="698564"/>
            <a:ext cx="4500021" cy="155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/>
              <a:t>В интернете нужно быть добрым и уважительным.</a:t>
            </a:r>
          </a:p>
        </p:txBody>
      </p:sp>
      <p:sp>
        <p:nvSpPr>
          <p:cNvPr id="24" name="Google Shape;1593;p78">
            <a:extLst>
              <a:ext uri="{FF2B5EF4-FFF2-40B4-BE49-F238E27FC236}">
                <a16:creationId xmlns:a16="http://schemas.microsoft.com/office/drawing/2014/main" id="{9AEC2144-5535-4F8D-BDAA-0FDF8AAAA0F4}"/>
              </a:ext>
            </a:extLst>
          </p:cNvPr>
          <p:cNvSpPr/>
          <p:nvPr/>
        </p:nvSpPr>
        <p:spPr>
          <a:xfrm>
            <a:off x="2846029" y="-945898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595;p78">
            <a:extLst>
              <a:ext uri="{FF2B5EF4-FFF2-40B4-BE49-F238E27FC236}">
                <a16:creationId xmlns:a16="http://schemas.microsoft.com/office/drawing/2014/main" id="{5A1357D5-2371-4AF6-9201-F0517772DAEE}"/>
              </a:ext>
            </a:extLst>
          </p:cNvPr>
          <p:cNvSpPr txBox="1">
            <a:spLocks/>
          </p:cNvSpPr>
          <p:nvPr/>
        </p:nvSpPr>
        <p:spPr>
          <a:xfrm>
            <a:off x="2846028" y="-861826"/>
            <a:ext cx="3458999" cy="7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600" b="0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u-RU" sz="2800"/>
              <a:t>Будь вежливым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893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30044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044768" y="3049296"/>
            <a:ext cx="3741902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800" dirty="0"/>
              <a:t>Не верь всему, что видишь</a:t>
            </a:r>
            <a:endParaRPr sz="26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6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>
            <a:off x="5865108" y="1421749"/>
            <a:ext cx="2167804" cy="2740674"/>
            <a:chOff x="6183319" y="1488475"/>
            <a:chExt cx="2520409" cy="3186460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7642243" y="2983906"/>
              <a:ext cx="257603" cy="258102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5054450" y="1018150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>
            <a:off x="1650573" y="3863150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2571208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-94017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-892770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6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 rot="19401277">
            <a:off x="7010327" y="429028"/>
            <a:ext cx="3966957" cy="3166464"/>
            <a:chOff x="4091523" y="1488475"/>
            <a:chExt cx="4612204" cy="3681507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 rot="6930745">
              <a:off x="4091773" y="4912129"/>
              <a:ext cx="257603" cy="258103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339575" y="1036633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 rot="6409000">
            <a:off x="382125" y="4291775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-2727658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  <p:sp>
        <p:nvSpPr>
          <p:cNvPr id="40" name="Google Shape;1956;p88">
            <a:extLst>
              <a:ext uri="{FF2B5EF4-FFF2-40B4-BE49-F238E27FC236}">
                <a16:creationId xmlns:a16="http://schemas.microsoft.com/office/drawing/2014/main" id="{BEA4E545-C51C-44C0-8C4A-45FFFFCE5070}"/>
              </a:ext>
            </a:extLst>
          </p:cNvPr>
          <p:cNvSpPr txBox="1">
            <a:spLocks/>
          </p:cNvSpPr>
          <p:nvPr/>
        </p:nvSpPr>
        <p:spPr>
          <a:xfrm>
            <a:off x="1972520" y="627675"/>
            <a:ext cx="6069232" cy="435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2400" dirty="0"/>
              <a:t>Не вся информация в интернете правдивая.</a:t>
            </a:r>
            <a:endParaRPr lang="ru-RU" sz="2000" dirty="0"/>
          </a:p>
          <a:p>
            <a:pPr algn="l"/>
            <a:br>
              <a:rPr lang="ru-RU" sz="2400" dirty="0"/>
            </a:br>
            <a:r>
              <a:rPr lang="ru-RU" sz="2400" dirty="0"/>
              <a:t>Иногда там бывают ошибки и обман.</a:t>
            </a:r>
          </a:p>
          <a:p>
            <a:pPr algn="l"/>
            <a:br>
              <a:rPr lang="ru-RU" sz="2400" dirty="0"/>
            </a:br>
            <a:r>
              <a:rPr lang="ru-RU" sz="2400" dirty="0"/>
              <a:t>Лучше проверить информацию или спросить взрослого.</a:t>
            </a:r>
            <a:endParaRPr lang="ru-RU" sz="3200" dirty="0"/>
          </a:p>
        </p:txBody>
      </p:sp>
      <p:sp>
        <p:nvSpPr>
          <p:cNvPr id="41" name="Google Shape;1913;p87">
            <a:extLst>
              <a:ext uri="{FF2B5EF4-FFF2-40B4-BE49-F238E27FC236}">
                <a16:creationId xmlns:a16="http://schemas.microsoft.com/office/drawing/2014/main" id="{7834433E-0166-4D82-BC0D-327628B38A2D}"/>
              </a:ext>
            </a:extLst>
          </p:cNvPr>
          <p:cNvSpPr/>
          <p:nvPr/>
        </p:nvSpPr>
        <p:spPr>
          <a:xfrm>
            <a:off x="2204416" y="-984995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915;p87">
            <a:extLst>
              <a:ext uri="{FF2B5EF4-FFF2-40B4-BE49-F238E27FC236}">
                <a16:creationId xmlns:a16="http://schemas.microsoft.com/office/drawing/2014/main" id="{815EF104-FBD7-4D55-A4FF-4D2CA18FAC5E}"/>
              </a:ext>
            </a:extLst>
          </p:cNvPr>
          <p:cNvSpPr txBox="1">
            <a:spLocks/>
          </p:cNvSpPr>
          <p:nvPr/>
        </p:nvSpPr>
        <p:spPr>
          <a:xfrm>
            <a:off x="2044768" y="-940170"/>
            <a:ext cx="3741902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600" b="0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 algn="ctr">
              <a:spcAft>
                <a:spcPts val="1200"/>
              </a:spcAft>
            </a:pPr>
            <a:r>
              <a:rPr lang="ru-RU" sz="2800"/>
              <a:t>Не верь всему, что видишь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4027084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0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dirty="0"/>
              <a:t>Что делать, если появилась проблема?</a:t>
            </a:r>
            <a:endParaRPr b="1" dirty="0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296" name="Google Shape;1296;p70"/>
          <p:cNvSpPr txBox="1">
            <a:spLocks noGrp="1"/>
          </p:cNvSpPr>
          <p:nvPr>
            <p:ph type="body" idx="1"/>
          </p:nvPr>
        </p:nvSpPr>
        <p:spPr>
          <a:xfrm>
            <a:off x="532625" y="1120857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ru-RU" sz="2400" dirty="0"/>
              <a:t>Если кто-то:</a:t>
            </a:r>
          </a:p>
          <a:p>
            <a:r>
              <a:rPr lang="ru-RU" sz="2400" dirty="0"/>
              <a:t>пугает тебя </a:t>
            </a:r>
          </a:p>
          <a:p>
            <a:r>
              <a:rPr lang="ru-RU" sz="2400" dirty="0"/>
              <a:t>просит секреты </a:t>
            </a:r>
          </a:p>
          <a:p>
            <a:r>
              <a:rPr lang="ru-RU" sz="2400" dirty="0"/>
              <a:t>обижает тебя в интернете </a:t>
            </a:r>
          </a:p>
          <a:p>
            <a:pPr marL="139700" indent="0">
              <a:buNone/>
            </a:pPr>
            <a:r>
              <a:rPr lang="ru-RU" sz="2400" dirty="0"/>
              <a:t>Нужно:</a:t>
            </a:r>
          </a:p>
          <a:p>
            <a:r>
              <a:rPr lang="ru-RU" sz="2400" dirty="0"/>
              <a:t>не отвечать </a:t>
            </a:r>
          </a:p>
          <a:p>
            <a:r>
              <a:rPr lang="ru-RU" sz="2400" dirty="0"/>
              <a:t>показать экран взрослому </a:t>
            </a:r>
          </a:p>
          <a:p>
            <a:r>
              <a:rPr lang="ru-RU" sz="2400" dirty="0"/>
              <a:t>сохранить сообщение, если нужно</a:t>
            </a:r>
          </a:p>
        </p:txBody>
      </p:sp>
      <p:grpSp>
        <p:nvGrpSpPr>
          <p:cNvPr id="1297" name="Google Shape;1297;p70"/>
          <p:cNvGrpSpPr/>
          <p:nvPr/>
        </p:nvGrpSpPr>
        <p:grpSpPr>
          <a:xfrm>
            <a:off x="8236625" y="4105445"/>
            <a:ext cx="501556" cy="570430"/>
            <a:chOff x="10190200" y="4253570"/>
            <a:chExt cx="501556" cy="570430"/>
          </a:xfrm>
        </p:grpSpPr>
        <p:sp>
          <p:nvSpPr>
            <p:cNvPr id="1298" name="Google Shape;1298;p70"/>
            <p:cNvSpPr/>
            <p:nvPr/>
          </p:nvSpPr>
          <p:spPr>
            <a:xfrm>
              <a:off x="10440975" y="4253570"/>
              <a:ext cx="250781" cy="250235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10190200" y="457322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764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73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/>
              <a:t>Главное правило</a:t>
            </a:r>
            <a:endParaRPr dirty="0"/>
          </a:p>
        </p:txBody>
      </p:sp>
      <p:sp>
        <p:nvSpPr>
          <p:cNvPr id="1393" name="Google Shape;1393;p73"/>
          <p:cNvSpPr txBox="1">
            <a:spLocks noGrp="1"/>
          </p:cNvSpPr>
          <p:nvPr>
            <p:ph type="body" idx="1"/>
          </p:nvPr>
        </p:nvSpPr>
        <p:spPr>
          <a:xfrm>
            <a:off x="574873" y="2297340"/>
            <a:ext cx="3636060" cy="2198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ru-RU" sz="1600" dirty="0"/>
              <a:t>Интернет — полезный и интересный, если пользоваться им правильно.</a:t>
            </a:r>
            <a:br>
              <a:rPr lang="ru-RU" sz="1600" dirty="0"/>
            </a:br>
            <a:r>
              <a:rPr lang="ru-RU" sz="1600" dirty="0"/>
              <a:t>Помни:</a:t>
            </a:r>
            <a:br>
              <a:rPr lang="ru-RU" sz="1600" dirty="0"/>
            </a:br>
            <a:r>
              <a:rPr lang="ru-RU" sz="1600" b="1" dirty="0"/>
              <a:t>будь внимательным, осторожным и всегда обращайся к взрослым за помощью.</a:t>
            </a:r>
            <a:endParaRPr lang="ru-RU" sz="1600" dirty="0"/>
          </a:p>
        </p:txBody>
      </p:sp>
      <p:grpSp>
        <p:nvGrpSpPr>
          <p:cNvPr id="1394" name="Google Shape;1394;p73"/>
          <p:cNvGrpSpPr/>
          <p:nvPr/>
        </p:nvGrpSpPr>
        <p:grpSpPr>
          <a:xfrm>
            <a:off x="5079450" y="1427221"/>
            <a:ext cx="2978050" cy="2565400"/>
            <a:chOff x="5079450" y="1427221"/>
            <a:chExt cx="2978050" cy="2565400"/>
          </a:xfrm>
        </p:grpSpPr>
        <p:grpSp>
          <p:nvGrpSpPr>
            <p:cNvPr id="1395" name="Google Shape;1395;p73"/>
            <p:cNvGrpSpPr/>
            <p:nvPr/>
          </p:nvGrpSpPr>
          <p:grpSpPr>
            <a:xfrm>
              <a:off x="5079450" y="1427221"/>
              <a:ext cx="2978050" cy="2565400"/>
              <a:chOff x="5079450" y="1388500"/>
              <a:chExt cx="2978050" cy="2565400"/>
            </a:xfrm>
          </p:grpSpPr>
          <p:sp>
            <p:nvSpPr>
              <p:cNvPr id="1396" name="Google Shape;1396;p73"/>
              <p:cNvSpPr/>
              <p:nvPr/>
            </p:nvSpPr>
            <p:spPr>
              <a:xfrm>
                <a:off x="5654675" y="1388500"/>
                <a:ext cx="1268300" cy="2565400"/>
              </a:xfrm>
              <a:custGeom>
                <a:avLst/>
                <a:gdLst/>
                <a:ahLst/>
                <a:cxnLst/>
                <a:rect l="l" t="t" r="r" b="b"/>
                <a:pathLst>
                  <a:path w="50732" h="102616" extrusionOk="0">
                    <a:moveTo>
                      <a:pt x="5715" y="0"/>
                    </a:moveTo>
                    <a:cubicBezTo>
                      <a:pt x="2554" y="0"/>
                      <a:pt x="1" y="2554"/>
                      <a:pt x="1" y="5684"/>
                    </a:cubicBezTo>
                    <a:lnTo>
                      <a:pt x="1" y="96932"/>
                    </a:lnTo>
                    <a:cubicBezTo>
                      <a:pt x="1" y="100063"/>
                      <a:pt x="2554" y="102616"/>
                      <a:pt x="5715" y="102616"/>
                    </a:cubicBezTo>
                    <a:lnTo>
                      <a:pt x="45047" y="102616"/>
                    </a:lnTo>
                    <a:cubicBezTo>
                      <a:pt x="48178" y="102616"/>
                      <a:pt x="50731" y="100063"/>
                      <a:pt x="50731" y="96932"/>
                    </a:cubicBezTo>
                    <a:lnTo>
                      <a:pt x="50731" y="5684"/>
                    </a:lnTo>
                    <a:cubicBezTo>
                      <a:pt x="50731" y="2554"/>
                      <a:pt x="48178" y="0"/>
                      <a:pt x="450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73"/>
              <p:cNvSpPr/>
              <p:nvPr/>
            </p:nvSpPr>
            <p:spPr>
              <a:xfrm>
                <a:off x="5680525" y="2759350"/>
                <a:ext cx="1215850" cy="11596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384" extrusionOk="0">
                    <a:moveTo>
                      <a:pt x="0" y="0"/>
                    </a:moveTo>
                    <a:lnTo>
                      <a:pt x="0" y="41429"/>
                    </a:lnTo>
                    <a:cubicBezTo>
                      <a:pt x="0" y="44165"/>
                      <a:pt x="2219" y="46384"/>
                      <a:pt x="4955" y="46384"/>
                    </a:cubicBezTo>
                    <a:lnTo>
                      <a:pt x="43709" y="46384"/>
                    </a:lnTo>
                    <a:cubicBezTo>
                      <a:pt x="46415" y="46384"/>
                      <a:pt x="48634" y="44165"/>
                      <a:pt x="48634" y="41429"/>
                    </a:cubicBezTo>
                    <a:lnTo>
                      <a:pt x="48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73"/>
              <p:cNvSpPr/>
              <p:nvPr/>
            </p:nvSpPr>
            <p:spPr>
              <a:xfrm>
                <a:off x="5796775" y="2963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73"/>
              <p:cNvSpPr/>
              <p:nvPr/>
            </p:nvSpPr>
            <p:spPr>
              <a:xfrm>
                <a:off x="5907725" y="3056450"/>
                <a:ext cx="357950" cy="2895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1158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lnTo>
                      <a:pt x="1" y="10791"/>
                    </a:lnTo>
                    <a:cubicBezTo>
                      <a:pt x="1" y="11247"/>
                      <a:pt x="366" y="11581"/>
                      <a:pt x="791" y="11581"/>
                    </a:cubicBezTo>
                    <a:lnTo>
                      <a:pt x="13527" y="11581"/>
                    </a:lnTo>
                    <a:cubicBezTo>
                      <a:pt x="13952" y="11581"/>
                      <a:pt x="14287" y="11247"/>
                      <a:pt x="14317" y="10791"/>
                    </a:cubicBezTo>
                    <a:lnTo>
                      <a:pt x="14317" y="791"/>
                    </a:lnTo>
                    <a:cubicBezTo>
                      <a:pt x="14317" y="335"/>
                      <a:pt x="13952" y="1"/>
                      <a:pt x="135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EB3E4">
                      <a:alpha val="57647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73"/>
              <p:cNvSpPr/>
              <p:nvPr/>
            </p:nvSpPr>
            <p:spPr>
              <a:xfrm>
                <a:off x="6330225" y="3056450"/>
                <a:ext cx="357950" cy="2895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1158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lnTo>
                      <a:pt x="1" y="10791"/>
                    </a:lnTo>
                    <a:cubicBezTo>
                      <a:pt x="1" y="11247"/>
                      <a:pt x="396" y="11581"/>
                      <a:pt x="791" y="11581"/>
                    </a:cubicBezTo>
                    <a:lnTo>
                      <a:pt x="13527" y="11581"/>
                    </a:lnTo>
                    <a:cubicBezTo>
                      <a:pt x="13952" y="11581"/>
                      <a:pt x="14287" y="11247"/>
                      <a:pt x="14317" y="10791"/>
                    </a:cubicBezTo>
                    <a:lnTo>
                      <a:pt x="14317" y="791"/>
                    </a:lnTo>
                    <a:cubicBezTo>
                      <a:pt x="14317" y="335"/>
                      <a:pt x="13952" y="1"/>
                      <a:pt x="135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EB3E4">
                      <a:alpha val="57647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73"/>
              <p:cNvSpPr/>
              <p:nvPr/>
            </p:nvSpPr>
            <p:spPr>
              <a:xfrm>
                <a:off x="5907725" y="3415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73"/>
              <p:cNvSpPr/>
              <p:nvPr/>
            </p:nvSpPr>
            <p:spPr>
              <a:xfrm>
                <a:off x="5907725" y="3494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73"/>
              <p:cNvSpPr/>
              <p:nvPr/>
            </p:nvSpPr>
            <p:spPr>
              <a:xfrm>
                <a:off x="5907725" y="3573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73"/>
              <p:cNvSpPr/>
              <p:nvPr/>
            </p:nvSpPr>
            <p:spPr>
              <a:xfrm>
                <a:off x="5680525" y="1424225"/>
                <a:ext cx="1215850" cy="1801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7204" extrusionOk="0">
                    <a:moveTo>
                      <a:pt x="4955" y="0"/>
                    </a:moveTo>
                    <a:cubicBezTo>
                      <a:pt x="2219" y="0"/>
                      <a:pt x="0" y="2219"/>
                      <a:pt x="0" y="4954"/>
                    </a:cubicBezTo>
                    <a:lnTo>
                      <a:pt x="0" y="7204"/>
                    </a:lnTo>
                    <a:lnTo>
                      <a:pt x="48634" y="7204"/>
                    </a:lnTo>
                    <a:lnTo>
                      <a:pt x="48634" y="4954"/>
                    </a:lnTo>
                    <a:cubicBezTo>
                      <a:pt x="48634" y="2219"/>
                      <a:pt x="46415" y="0"/>
                      <a:pt x="43709" y="0"/>
                    </a:cubicBezTo>
                    <a:lnTo>
                      <a:pt x="26718" y="0"/>
                    </a:lnTo>
                    <a:cubicBezTo>
                      <a:pt x="25989" y="0"/>
                      <a:pt x="25381" y="456"/>
                      <a:pt x="25168" y="1125"/>
                    </a:cubicBezTo>
                    <a:cubicBezTo>
                      <a:pt x="25047" y="1459"/>
                      <a:pt x="24712" y="1702"/>
                      <a:pt x="24317" y="1702"/>
                    </a:cubicBezTo>
                    <a:cubicBezTo>
                      <a:pt x="23952" y="1702"/>
                      <a:pt x="23588" y="1489"/>
                      <a:pt x="23496" y="1125"/>
                    </a:cubicBezTo>
                    <a:cubicBezTo>
                      <a:pt x="23253" y="426"/>
                      <a:pt x="22615" y="0"/>
                      <a:pt x="219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73"/>
              <p:cNvSpPr/>
              <p:nvPr/>
            </p:nvSpPr>
            <p:spPr>
              <a:xfrm>
                <a:off x="5680525" y="1602775"/>
                <a:ext cx="1215850" cy="1155075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203" extrusionOk="0">
                    <a:moveTo>
                      <a:pt x="0" y="1"/>
                    </a:moveTo>
                    <a:lnTo>
                      <a:pt x="0" y="46202"/>
                    </a:lnTo>
                    <a:lnTo>
                      <a:pt x="48634" y="46202"/>
                    </a:lnTo>
                    <a:lnTo>
                      <a:pt x="48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73"/>
              <p:cNvSpPr/>
              <p:nvPr/>
            </p:nvSpPr>
            <p:spPr>
              <a:xfrm>
                <a:off x="6071875" y="2451575"/>
                <a:ext cx="40655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6262" h="1369" extrusionOk="0">
                    <a:moveTo>
                      <a:pt x="699" y="1"/>
                    </a:moveTo>
                    <a:cubicBezTo>
                      <a:pt x="304" y="1"/>
                      <a:pt x="0" y="305"/>
                      <a:pt x="0" y="670"/>
                    </a:cubicBezTo>
                    <a:cubicBezTo>
                      <a:pt x="0" y="1065"/>
                      <a:pt x="304" y="1369"/>
                      <a:pt x="699" y="1369"/>
                    </a:cubicBezTo>
                    <a:lnTo>
                      <a:pt x="15593" y="1369"/>
                    </a:lnTo>
                    <a:cubicBezTo>
                      <a:pt x="15958" y="1369"/>
                      <a:pt x="16262" y="1065"/>
                      <a:pt x="16262" y="670"/>
                    </a:cubicBezTo>
                    <a:cubicBezTo>
                      <a:pt x="16262" y="305"/>
                      <a:pt x="15958" y="1"/>
                      <a:pt x="155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73"/>
              <p:cNvSpPr/>
              <p:nvPr/>
            </p:nvSpPr>
            <p:spPr>
              <a:xfrm>
                <a:off x="6153925" y="2538200"/>
                <a:ext cx="24320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400" extrusionOk="0">
                    <a:moveTo>
                      <a:pt x="670" y="1"/>
                    </a:moveTo>
                    <a:cubicBezTo>
                      <a:pt x="305" y="1"/>
                      <a:pt x="1" y="335"/>
                      <a:pt x="1" y="700"/>
                    </a:cubicBezTo>
                    <a:cubicBezTo>
                      <a:pt x="1" y="1095"/>
                      <a:pt x="305" y="1399"/>
                      <a:pt x="670" y="1399"/>
                    </a:cubicBezTo>
                    <a:lnTo>
                      <a:pt x="9028" y="1399"/>
                    </a:lnTo>
                    <a:cubicBezTo>
                      <a:pt x="9424" y="1399"/>
                      <a:pt x="9728" y="1095"/>
                      <a:pt x="9728" y="700"/>
                    </a:cubicBezTo>
                    <a:cubicBezTo>
                      <a:pt x="9728" y="335"/>
                      <a:pt x="9424" y="1"/>
                      <a:pt x="9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73"/>
              <p:cNvSpPr/>
              <p:nvPr/>
            </p:nvSpPr>
            <p:spPr>
              <a:xfrm>
                <a:off x="7514150" y="3391575"/>
                <a:ext cx="497750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9910" h="2584" extrusionOk="0">
                    <a:moveTo>
                      <a:pt x="1277" y="0"/>
                    </a:moveTo>
                    <a:cubicBezTo>
                      <a:pt x="547" y="0"/>
                      <a:pt x="0" y="578"/>
                      <a:pt x="0" y="1307"/>
                    </a:cubicBezTo>
                    <a:cubicBezTo>
                      <a:pt x="0" y="2006"/>
                      <a:pt x="547" y="2584"/>
                      <a:pt x="1277" y="2584"/>
                    </a:cubicBezTo>
                    <a:lnTo>
                      <a:pt x="18602" y="2584"/>
                    </a:lnTo>
                    <a:cubicBezTo>
                      <a:pt x="19332" y="2584"/>
                      <a:pt x="19909" y="2006"/>
                      <a:pt x="19909" y="1307"/>
                    </a:cubicBezTo>
                    <a:cubicBezTo>
                      <a:pt x="19909" y="578"/>
                      <a:pt x="19332" y="0"/>
                      <a:pt x="18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73"/>
              <p:cNvSpPr/>
              <p:nvPr/>
            </p:nvSpPr>
            <p:spPr>
              <a:xfrm>
                <a:off x="7512625" y="3529100"/>
                <a:ext cx="25080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10032" h="2585" extrusionOk="0">
                    <a:moveTo>
                      <a:pt x="1308" y="1"/>
                    </a:moveTo>
                    <a:cubicBezTo>
                      <a:pt x="578" y="1"/>
                      <a:pt x="0" y="578"/>
                      <a:pt x="0" y="1308"/>
                    </a:cubicBezTo>
                    <a:cubicBezTo>
                      <a:pt x="0" y="2037"/>
                      <a:pt x="578" y="2584"/>
                      <a:pt x="1308" y="2584"/>
                    </a:cubicBezTo>
                    <a:lnTo>
                      <a:pt x="8754" y="2584"/>
                    </a:lnTo>
                    <a:cubicBezTo>
                      <a:pt x="9484" y="2584"/>
                      <a:pt x="10031" y="1976"/>
                      <a:pt x="10031" y="1308"/>
                    </a:cubicBezTo>
                    <a:cubicBezTo>
                      <a:pt x="10031" y="578"/>
                      <a:pt x="9484" y="1"/>
                      <a:pt x="87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73"/>
              <p:cNvSpPr/>
              <p:nvPr/>
            </p:nvSpPr>
            <p:spPr>
              <a:xfrm>
                <a:off x="6719661" y="1828475"/>
                <a:ext cx="864775" cy="1223450"/>
              </a:xfrm>
              <a:custGeom>
                <a:avLst/>
                <a:gdLst/>
                <a:ahLst/>
                <a:cxnLst/>
                <a:rect l="l" t="t" r="r" b="b"/>
                <a:pathLst>
                  <a:path w="34591" h="48938" extrusionOk="0">
                    <a:moveTo>
                      <a:pt x="2037" y="0"/>
                    </a:moveTo>
                    <a:cubicBezTo>
                      <a:pt x="912" y="0"/>
                      <a:pt x="0" y="912"/>
                      <a:pt x="0" y="2007"/>
                    </a:cubicBezTo>
                    <a:lnTo>
                      <a:pt x="0" y="46901"/>
                    </a:lnTo>
                    <a:cubicBezTo>
                      <a:pt x="0" y="48025"/>
                      <a:pt x="943" y="48937"/>
                      <a:pt x="2037" y="48937"/>
                    </a:cubicBezTo>
                    <a:lnTo>
                      <a:pt x="32585" y="48937"/>
                    </a:lnTo>
                    <a:cubicBezTo>
                      <a:pt x="33679" y="48937"/>
                      <a:pt x="34591" y="47995"/>
                      <a:pt x="34591" y="46901"/>
                    </a:cubicBezTo>
                    <a:lnTo>
                      <a:pt x="34591" y="2007"/>
                    </a:lnTo>
                    <a:cubicBezTo>
                      <a:pt x="34591" y="912"/>
                      <a:pt x="33679" y="0"/>
                      <a:pt x="325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73"/>
              <p:cNvSpPr/>
              <p:nvPr/>
            </p:nvSpPr>
            <p:spPr>
              <a:xfrm>
                <a:off x="5084000" y="2953875"/>
                <a:ext cx="505350" cy="505350"/>
              </a:xfrm>
              <a:custGeom>
                <a:avLst/>
                <a:gdLst/>
                <a:ahLst/>
                <a:cxnLst/>
                <a:rect l="l" t="t" r="r" b="b"/>
                <a:pathLst>
                  <a:path w="20214" h="20214" extrusionOk="0">
                    <a:moveTo>
                      <a:pt x="20214" y="10092"/>
                    </a:moveTo>
                    <a:cubicBezTo>
                      <a:pt x="20214" y="15684"/>
                      <a:pt x="15685" y="20213"/>
                      <a:pt x="10123" y="20213"/>
                    </a:cubicBezTo>
                    <a:cubicBezTo>
                      <a:pt x="4530" y="20213"/>
                      <a:pt x="1" y="15684"/>
                      <a:pt x="1" y="10092"/>
                    </a:cubicBezTo>
                    <a:cubicBezTo>
                      <a:pt x="1" y="4529"/>
                      <a:pt x="4530" y="0"/>
                      <a:pt x="10123" y="0"/>
                    </a:cubicBezTo>
                    <a:cubicBezTo>
                      <a:pt x="15685" y="0"/>
                      <a:pt x="20214" y="4529"/>
                      <a:pt x="20214" y="1009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73"/>
              <p:cNvSpPr/>
              <p:nvPr/>
            </p:nvSpPr>
            <p:spPr>
              <a:xfrm>
                <a:off x="5264875" y="3084575"/>
                <a:ext cx="214300" cy="248500"/>
              </a:xfrm>
              <a:custGeom>
                <a:avLst/>
                <a:gdLst/>
                <a:ahLst/>
                <a:cxnLst/>
                <a:rect l="l" t="t" r="r" b="b"/>
                <a:pathLst>
                  <a:path w="8572" h="9940" extrusionOk="0">
                    <a:moveTo>
                      <a:pt x="0" y="0"/>
                    </a:moveTo>
                    <a:lnTo>
                      <a:pt x="0" y="4985"/>
                    </a:lnTo>
                    <a:lnTo>
                      <a:pt x="0" y="9940"/>
                    </a:lnTo>
                    <a:lnTo>
                      <a:pt x="4286" y="7447"/>
                    </a:lnTo>
                    <a:lnTo>
                      <a:pt x="8572" y="4985"/>
                    </a:lnTo>
                    <a:lnTo>
                      <a:pt x="4286" y="25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73"/>
              <p:cNvSpPr/>
              <p:nvPr/>
            </p:nvSpPr>
            <p:spPr>
              <a:xfrm>
                <a:off x="7071750" y="2735775"/>
                <a:ext cx="805525" cy="232550"/>
              </a:xfrm>
              <a:custGeom>
                <a:avLst/>
                <a:gdLst/>
                <a:ahLst/>
                <a:cxnLst/>
                <a:rect l="l" t="t" r="r" b="b"/>
                <a:pathLst>
                  <a:path w="32221" h="9302" extrusionOk="0">
                    <a:moveTo>
                      <a:pt x="1369" y="1"/>
                    </a:moveTo>
                    <a:cubicBezTo>
                      <a:pt x="609" y="1"/>
                      <a:pt x="1" y="609"/>
                      <a:pt x="1" y="1369"/>
                    </a:cubicBezTo>
                    <a:lnTo>
                      <a:pt x="1" y="7904"/>
                    </a:lnTo>
                    <a:cubicBezTo>
                      <a:pt x="1" y="8664"/>
                      <a:pt x="609" y="9302"/>
                      <a:pt x="1369" y="9302"/>
                    </a:cubicBezTo>
                    <a:lnTo>
                      <a:pt x="30853" y="9302"/>
                    </a:lnTo>
                    <a:cubicBezTo>
                      <a:pt x="31612" y="9302"/>
                      <a:pt x="32220" y="8694"/>
                      <a:pt x="32220" y="7904"/>
                    </a:cubicBezTo>
                    <a:lnTo>
                      <a:pt x="32220" y="1369"/>
                    </a:lnTo>
                    <a:cubicBezTo>
                      <a:pt x="32220" y="609"/>
                      <a:pt x="31612" y="1"/>
                      <a:pt x="308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73"/>
              <p:cNvSpPr/>
              <p:nvPr/>
            </p:nvSpPr>
            <p:spPr>
              <a:xfrm>
                <a:off x="7121900" y="2775300"/>
                <a:ext cx="170250" cy="155050"/>
              </a:xfrm>
              <a:custGeom>
                <a:avLst/>
                <a:gdLst/>
                <a:ahLst/>
                <a:cxnLst/>
                <a:rect l="l" t="t" r="r" b="b"/>
                <a:pathLst>
                  <a:path w="6810" h="6202" extrusionOk="0">
                    <a:moveTo>
                      <a:pt x="3405" y="0"/>
                    </a:moveTo>
                    <a:cubicBezTo>
                      <a:pt x="2615" y="0"/>
                      <a:pt x="1825" y="304"/>
                      <a:pt x="1217" y="912"/>
                    </a:cubicBezTo>
                    <a:cubicBezTo>
                      <a:pt x="1" y="2128"/>
                      <a:pt x="1" y="4073"/>
                      <a:pt x="1217" y="5289"/>
                    </a:cubicBezTo>
                    <a:cubicBezTo>
                      <a:pt x="1825" y="5897"/>
                      <a:pt x="2615" y="6201"/>
                      <a:pt x="3405" y="6201"/>
                    </a:cubicBezTo>
                    <a:cubicBezTo>
                      <a:pt x="4196" y="6201"/>
                      <a:pt x="4986" y="5897"/>
                      <a:pt x="5594" y="5289"/>
                    </a:cubicBezTo>
                    <a:cubicBezTo>
                      <a:pt x="6810" y="4073"/>
                      <a:pt x="6810" y="2128"/>
                      <a:pt x="5594" y="912"/>
                    </a:cubicBezTo>
                    <a:cubicBezTo>
                      <a:pt x="4986" y="304"/>
                      <a:pt x="4196" y="0"/>
                      <a:pt x="3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73"/>
              <p:cNvSpPr/>
              <p:nvPr/>
            </p:nvSpPr>
            <p:spPr>
              <a:xfrm>
                <a:off x="7345325" y="2811000"/>
                <a:ext cx="2849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399" h="1004" extrusionOk="0">
                    <a:moveTo>
                      <a:pt x="487" y="1"/>
                    </a:moveTo>
                    <a:cubicBezTo>
                      <a:pt x="243" y="1"/>
                      <a:pt x="0" y="244"/>
                      <a:pt x="0" y="518"/>
                    </a:cubicBezTo>
                    <a:cubicBezTo>
                      <a:pt x="0" y="761"/>
                      <a:pt x="243" y="1004"/>
                      <a:pt x="487" y="1004"/>
                    </a:cubicBezTo>
                    <a:lnTo>
                      <a:pt x="10912" y="1004"/>
                    </a:lnTo>
                    <a:cubicBezTo>
                      <a:pt x="11186" y="1004"/>
                      <a:pt x="11399" y="822"/>
                      <a:pt x="11399" y="518"/>
                    </a:cubicBezTo>
                    <a:cubicBezTo>
                      <a:pt x="11399" y="244"/>
                      <a:pt x="11186" y="1"/>
                      <a:pt x="109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73"/>
              <p:cNvSpPr/>
              <p:nvPr/>
            </p:nvSpPr>
            <p:spPr>
              <a:xfrm>
                <a:off x="7661425" y="2811000"/>
                <a:ext cx="1429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1004" extrusionOk="0">
                    <a:moveTo>
                      <a:pt x="518" y="1"/>
                    </a:moveTo>
                    <a:cubicBezTo>
                      <a:pt x="244" y="1"/>
                      <a:pt x="1" y="244"/>
                      <a:pt x="1" y="518"/>
                    </a:cubicBezTo>
                    <a:cubicBezTo>
                      <a:pt x="1" y="761"/>
                      <a:pt x="244" y="1004"/>
                      <a:pt x="518" y="1004"/>
                    </a:cubicBezTo>
                    <a:lnTo>
                      <a:pt x="5229" y="1004"/>
                    </a:lnTo>
                    <a:cubicBezTo>
                      <a:pt x="5472" y="1004"/>
                      <a:pt x="5685" y="822"/>
                      <a:pt x="5715" y="518"/>
                    </a:cubicBezTo>
                    <a:cubicBezTo>
                      <a:pt x="5715" y="244"/>
                      <a:pt x="5472" y="1"/>
                      <a:pt x="52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73"/>
              <p:cNvSpPr/>
              <p:nvPr/>
            </p:nvSpPr>
            <p:spPr>
              <a:xfrm>
                <a:off x="7345325" y="2873325"/>
                <a:ext cx="1710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6840" h="974" extrusionOk="0">
                    <a:moveTo>
                      <a:pt x="487" y="0"/>
                    </a:moveTo>
                    <a:cubicBezTo>
                      <a:pt x="243" y="0"/>
                      <a:pt x="0" y="213"/>
                      <a:pt x="0" y="487"/>
                    </a:cubicBezTo>
                    <a:cubicBezTo>
                      <a:pt x="0" y="760"/>
                      <a:pt x="243" y="973"/>
                      <a:pt x="487" y="973"/>
                    </a:cubicBezTo>
                    <a:lnTo>
                      <a:pt x="6353" y="973"/>
                    </a:lnTo>
                    <a:cubicBezTo>
                      <a:pt x="6627" y="973"/>
                      <a:pt x="6839" y="760"/>
                      <a:pt x="6839" y="487"/>
                    </a:cubicBezTo>
                    <a:cubicBezTo>
                      <a:pt x="6839" y="213"/>
                      <a:pt x="6627" y="0"/>
                      <a:pt x="6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73"/>
              <p:cNvSpPr/>
              <p:nvPr/>
            </p:nvSpPr>
            <p:spPr>
              <a:xfrm>
                <a:off x="6850750" y="3205400"/>
                <a:ext cx="473450" cy="554725"/>
              </a:xfrm>
              <a:custGeom>
                <a:avLst/>
                <a:gdLst/>
                <a:ahLst/>
                <a:cxnLst/>
                <a:rect l="l" t="t" r="r" b="b"/>
                <a:pathLst>
                  <a:path w="18938" h="22189" extrusionOk="0">
                    <a:moveTo>
                      <a:pt x="14044" y="14073"/>
                    </a:moveTo>
                    <a:lnTo>
                      <a:pt x="14044" y="14073"/>
                    </a:lnTo>
                    <a:cubicBezTo>
                      <a:pt x="13253" y="14864"/>
                      <a:pt x="12220" y="15289"/>
                      <a:pt x="11095" y="15289"/>
                    </a:cubicBezTo>
                    <a:cubicBezTo>
                      <a:pt x="8816" y="15289"/>
                      <a:pt x="6901" y="13405"/>
                      <a:pt x="6901" y="11095"/>
                    </a:cubicBezTo>
                    <a:cubicBezTo>
                      <a:pt x="6901" y="8815"/>
                      <a:pt x="8785" y="6930"/>
                      <a:pt x="11095" y="6930"/>
                    </a:cubicBezTo>
                    <a:lnTo>
                      <a:pt x="11095" y="0"/>
                    </a:lnTo>
                    <a:cubicBezTo>
                      <a:pt x="4986" y="0"/>
                      <a:pt x="1" y="4985"/>
                      <a:pt x="1" y="11095"/>
                    </a:cubicBezTo>
                    <a:cubicBezTo>
                      <a:pt x="1" y="17204"/>
                      <a:pt x="4986" y="22189"/>
                      <a:pt x="11095" y="22189"/>
                    </a:cubicBezTo>
                    <a:cubicBezTo>
                      <a:pt x="14044" y="22189"/>
                      <a:pt x="16840" y="21064"/>
                      <a:pt x="18937" y="18967"/>
                    </a:cubicBezTo>
                    <a:lnTo>
                      <a:pt x="18937" y="189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73"/>
              <p:cNvSpPr/>
              <p:nvPr/>
            </p:nvSpPr>
            <p:spPr>
              <a:xfrm>
                <a:off x="7128125" y="3206150"/>
                <a:ext cx="277375" cy="474200"/>
              </a:xfrm>
              <a:custGeom>
                <a:avLst/>
                <a:gdLst/>
                <a:ahLst/>
                <a:cxnLst/>
                <a:rect l="l" t="t" r="r" b="b"/>
                <a:pathLst>
                  <a:path w="11095" h="18968" extrusionOk="0">
                    <a:moveTo>
                      <a:pt x="0" y="1"/>
                    </a:moveTo>
                    <a:lnTo>
                      <a:pt x="0" y="6931"/>
                    </a:lnTo>
                    <a:cubicBezTo>
                      <a:pt x="2280" y="6931"/>
                      <a:pt x="4195" y="8785"/>
                      <a:pt x="4195" y="11095"/>
                    </a:cubicBezTo>
                    <a:cubicBezTo>
                      <a:pt x="4195" y="12220"/>
                      <a:pt x="3769" y="13284"/>
                      <a:pt x="2979" y="14074"/>
                    </a:cubicBezTo>
                    <a:lnTo>
                      <a:pt x="7873" y="18967"/>
                    </a:lnTo>
                    <a:cubicBezTo>
                      <a:pt x="9970" y="16840"/>
                      <a:pt x="11095" y="14074"/>
                      <a:pt x="11095" y="11095"/>
                    </a:cubicBezTo>
                    <a:cubicBezTo>
                      <a:pt x="11095" y="4986"/>
                      <a:pt x="611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73"/>
              <p:cNvSpPr/>
              <p:nvPr/>
            </p:nvSpPr>
            <p:spPr>
              <a:xfrm>
                <a:off x="5410750" y="2275300"/>
                <a:ext cx="587425" cy="587400"/>
              </a:xfrm>
              <a:custGeom>
                <a:avLst/>
                <a:gdLst/>
                <a:ahLst/>
                <a:cxnLst/>
                <a:rect l="l" t="t" r="r" b="b"/>
                <a:pathLst>
                  <a:path w="23497" h="23496" extrusionOk="0">
                    <a:moveTo>
                      <a:pt x="2281" y="0"/>
                    </a:moveTo>
                    <a:cubicBezTo>
                      <a:pt x="1034" y="0"/>
                      <a:pt x="1" y="1034"/>
                      <a:pt x="1" y="2280"/>
                    </a:cubicBezTo>
                    <a:lnTo>
                      <a:pt x="1" y="21216"/>
                    </a:lnTo>
                    <a:cubicBezTo>
                      <a:pt x="1" y="22462"/>
                      <a:pt x="1034" y="23496"/>
                      <a:pt x="2281" y="23496"/>
                    </a:cubicBezTo>
                    <a:lnTo>
                      <a:pt x="21217" y="23496"/>
                    </a:lnTo>
                    <a:cubicBezTo>
                      <a:pt x="22494" y="23496"/>
                      <a:pt x="23497" y="22462"/>
                      <a:pt x="23497" y="21216"/>
                    </a:cubicBezTo>
                    <a:lnTo>
                      <a:pt x="23497" y="2280"/>
                    </a:lnTo>
                    <a:cubicBezTo>
                      <a:pt x="23497" y="1034"/>
                      <a:pt x="22463" y="0"/>
                      <a:pt x="212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73"/>
              <p:cNvSpPr/>
              <p:nvPr/>
            </p:nvSpPr>
            <p:spPr>
              <a:xfrm>
                <a:off x="5434325" y="2298075"/>
                <a:ext cx="541825" cy="541825"/>
              </a:xfrm>
              <a:custGeom>
                <a:avLst/>
                <a:gdLst/>
                <a:ahLst/>
                <a:cxnLst/>
                <a:rect l="l" t="t" r="r" b="b"/>
                <a:pathLst>
                  <a:path w="21673" h="21673" extrusionOk="0">
                    <a:moveTo>
                      <a:pt x="1368" y="1"/>
                    </a:moveTo>
                    <a:cubicBezTo>
                      <a:pt x="608" y="1"/>
                      <a:pt x="0" y="609"/>
                      <a:pt x="0" y="1369"/>
                    </a:cubicBezTo>
                    <a:lnTo>
                      <a:pt x="0" y="20305"/>
                    </a:lnTo>
                    <a:cubicBezTo>
                      <a:pt x="0" y="21065"/>
                      <a:pt x="608" y="21673"/>
                      <a:pt x="1368" y="21673"/>
                    </a:cubicBezTo>
                    <a:lnTo>
                      <a:pt x="20305" y="21673"/>
                    </a:lnTo>
                    <a:cubicBezTo>
                      <a:pt x="21064" y="21673"/>
                      <a:pt x="21672" y="21065"/>
                      <a:pt x="21672" y="20305"/>
                    </a:cubicBezTo>
                    <a:lnTo>
                      <a:pt x="21672" y="1369"/>
                    </a:lnTo>
                    <a:cubicBezTo>
                      <a:pt x="21672" y="609"/>
                      <a:pt x="21064" y="1"/>
                      <a:pt x="203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73"/>
              <p:cNvSpPr/>
              <p:nvPr/>
            </p:nvSpPr>
            <p:spPr>
              <a:xfrm>
                <a:off x="5434325" y="2407500"/>
                <a:ext cx="541825" cy="432400"/>
              </a:xfrm>
              <a:custGeom>
                <a:avLst/>
                <a:gdLst/>
                <a:ahLst/>
                <a:cxnLst/>
                <a:rect l="l" t="t" r="r" b="b"/>
                <a:pathLst>
                  <a:path w="21673" h="17296" extrusionOk="0">
                    <a:moveTo>
                      <a:pt x="6809" y="1"/>
                    </a:moveTo>
                    <a:lnTo>
                      <a:pt x="0" y="10092"/>
                    </a:lnTo>
                    <a:lnTo>
                      <a:pt x="0" y="15959"/>
                    </a:lnTo>
                    <a:cubicBezTo>
                      <a:pt x="0" y="16688"/>
                      <a:pt x="608" y="17296"/>
                      <a:pt x="1368" y="17296"/>
                    </a:cubicBezTo>
                    <a:lnTo>
                      <a:pt x="20305" y="17296"/>
                    </a:lnTo>
                    <a:cubicBezTo>
                      <a:pt x="21064" y="17296"/>
                      <a:pt x="21672" y="16688"/>
                      <a:pt x="21672" y="15928"/>
                    </a:cubicBezTo>
                    <a:lnTo>
                      <a:pt x="21672" y="13071"/>
                    </a:lnTo>
                    <a:lnTo>
                      <a:pt x="16931" y="5958"/>
                    </a:lnTo>
                    <a:lnTo>
                      <a:pt x="13891" y="10487"/>
                    </a:lnTo>
                    <a:lnTo>
                      <a:pt x="13618" y="10092"/>
                    </a:lnTo>
                    <a:lnTo>
                      <a:pt x="68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73"/>
              <p:cNvSpPr/>
              <p:nvPr/>
            </p:nvSpPr>
            <p:spPr>
              <a:xfrm>
                <a:off x="5745125" y="2369525"/>
                <a:ext cx="125400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5016" extrusionOk="0">
                    <a:moveTo>
                      <a:pt x="2523" y="0"/>
                    </a:moveTo>
                    <a:cubicBezTo>
                      <a:pt x="1094" y="0"/>
                      <a:pt x="0" y="1094"/>
                      <a:pt x="0" y="2523"/>
                    </a:cubicBezTo>
                    <a:cubicBezTo>
                      <a:pt x="0" y="3921"/>
                      <a:pt x="1094" y="5015"/>
                      <a:pt x="2523" y="5015"/>
                    </a:cubicBezTo>
                    <a:cubicBezTo>
                      <a:pt x="3921" y="5015"/>
                      <a:pt x="5015" y="3891"/>
                      <a:pt x="5015" y="2523"/>
                    </a:cubicBezTo>
                    <a:cubicBezTo>
                      <a:pt x="5015" y="1155"/>
                      <a:pt x="3921" y="0"/>
                      <a:pt x="2523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73"/>
              <p:cNvSpPr/>
              <p:nvPr/>
            </p:nvSpPr>
            <p:spPr>
              <a:xfrm>
                <a:off x="7419925" y="1495650"/>
                <a:ext cx="637575" cy="637575"/>
              </a:xfrm>
              <a:custGeom>
                <a:avLst/>
                <a:gdLst/>
                <a:ahLst/>
                <a:cxnLst/>
                <a:rect l="l" t="t" r="r" b="b"/>
                <a:pathLst>
                  <a:path w="25503" h="25503" extrusionOk="0">
                    <a:moveTo>
                      <a:pt x="2158" y="0"/>
                    </a:moveTo>
                    <a:cubicBezTo>
                      <a:pt x="942" y="0"/>
                      <a:pt x="0" y="1003"/>
                      <a:pt x="0" y="2158"/>
                    </a:cubicBezTo>
                    <a:lnTo>
                      <a:pt x="0" y="23344"/>
                    </a:lnTo>
                    <a:cubicBezTo>
                      <a:pt x="0" y="24560"/>
                      <a:pt x="973" y="25502"/>
                      <a:pt x="2158" y="25502"/>
                    </a:cubicBezTo>
                    <a:lnTo>
                      <a:pt x="23314" y="25502"/>
                    </a:lnTo>
                    <a:cubicBezTo>
                      <a:pt x="24530" y="25502"/>
                      <a:pt x="25502" y="24499"/>
                      <a:pt x="25502" y="23344"/>
                    </a:cubicBezTo>
                    <a:lnTo>
                      <a:pt x="25502" y="2158"/>
                    </a:lnTo>
                    <a:cubicBezTo>
                      <a:pt x="25502" y="942"/>
                      <a:pt x="24499" y="0"/>
                      <a:pt x="23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73"/>
              <p:cNvSpPr/>
              <p:nvPr/>
            </p:nvSpPr>
            <p:spPr>
              <a:xfrm>
                <a:off x="7537700" y="1604300"/>
                <a:ext cx="402775" cy="419500"/>
              </a:xfrm>
              <a:custGeom>
                <a:avLst/>
                <a:gdLst/>
                <a:ahLst/>
                <a:cxnLst/>
                <a:rect l="l" t="t" r="r" b="b"/>
                <a:pathLst>
                  <a:path w="16111" h="16780" extrusionOk="0">
                    <a:moveTo>
                      <a:pt x="8055" y="5685"/>
                    </a:moveTo>
                    <a:cubicBezTo>
                      <a:pt x="9514" y="5685"/>
                      <a:pt x="10761" y="6901"/>
                      <a:pt x="10761" y="8390"/>
                    </a:cubicBezTo>
                    <a:cubicBezTo>
                      <a:pt x="10761" y="9879"/>
                      <a:pt x="9545" y="11095"/>
                      <a:pt x="8055" y="11095"/>
                    </a:cubicBezTo>
                    <a:cubicBezTo>
                      <a:pt x="6566" y="11095"/>
                      <a:pt x="5350" y="9879"/>
                      <a:pt x="5350" y="8390"/>
                    </a:cubicBezTo>
                    <a:cubicBezTo>
                      <a:pt x="5350" y="6901"/>
                      <a:pt x="6566" y="5685"/>
                      <a:pt x="8055" y="5685"/>
                    </a:cubicBezTo>
                    <a:close/>
                    <a:moveTo>
                      <a:pt x="6536" y="1"/>
                    </a:moveTo>
                    <a:lnTo>
                      <a:pt x="6049" y="2280"/>
                    </a:lnTo>
                    <a:cubicBezTo>
                      <a:pt x="5168" y="2524"/>
                      <a:pt x="4408" y="2980"/>
                      <a:pt x="3770" y="3587"/>
                    </a:cubicBezTo>
                    <a:lnTo>
                      <a:pt x="1520" y="2858"/>
                    </a:lnTo>
                    <a:lnTo>
                      <a:pt x="1" y="5502"/>
                    </a:lnTo>
                    <a:lnTo>
                      <a:pt x="1733" y="7053"/>
                    </a:lnTo>
                    <a:cubicBezTo>
                      <a:pt x="1672" y="7478"/>
                      <a:pt x="1581" y="7934"/>
                      <a:pt x="1581" y="8390"/>
                    </a:cubicBezTo>
                    <a:cubicBezTo>
                      <a:pt x="1581" y="8846"/>
                      <a:pt x="1642" y="9302"/>
                      <a:pt x="1733" y="9727"/>
                    </a:cubicBezTo>
                    <a:lnTo>
                      <a:pt x="1" y="11278"/>
                    </a:lnTo>
                    <a:lnTo>
                      <a:pt x="1520" y="13892"/>
                    </a:lnTo>
                    <a:lnTo>
                      <a:pt x="3770" y="13162"/>
                    </a:lnTo>
                    <a:cubicBezTo>
                      <a:pt x="4408" y="13770"/>
                      <a:pt x="5198" y="14226"/>
                      <a:pt x="6049" y="14499"/>
                    </a:cubicBezTo>
                    <a:lnTo>
                      <a:pt x="6536" y="16779"/>
                    </a:lnTo>
                    <a:lnTo>
                      <a:pt x="9575" y="16779"/>
                    </a:lnTo>
                    <a:lnTo>
                      <a:pt x="10062" y="14499"/>
                    </a:lnTo>
                    <a:cubicBezTo>
                      <a:pt x="10943" y="14226"/>
                      <a:pt x="11703" y="13770"/>
                      <a:pt x="12341" y="13162"/>
                    </a:cubicBezTo>
                    <a:lnTo>
                      <a:pt x="14590" y="13892"/>
                    </a:lnTo>
                    <a:lnTo>
                      <a:pt x="16110" y="11278"/>
                    </a:lnTo>
                    <a:lnTo>
                      <a:pt x="14347" y="9727"/>
                    </a:lnTo>
                    <a:cubicBezTo>
                      <a:pt x="14439" y="9302"/>
                      <a:pt x="14499" y="8846"/>
                      <a:pt x="14499" y="8390"/>
                    </a:cubicBezTo>
                    <a:cubicBezTo>
                      <a:pt x="14499" y="7934"/>
                      <a:pt x="14469" y="7478"/>
                      <a:pt x="14347" y="7053"/>
                    </a:cubicBezTo>
                    <a:lnTo>
                      <a:pt x="16110" y="5502"/>
                    </a:lnTo>
                    <a:lnTo>
                      <a:pt x="14590" y="2858"/>
                    </a:lnTo>
                    <a:lnTo>
                      <a:pt x="12341" y="3587"/>
                    </a:lnTo>
                    <a:cubicBezTo>
                      <a:pt x="11703" y="2980"/>
                      <a:pt x="10913" y="2524"/>
                      <a:pt x="10062" y="2280"/>
                    </a:cubicBezTo>
                    <a:lnTo>
                      <a:pt x="957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73"/>
              <p:cNvSpPr/>
              <p:nvPr/>
            </p:nvSpPr>
            <p:spPr>
              <a:xfrm>
                <a:off x="5079450" y="1802650"/>
                <a:ext cx="852625" cy="151225"/>
              </a:xfrm>
              <a:custGeom>
                <a:avLst/>
                <a:gdLst/>
                <a:ahLst/>
                <a:cxnLst/>
                <a:rect l="l" t="t" r="r" b="b"/>
                <a:pathLst>
                  <a:path w="34105" h="6049" extrusionOk="0">
                    <a:moveTo>
                      <a:pt x="1824" y="0"/>
                    </a:moveTo>
                    <a:cubicBezTo>
                      <a:pt x="791" y="0"/>
                      <a:pt x="0" y="821"/>
                      <a:pt x="0" y="1824"/>
                    </a:cubicBezTo>
                    <a:lnTo>
                      <a:pt x="0" y="4225"/>
                    </a:lnTo>
                    <a:cubicBezTo>
                      <a:pt x="0" y="5228"/>
                      <a:pt x="821" y="6049"/>
                      <a:pt x="1824" y="6049"/>
                    </a:cubicBezTo>
                    <a:lnTo>
                      <a:pt x="32281" y="6049"/>
                    </a:lnTo>
                    <a:cubicBezTo>
                      <a:pt x="33284" y="6049"/>
                      <a:pt x="34104" y="5198"/>
                      <a:pt x="34104" y="4225"/>
                    </a:cubicBezTo>
                    <a:lnTo>
                      <a:pt x="34104" y="1824"/>
                    </a:lnTo>
                    <a:cubicBezTo>
                      <a:pt x="34104" y="790"/>
                      <a:pt x="33284" y="0"/>
                      <a:pt x="322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73"/>
              <p:cNvSpPr/>
              <p:nvPr/>
            </p:nvSpPr>
            <p:spPr>
              <a:xfrm>
                <a:off x="5140250" y="1868000"/>
                <a:ext cx="73027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29211" h="760" extrusionOk="0">
                    <a:moveTo>
                      <a:pt x="365" y="0"/>
                    </a:moveTo>
                    <a:cubicBezTo>
                      <a:pt x="152" y="0"/>
                      <a:pt x="0" y="182"/>
                      <a:pt x="0" y="395"/>
                    </a:cubicBezTo>
                    <a:cubicBezTo>
                      <a:pt x="0" y="608"/>
                      <a:pt x="182" y="760"/>
                      <a:pt x="365" y="760"/>
                    </a:cubicBezTo>
                    <a:lnTo>
                      <a:pt x="28846" y="760"/>
                    </a:lnTo>
                    <a:cubicBezTo>
                      <a:pt x="29028" y="760"/>
                      <a:pt x="29210" y="608"/>
                      <a:pt x="29210" y="395"/>
                    </a:cubicBezTo>
                    <a:cubicBezTo>
                      <a:pt x="29210" y="152"/>
                      <a:pt x="29028" y="0"/>
                      <a:pt x="288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73"/>
              <p:cNvSpPr/>
              <p:nvPr/>
            </p:nvSpPr>
            <p:spPr>
              <a:xfrm>
                <a:off x="5140250" y="1868750"/>
                <a:ext cx="11705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4682" h="761" extrusionOk="0">
                    <a:moveTo>
                      <a:pt x="365" y="0"/>
                    </a:moveTo>
                    <a:cubicBezTo>
                      <a:pt x="182" y="0"/>
                      <a:pt x="0" y="152"/>
                      <a:pt x="0" y="396"/>
                    </a:cubicBezTo>
                    <a:cubicBezTo>
                      <a:pt x="0" y="578"/>
                      <a:pt x="152" y="760"/>
                      <a:pt x="365" y="760"/>
                    </a:cubicBezTo>
                    <a:lnTo>
                      <a:pt x="4681" y="760"/>
                    </a:lnTo>
                    <a:lnTo>
                      <a:pt x="4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73"/>
              <p:cNvSpPr/>
              <p:nvPr/>
            </p:nvSpPr>
            <p:spPr>
              <a:xfrm>
                <a:off x="5235225" y="1852800"/>
                <a:ext cx="49425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6" extrusionOk="0">
                    <a:moveTo>
                      <a:pt x="973" y="0"/>
                    </a:moveTo>
                    <a:cubicBezTo>
                      <a:pt x="426" y="0"/>
                      <a:pt x="1" y="456"/>
                      <a:pt x="1" y="973"/>
                    </a:cubicBezTo>
                    <a:cubicBezTo>
                      <a:pt x="1" y="1520"/>
                      <a:pt x="426" y="1976"/>
                      <a:pt x="973" y="1976"/>
                    </a:cubicBezTo>
                    <a:cubicBezTo>
                      <a:pt x="1520" y="1976"/>
                      <a:pt x="1976" y="1520"/>
                      <a:pt x="1976" y="973"/>
                    </a:cubicBezTo>
                    <a:cubicBezTo>
                      <a:pt x="1976" y="456"/>
                      <a:pt x="1520" y="0"/>
                      <a:pt x="9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30" name="Google Shape;1430;p73"/>
              <p:cNvGrpSpPr/>
              <p:nvPr/>
            </p:nvGrpSpPr>
            <p:grpSpPr>
              <a:xfrm>
                <a:off x="6847314" y="2023795"/>
                <a:ext cx="622391" cy="623829"/>
                <a:chOff x="5096713" y="3964200"/>
                <a:chExt cx="324500" cy="325250"/>
              </a:xfrm>
            </p:grpSpPr>
            <p:sp>
              <p:nvSpPr>
                <p:cNvPr id="1431" name="Google Shape;1431;p73"/>
                <p:cNvSpPr/>
                <p:nvPr/>
              </p:nvSpPr>
              <p:spPr>
                <a:xfrm>
                  <a:off x="5096713" y="3964200"/>
                  <a:ext cx="3245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0" h="13010" extrusionOk="0">
                      <a:moveTo>
                        <a:pt x="6445" y="699"/>
                      </a:moveTo>
                      <a:cubicBezTo>
                        <a:pt x="9636" y="699"/>
                        <a:pt x="12250" y="3313"/>
                        <a:pt x="12250" y="6505"/>
                      </a:cubicBezTo>
                      <a:cubicBezTo>
                        <a:pt x="12250" y="9697"/>
                        <a:pt x="9667" y="12311"/>
                        <a:pt x="6445" y="12311"/>
                      </a:cubicBezTo>
                      <a:cubicBezTo>
                        <a:pt x="3253" y="12311"/>
                        <a:pt x="639" y="9727"/>
                        <a:pt x="639" y="6505"/>
                      </a:cubicBezTo>
                      <a:cubicBezTo>
                        <a:pt x="639" y="3313"/>
                        <a:pt x="3253" y="699"/>
                        <a:pt x="6445" y="699"/>
                      </a:cubicBezTo>
                      <a:close/>
                      <a:moveTo>
                        <a:pt x="6475" y="0"/>
                      </a:moveTo>
                      <a:cubicBezTo>
                        <a:pt x="2919" y="0"/>
                        <a:pt x="1" y="2949"/>
                        <a:pt x="1" y="6505"/>
                      </a:cubicBezTo>
                      <a:cubicBezTo>
                        <a:pt x="1" y="10092"/>
                        <a:pt x="2888" y="13010"/>
                        <a:pt x="6475" y="13010"/>
                      </a:cubicBezTo>
                      <a:cubicBezTo>
                        <a:pt x="10062" y="13010"/>
                        <a:pt x="12980" y="10092"/>
                        <a:pt x="12980" y="6505"/>
                      </a:cubicBezTo>
                      <a:cubicBezTo>
                        <a:pt x="12980" y="2949"/>
                        <a:pt x="10062" y="0"/>
                        <a:pt x="647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2" name="Google Shape;1432;p73"/>
                <p:cNvSpPr/>
                <p:nvPr/>
              </p:nvSpPr>
              <p:spPr>
                <a:xfrm>
                  <a:off x="5185638" y="3964200"/>
                  <a:ext cx="1444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13010" extrusionOk="0">
                      <a:moveTo>
                        <a:pt x="2888" y="699"/>
                      </a:moveTo>
                      <a:cubicBezTo>
                        <a:pt x="3952" y="699"/>
                        <a:pt x="5137" y="3101"/>
                        <a:pt x="5137" y="6505"/>
                      </a:cubicBezTo>
                      <a:cubicBezTo>
                        <a:pt x="5137" y="9940"/>
                        <a:pt x="3952" y="12311"/>
                        <a:pt x="2888" y="12311"/>
                      </a:cubicBezTo>
                      <a:cubicBezTo>
                        <a:pt x="1824" y="12311"/>
                        <a:pt x="638" y="9940"/>
                        <a:pt x="638" y="6505"/>
                      </a:cubicBezTo>
                      <a:cubicBezTo>
                        <a:pt x="638" y="3101"/>
                        <a:pt x="1824" y="699"/>
                        <a:pt x="2888" y="699"/>
                      </a:cubicBezTo>
                      <a:close/>
                      <a:moveTo>
                        <a:pt x="2888" y="0"/>
                      </a:moveTo>
                      <a:cubicBezTo>
                        <a:pt x="1307" y="0"/>
                        <a:pt x="0" y="2857"/>
                        <a:pt x="0" y="6505"/>
                      </a:cubicBezTo>
                      <a:cubicBezTo>
                        <a:pt x="0" y="10152"/>
                        <a:pt x="1307" y="13010"/>
                        <a:pt x="2888" y="13010"/>
                      </a:cubicBezTo>
                      <a:cubicBezTo>
                        <a:pt x="4499" y="13010"/>
                        <a:pt x="5775" y="10152"/>
                        <a:pt x="5775" y="6505"/>
                      </a:cubicBezTo>
                      <a:cubicBezTo>
                        <a:pt x="5775" y="2857"/>
                        <a:pt x="4529" y="0"/>
                        <a:pt x="28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3" name="Google Shape;1433;p73"/>
                <p:cNvSpPr/>
                <p:nvPr/>
              </p:nvSpPr>
              <p:spPr>
                <a:xfrm>
                  <a:off x="5104313" y="4119225"/>
                  <a:ext cx="30780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2" h="639" extrusionOk="0">
                      <a:moveTo>
                        <a:pt x="1" y="0"/>
                      </a:moveTo>
                      <a:lnTo>
                        <a:pt x="1" y="638"/>
                      </a:lnTo>
                      <a:lnTo>
                        <a:pt x="12311" y="638"/>
                      </a:lnTo>
                      <a:lnTo>
                        <a:pt x="123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4" name="Google Shape;1434;p73"/>
                <p:cNvSpPr/>
                <p:nvPr/>
              </p:nvSpPr>
              <p:spPr>
                <a:xfrm>
                  <a:off x="5136238" y="4023475"/>
                  <a:ext cx="243200" cy="4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33" extrusionOk="0">
                      <a:moveTo>
                        <a:pt x="456" y="0"/>
                      </a:moveTo>
                      <a:lnTo>
                        <a:pt x="0" y="456"/>
                      </a:lnTo>
                      <a:cubicBezTo>
                        <a:pt x="31" y="486"/>
                        <a:pt x="1307" y="1733"/>
                        <a:pt x="4864" y="1733"/>
                      </a:cubicBezTo>
                      <a:cubicBezTo>
                        <a:pt x="8420" y="1733"/>
                        <a:pt x="9697" y="486"/>
                        <a:pt x="9727" y="456"/>
                      </a:cubicBezTo>
                      <a:lnTo>
                        <a:pt x="9271" y="0"/>
                      </a:lnTo>
                      <a:cubicBezTo>
                        <a:pt x="9271" y="0"/>
                        <a:pt x="8147" y="1094"/>
                        <a:pt x="4864" y="1094"/>
                      </a:cubicBezTo>
                      <a:cubicBezTo>
                        <a:pt x="1581" y="1094"/>
                        <a:pt x="456" y="0"/>
                        <a:pt x="4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5" name="Google Shape;1435;p73"/>
                <p:cNvSpPr/>
                <p:nvPr/>
              </p:nvSpPr>
              <p:spPr>
                <a:xfrm>
                  <a:off x="5136238" y="4187600"/>
                  <a:ext cx="243200" cy="4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64" extrusionOk="0">
                      <a:moveTo>
                        <a:pt x="4864" y="1"/>
                      </a:moveTo>
                      <a:cubicBezTo>
                        <a:pt x="1277" y="1"/>
                        <a:pt x="31" y="1247"/>
                        <a:pt x="0" y="1308"/>
                      </a:cubicBezTo>
                      <a:lnTo>
                        <a:pt x="456" y="1764"/>
                      </a:lnTo>
                      <a:cubicBezTo>
                        <a:pt x="456" y="1764"/>
                        <a:pt x="1581" y="639"/>
                        <a:pt x="4864" y="639"/>
                      </a:cubicBezTo>
                      <a:cubicBezTo>
                        <a:pt x="8147" y="639"/>
                        <a:pt x="9271" y="1764"/>
                        <a:pt x="9271" y="1764"/>
                      </a:cubicBezTo>
                      <a:lnTo>
                        <a:pt x="9727" y="1308"/>
                      </a:lnTo>
                      <a:cubicBezTo>
                        <a:pt x="9697" y="1247"/>
                        <a:pt x="8450" y="1"/>
                        <a:pt x="486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36" name="Google Shape;1436;p73"/>
            <p:cNvGrpSpPr/>
            <p:nvPr/>
          </p:nvGrpSpPr>
          <p:grpSpPr>
            <a:xfrm>
              <a:off x="6016600" y="1843700"/>
              <a:ext cx="541250" cy="541250"/>
              <a:chOff x="4166475" y="4220125"/>
              <a:chExt cx="541250" cy="541250"/>
            </a:xfrm>
          </p:grpSpPr>
          <p:sp>
            <p:nvSpPr>
              <p:cNvPr id="1437" name="Google Shape;1437;p73"/>
              <p:cNvSpPr/>
              <p:nvPr/>
            </p:nvSpPr>
            <p:spPr>
              <a:xfrm>
                <a:off x="4220675" y="4597075"/>
                <a:ext cx="110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4437" extrusionOk="0">
                    <a:moveTo>
                      <a:pt x="2202" y="0"/>
                    </a:moveTo>
                    <a:cubicBezTo>
                      <a:pt x="968" y="0"/>
                      <a:pt x="1" y="1001"/>
                      <a:pt x="1" y="2235"/>
                    </a:cubicBezTo>
                    <a:cubicBezTo>
                      <a:pt x="1" y="3436"/>
                      <a:pt x="968" y="4437"/>
                      <a:pt x="2202" y="4437"/>
                    </a:cubicBezTo>
                    <a:cubicBezTo>
                      <a:pt x="3437" y="4437"/>
                      <a:pt x="4404" y="3436"/>
                      <a:pt x="4404" y="2235"/>
                    </a:cubicBezTo>
                    <a:cubicBezTo>
                      <a:pt x="4404" y="1001"/>
                      <a:pt x="3437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73"/>
              <p:cNvSpPr/>
              <p:nvPr/>
            </p:nvSpPr>
            <p:spPr>
              <a:xfrm>
                <a:off x="4542575" y="4275175"/>
                <a:ext cx="11010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37" extrusionOk="0">
                    <a:moveTo>
                      <a:pt x="2202" y="0"/>
                    </a:moveTo>
                    <a:cubicBezTo>
                      <a:pt x="1001" y="0"/>
                      <a:pt x="1" y="1001"/>
                      <a:pt x="1" y="2235"/>
                    </a:cubicBezTo>
                    <a:cubicBezTo>
                      <a:pt x="1" y="3436"/>
                      <a:pt x="1001" y="4437"/>
                      <a:pt x="2202" y="4437"/>
                    </a:cubicBezTo>
                    <a:cubicBezTo>
                      <a:pt x="3437" y="4437"/>
                      <a:pt x="4404" y="3436"/>
                      <a:pt x="4404" y="2235"/>
                    </a:cubicBezTo>
                    <a:cubicBezTo>
                      <a:pt x="4404" y="1001"/>
                      <a:pt x="3437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73"/>
              <p:cNvSpPr/>
              <p:nvPr/>
            </p:nvSpPr>
            <p:spPr>
              <a:xfrm>
                <a:off x="4212900" y="4273500"/>
                <a:ext cx="448400" cy="434500"/>
              </a:xfrm>
              <a:custGeom>
                <a:avLst/>
                <a:gdLst/>
                <a:ahLst/>
                <a:cxnLst/>
                <a:rect l="l" t="t" r="r" b="b"/>
                <a:pathLst>
                  <a:path w="17936" h="17380" extrusionOk="0">
                    <a:moveTo>
                      <a:pt x="4232" y="0"/>
                    </a:moveTo>
                    <a:cubicBezTo>
                      <a:pt x="1893" y="0"/>
                      <a:pt x="1" y="2078"/>
                      <a:pt x="312" y="4504"/>
                    </a:cubicBezTo>
                    <a:cubicBezTo>
                      <a:pt x="512" y="6238"/>
                      <a:pt x="1880" y="7673"/>
                      <a:pt x="3648" y="7906"/>
                    </a:cubicBezTo>
                    <a:cubicBezTo>
                      <a:pt x="3881" y="7956"/>
                      <a:pt x="4106" y="7981"/>
                      <a:pt x="4327" y="7981"/>
                    </a:cubicBezTo>
                    <a:cubicBezTo>
                      <a:pt x="4548" y="7981"/>
                      <a:pt x="4765" y="7956"/>
                      <a:pt x="4982" y="7906"/>
                    </a:cubicBezTo>
                    <a:cubicBezTo>
                      <a:pt x="5197" y="7868"/>
                      <a:pt x="5413" y="7849"/>
                      <a:pt x="5628" y="7849"/>
                    </a:cubicBezTo>
                    <a:cubicBezTo>
                      <a:pt x="6713" y="7849"/>
                      <a:pt x="7772" y="8322"/>
                      <a:pt x="8551" y="9074"/>
                    </a:cubicBezTo>
                    <a:cubicBezTo>
                      <a:pt x="9485" y="10008"/>
                      <a:pt x="9985" y="11342"/>
                      <a:pt x="9719" y="12676"/>
                    </a:cubicBezTo>
                    <a:cubicBezTo>
                      <a:pt x="9652" y="13077"/>
                      <a:pt x="9652" y="13544"/>
                      <a:pt x="9719" y="14011"/>
                    </a:cubicBezTo>
                    <a:cubicBezTo>
                      <a:pt x="9985" y="15745"/>
                      <a:pt x="11453" y="17146"/>
                      <a:pt x="13154" y="17346"/>
                    </a:cubicBezTo>
                    <a:cubicBezTo>
                      <a:pt x="13328" y="17369"/>
                      <a:pt x="13501" y="17380"/>
                      <a:pt x="13671" y="17380"/>
                    </a:cubicBezTo>
                    <a:cubicBezTo>
                      <a:pt x="16014" y="17380"/>
                      <a:pt x="17935" y="15302"/>
                      <a:pt x="17624" y="12876"/>
                    </a:cubicBezTo>
                    <a:cubicBezTo>
                      <a:pt x="17391" y="11142"/>
                      <a:pt x="16023" y="9708"/>
                      <a:pt x="14289" y="9474"/>
                    </a:cubicBezTo>
                    <a:cubicBezTo>
                      <a:pt x="14055" y="9424"/>
                      <a:pt x="13822" y="9399"/>
                      <a:pt x="13596" y="9399"/>
                    </a:cubicBezTo>
                    <a:cubicBezTo>
                      <a:pt x="13371" y="9399"/>
                      <a:pt x="13154" y="9424"/>
                      <a:pt x="12954" y="9474"/>
                    </a:cubicBezTo>
                    <a:cubicBezTo>
                      <a:pt x="12739" y="9513"/>
                      <a:pt x="12523" y="9531"/>
                      <a:pt x="12308" y="9531"/>
                    </a:cubicBezTo>
                    <a:cubicBezTo>
                      <a:pt x="11222" y="9531"/>
                      <a:pt x="10159" y="9058"/>
                      <a:pt x="9352" y="8306"/>
                    </a:cubicBezTo>
                    <a:cubicBezTo>
                      <a:pt x="8451" y="7372"/>
                      <a:pt x="7951" y="6038"/>
                      <a:pt x="8184" y="4704"/>
                    </a:cubicBezTo>
                    <a:cubicBezTo>
                      <a:pt x="8251" y="4304"/>
                      <a:pt x="8251" y="3837"/>
                      <a:pt x="8184" y="3370"/>
                    </a:cubicBezTo>
                    <a:cubicBezTo>
                      <a:pt x="7917" y="1635"/>
                      <a:pt x="6483" y="234"/>
                      <a:pt x="4748" y="34"/>
                    </a:cubicBezTo>
                    <a:cubicBezTo>
                      <a:pt x="4574" y="11"/>
                      <a:pt x="4402" y="0"/>
                      <a:pt x="4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73"/>
              <p:cNvSpPr/>
              <p:nvPr/>
            </p:nvSpPr>
            <p:spPr>
              <a:xfrm>
                <a:off x="4166475" y="4220125"/>
                <a:ext cx="541250" cy="541250"/>
              </a:xfrm>
              <a:custGeom>
                <a:avLst/>
                <a:gdLst/>
                <a:ahLst/>
                <a:cxnLst/>
                <a:rect l="l" t="t" r="r" b="b"/>
                <a:pathLst>
                  <a:path w="21650" h="21650" extrusionOk="0">
                    <a:moveTo>
                      <a:pt x="1669" y="334"/>
                    </a:moveTo>
                    <a:lnTo>
                      <a:pt x="1669" y="368"/>
                    </a:lnTo>
                    <a:lnTo>
                      <a:pt x="19982" y="368"/>
                    </a:lnTo>
                    <a:cubicBezTo>
                      <a:pt x="20682" y="368"/>
                      <a:pt x="21249" y="968"/>
                      <a:pt x="21249" y="1669"/>
                    </a:cubicBezTo>
                    <a:lnTo>
                      <a:pt x="21249" y="19948"/>
                    </a:lnTo>
                    <a:cubicBezTo>
                      <a:pt x="21249" y="20649"/>
                      <a:pt x="20682" y="21216"/>
                      <a:pt x="19982" y="21216"/>
                    </a:cubicBezTo>
                    <a:lnTo>
                      <a:pt x="1669" y="21216"/>
                    </a:lnTo>
                    <a:cubicBezTo>
                      <a:pt x="935" y="21216"/>
                      <a:pt x="368" y="20649"/>
                      <a:pt x="368" y="19948"/>
                    </a:cubicBezTo>
                    <a:lnTo>
                      <a:pt x="368" y="1635"/>
                    </a:lnTo>
                    <a:cubicBezTo>
                      <a:pt x="368" y="935"/>
                      <a:pt x="968" y="334"/>
                      <a:pt x="1669" y="334"/>
                    </a:cubicBezTo>
                    <a:close/>
                    <a:moveTo>
                      <a:pt x="1669" y="1"/>
                    </a:moveTo>
                    <a:cubicBezTo>
                      <a:pt x="735" y="1"/>
                      <a:pt x="1" y="768"/>
                      <a:pt x="1" y="1669"/>
                    </a:cubicBezTo>
                    <a:lnTo>
                      <a:pt x="1" y="19982"/>
                    </a:lnTo>
                    <a:cubicBezTo>
                      <a:pt x="1" y="20882"/>
                      <a:pt x="735" y="21650"/>
                      <a:pt x="1669" y="21650"/>
                    </a:cubicBezTo>
                    <a:lnTo>
                      <a:pt x="19982" y="21650"/>
                    </a:lnTo>
                    <a:cubicBezTo>
                      <a:pt x="20882" y="21650"/>
                      <a:pt x="21649" y="20882"/>
                      <a:pt x="21649" y="19982"/>
                    </a:cubicBezTo>
                    <a:lnTo>
                      <a:pt x="21649" y="1669"/>
                    </a:lnTo>
                    <a:cubicBezTo>
                      <a:pt x="21649" y="768"/>
                      <a:pt x="20882" y="1"/>
                      <a:pt x="199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41" name="Google Shape;1441;p73"/>
          <p:cNvSpPr/>
          <p:nvPr/>
        </p:nvSpPr>
        <p:spPr>
          <a:xfrm>
            <a:off x="4973975" y="110447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73"/>
          <p:cNvSpPr/>
          <p:nvPr/>
        </p:nvSpPr>
        <p:spPr>
          <a:xfrm>
            <a:off x="8063250" y="40526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433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4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88"/>
          <p:cNvSpPr txBox="1">
            <a:spLocks noGrp="1"/>
          </p:cNvSpPr>
          <p:nvPr>
            <p:ph type="subTitle" idx="1"/>
          </p:nvPr>
        </p:nvSpPr>
        <p:spPr>
          <a:xfrm>
            <a:off x="1700212" y="3295078"/>
            <a:ext cx="5743575" cy="5023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b="1" dirty="0">
                <a:hlinkClick r:id="rId3"/>
              </a:rPr>
              <a:t>наш сайт</a:t>
            </a:r>
            <a:endParaRPr sz="1800" b="1" dirty="0"/>
          </a:p>
        </p:txBody>
      </p:sp>
      <p:sp>
        <p:nvSpPr>
          <p:cNvPr id="1956" name="Google Shape;1956;p88"/>
          <p:cNvSpPr txBox="1">
            <a:spLocks noGrp="1"/>
          </p:cNvSpPr>
          <p:nvPr>
            <p:ph type="title"/>
          </p:nvPr>
        </p:nvSpPr>
        <p:spPr>
          <a:xfrm>
            <a:off x="2511300" y="1897539"/>
            <a:ext cx="4121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СПАСИБО ЗА ВНИМАНИЕ</a:t>
            </a:r>
            <a:endParaRPr sz="4000" dirty="0"/>
          </a:p>
        </p:txBody>
      </p:sp>
      <p:grpSp>
        <p:nvGrpSpPr>
          <p:cNvPr id="1957" name="Google Shape;1957;p88"/>
          <p:cNvGrpSpPr/>
          <p:nvPr/>
        </p:nvGrpSpPr>
        <p:grpSpPr>
          <a:xfrm>
            <a:off x="5560950" y="3771900"/>
            <a:ext cx="2404169" cy="632322"/>
            <a:chOff x="5560950" y="3771900"/>
            <a:chExt cx="2404169" cy="632322"/>
          </a:xfrm>
        </p:grpSpPr>
        <p:sp>
          <p:nvSpPr>
            <p:cNvPr id="1958" name="Google Shape;1958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88"/>
            <p:cNvSpPr/>
            <p:nvPr/>
          </p:nvSpPr>
          <p:spPr>
            <a:xfrm>
              <a:off x="5560950" y="3774532"/>
              <a:ext cx="554138" cy="629690"/>
            </a:xfrm>
            <a:custGeom>
              <a:avLst/>
              <a:gdLst/>
              <a:ahLst/>
              <a:cxnLst/>
              <a:rect l="l" t="t" r="r" b="b"/>
              <a:pathLst>
                <a:path w="3501" h="4330" extrusionOk="0">
                  <a:moveTo>
                    <a:pt x="829" y="0"/>
                  </a:moveTo>
                  <a:cubicBezTo>
                    <a:pt x="373" y="0"/>
                    <a:pt x="1" y="373"/>
                    <a:pt x="1" y="829"/>
                  </a:cubicBezTo>
                  <a:lnTo>
                    <a:pt x="1" y="3501"/>
                  </a:lnTo>
                  <a:cubicBezTo>
                    <a:pt x="1" y="3954"/>
                    <a:pt x="373" y="4329"/>
                    <a:pt x="829" y="4329"/>
                  </a:cubicBezTo>
                  <a:lnTo>
                    <a:pt x="3501" y="4329"/>
                  </a:lnTo>
                  <a:lnTo>
                    <a:pt x="35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88"/>
            <p:cNvSpPr/>
            <p:nvPr/>
          </p:nvSpPr>
          <p:spPr>
            <a:xfrm>
              <a:off x="6255500" y="399276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88"/>
            <p:cNvSpPr/>
            <p:nvPr/>
          </p:nvSpPr>
          <p:spPr>
            <a:xfrm>
              <a:off x="7672125" y="3964318"/>
              <a:ext cx="141977" cy="220755"/>
            </a:xfrm>
            <a:custGeom>
              <a:avLst/>
              <a:gdLst/>
              <a:ahLst/>
              <a:cxnLst/>
              <a:rect l="l" t="t" r="r" b="b"/>
              <a:pathLst>
                <a:path w="897" h="1518" extrusionOk="0">
                  <a:moveTo>
                    <a:pt x="116" y="1"/>
                  </a:moveTo>
                  <a:cubicBezTo>
                    <a:pt x="87" y="1"/>
                    <a:pt x="58" y="13"/>
                    <a:pt x="34" y="37"/>
                  </a:cubicBezTo>
                  <a:cubicBezTo>
                    <a:pt x="11" y="59"/>
                    <a:pt x="11" y="84"/>
                    <a:pt x="11" y="118"/>
                  </a:cubicBezTo>
                  <a:cubicBezTo>
                    <a:pt x="11" y="140"/>
                    <a:pt x="11" y="177"/>
                    <a:pt x="34" y="199"/>
                  </a:cubicBezTo>
                  <a:lnTo>
                    <a:pt x="605" y="759"/>
                  </a:lnTo>
                  <a:lnTo>
                    <a:pt x="34" y="1330"/>
                  </a:lnTo>
                  <a:cubicBezTo>
                    <a:pt x="0" y="1367"/>
                    <a:pt x="0" y="1448"/>
                    <a:pt x="34" y="1484"/>
                  </a:cubicBezTo>
                  <a:cubicBezTo>
                    <a:pt x="58" y="1507"/>
                    <a:pt x="87" y="1518"/>
                    <a:pt x="116" y="1518"/>
                  </a:cubicBezTo>
                  <a:cubicBezTo>
                    <a:pt x="145" y="1518"/>
                    <a:pt x="174" y="1507"/>
                    <a:pt x="196" y="1484"/>
                  </a:cubicBezTo>
                  <a:lnTo>
                    <a:pt x="851" y="840"/>
                  </a:lnTo>
                  <a:cubicBezTo>
                    <a:pt x="896" y="795"/>
                    <a:pt x="896" y="725"/>
                    <a:pt x="851" y="678"/>
                  </a:cubicBezTo>
                  <a:lnTo>
                    <a:pt x="196" y="37"/>
                  </a:lnTo>
                  <a:cubicBezTo>
                    <a:pt x="174" y="13"/>
                    <a:pt x="145" y="1"/>
                    <a:pt x="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88"/>
            <p:cNvSpPr/>
            <p:nvPr/>
          </p:nvSpPr>
          <p:spPr>
            <a:xfrm>
              <a:off x="5671748" y="3905274"/>
              <a:ext cx="319726" cy="317317"/>
            </a:xfrm>
            <a:custGeom>
              <a:avLst/>
              <a:gdLst/>
              <a:ahLst/>
              <a:cxnLst/>
              <a:rect l="l" t="t" r="r" b="b"/>
              <a:pathLst>
                <a:path w="2020" h="2182" extrusionOk="0">
                  <a:moveTo>
                    <a:pt x="432" y="0"/>
                  </a:moveTo>
                  <a:cubicBezTo>
                    <a:pt x="188" y="0"/>
                    <a:pt x="1" y="196"/>
                    <a:pt x="1" y="431"/>
                  </a:cubicBezTo>
                  <a:lnTo>
                    <a:pt x="1" y="1750"/>
                  </a:lnTo>
                  <a:cubicBezTo>
                    <a:pt x="1" y="1983"/>
                    <a:pt x="188" y="2181"/>
                    <a:pt x="432" y="2181"/>
                  </a:cubicBezTo>
                  <a:lnTo>
                    <a:pt x="1588" y="2181"/>
                  </a:lnTo>
                  <a:cubicBezTo>
                    <a:pt x="1821" y="2181"/>
                    <a:pt x="2020" y="1983"/>
                    <a:pt x="2020" y="1750"/>
                  </a:cubicBezTo>
                  <a:lnTo>
                    <a:pt x="2020" y="431"/>
                  </a:lnTo>
                  <a:cubicBezTo>
                    <a:pt x="2020" y="196"/>
                    <a:pt x="1821" y="0"/>
                    <a:pt x="1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88"/>
            <p:cNvSpPr/>
            <p:nvPr/>
          </p:nvSpPr>
          <p:spPr>
            <a:xfrm>
              <a:off x="5671748" y="4042414"/>
              <a:ext cx="319726" cy="180182"/>
            </a:xfrm>
            <a:custGeom>
              <a:avLst/>
              <a:gdLst/>
              <a:ahLst/>
              <a:cxnLst/>
              <a:rect l="l" t="t" r="r" b="b"/>
              <a:pathLst>
                <a:path w="2020" h="1239" extrusionOk="0">
                  <a:moveTo>
                    <a:pt x="1448" y="1"/>
                  </a:moveTo>
                  <a:cubicBezTo>
                    <a:pt x="1401" y="1"/>
                    <a:pt x="1353" y="23"/>
                    <a:pt x="1331" y="60"/>
                  </a:cubicBezTo>
                  <a:lnTo>
                    <a:pt x="782" y="771"/>
                  </a:lnTo>
                  <a:lnTo>
                    <a:pt x="491" y="457"/>
                  </a:lnTo>
                  <a:cubicBezTo>
                    <a:pt x="457" y="421"/>
                    <a:pt x="421" y="410"/>
                    <a:pt x="387" y="410"/>
                  </a:cubicBezTo>
                  <a:cubicBezTo>
                    <a:pt x="351" y="410"/>
                    <a:pt x="317" y="421"/>
                    <a:pt x="281" y="457"/>
                  </a:cubicBezTo>
                  <a:lnTo>
                    <a:pt x="1" y="737"/>
                  </a:lnTo>
                  <a:lnTo>
                    <a:pt x="1" y="807"/>
                  </a:lnTo>
                  <a:cubicBezTo>
                    <a:pt x="1" y="1040"/>
                    <a:pt x="188" y="1238"/>
                    <a:pt x="432" y="1238"/>
                  </a:cubicBezTo>
                  <a:lnTo>
                    <a:pt x="1588" y="1238"/>
                  </a:lnTo>
                  <a:cubicBezTo>
                    <a:pt x="1821" y="1238"/>
                    <a:pt x="2020" y="1040"/>
                    <a:pt x="2020" y="807"/>
                  </a:cubicBezTo>
                  <a:lnTo>
                    <a:pt x="2020" y="561"/>
                  </a:lnTo>
                  <a:lnTo>
                    <a:pt x="1552" y="48"/>
                  </a:lnTo>
                  <a:cubicBezTo>
                    <a:pt x="1530" y="12"/>
                    <a:pt x="1482" y="1"/>
                    <a:pt x="1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88"/>
            <p:cNvSpPr/>
            <p:nvPr/>
          </p:nvSpPr>
          <p:spPr>
            <a:xfrm>
              <a:off x="5703246" y="3957774"/>
              <a:ext cx="75974" cy="67768"/>
            </a:xfrm>
            <a:custGeom>
              <a:avLst/>
              <a:gdLst/>
              <a:ahLst/>
              <a:cxnLst/>
              <a:rect l="l" t="t" r="r" b="b"/>
              <a:pathLst>
                <a:path w="480" h="466" extrusionOk="0">
                  <a:moveTo>
                    <a:pt x="244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0" y="362"/>
                    <a:pt x="104" y="465"/>
                    <a:pt x="244" y="465"/>
                  </a:cubicBezTo>
                  <a:cubicBezTo>
                    <a:pt x="373" y="465"/>
                    <a:pt x="479" y="362"/>
                    <a:pt x="479" y="233"/>
                  </a:cubicBezTo>
                  <a:cubicBezTo>
                    <a:pt x="479" y="104"/>
                    <a:pt x="373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88"/>
            <p:cNvSpPr/>
            <p:nvPr/>
          </p:nvSpPr>
          <p:spPr>
            <a:xfrm>
              <a:off x="6255500" y="412611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88"/>
          <p:cNvSpPr/>
          <p:nvPr/>
        </p:nvSpPr>
        <p:spPr>
          <a:xfrm>
            <a:off x="904200" y="2040227"/>
            <a:ext cx="360880" cy="36006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88"/>
          <p:cNvSpPr/>
          <p:nvPr/>
        </p:nvSpPr>
        <p:spPr>
          <a:xfrm rot="10800000">
            <a:off x="7818811" y="1146764"/>
            <a:ext cx="320089" cy="32008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88"/>
          <p:cNvSpPr/>
          <p:nvPr/>
        </p:nvSpPr>
        <p:spPr>
          <a:xfrm>
            <a:off x="1154973" y="3693025"/>
            <a:ext cx="216619" cy="21661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7" dur="800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 Online News App by Slidesgo">
  <a:themeElements>
    <a:clrScheme name="Simple Light">
      <a:dk1>
        <a:srgbClr val="17336B"/>
      </a:dk1>
      <a:lt1>
        <a:srgbClr val="F9F8FF"/>
      </a:lt1>
      <a:dk2>
        <a:srgbClr val="66BEE9"/>
      </a:dk2>
      <a:lt2>
        <a:srgbClr val="4EB3E4"/>
      </a:lt2>
      <a:accent1>
        <a:srgbClr val="FFD65F"/>
      </a:accent1>
      <a:accent2>
        <a:srgbClr val="FDA0B4"/>
      </a:accent2>
      <a:accent3>
        <a:srgbClr val="E951C2"/>
      </a:accent3>
      <a:accent4>
        <a:srgbClr val="60D8F4"/>
      </a:accent4>
      <a:accent5>
        <a:srgbClr val="81EEEB"/>
      </a:accent5>
      <a:accent6>
        <a:srgbClr val="DF5F69"/>
      </a:accent6>
      <a:hlink>
        <a:srgbClr val="0D2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330</Words>
  <Application>Microsoft Office PowerPoint</Application>
  <PresentationFormat>Экран (16:9)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Denk One</vt:lpstr>
      <vt:lpstr>Orbitron</vt:lpstr>
      <vt:lpstr>Arial</vt:lpstr>
      <vt:lpstr>Overpass</vt:lpstr>
      <vt:lpstr>Quicksand</vt:lpstr>
      <vt:lpstr>Fira Sans Extra Condensed</vt:lpstr>
      <vt:lpstr>Oxanium</vt:lpstr>
      <vt:lpstr> Online News App by Slidesgo</vt:lpstr>
      <vt:lpstr>Правила онлайн-безопасности</vt:lpstr>
      <vt:lpstr>Интернет</vt:lpstr>
      <vt:lpstr>1</vt:lpstr>
      <vt:lpstr>Поэтому каждому ребенку нужно знать правила безопасности.</vt:lpstr>
      <vt:lpstr>Правило</vt:lpstr>
      <vt:lpstr>Правило</vt:lpstr>
      <vt:lpstr>02</vt:lpstr>
      <vt:lpstr>02</vt:lpstr>
      <vt:lpstr>Правило</vt:lpstr>
      <vt:lpstr>04</vt:lpstr>
      <vt:lpstr>04</vt:lpstr>
      <vt:lpstr>Правило</vt:lpstr>
      <vt:lpstr>Правило</vt:lpstr>
      <vt:lpstr>06</vt:lpstr>
      <vt:lpstr>06</vt:lpstr>
      <vt:lpstr>Что делать, если появилась проблема?</vt:lpstr>
      <vt:lpstr>Главное правило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онлайн-безопасности</dc:title>
  <dc:creator>Пользователь</dc:creator>
  <cp:lastModifiedBy>Арсений федоренко</cp:lastModifiedBy>
  <cp:revision>11</cp:revision>
  <dcterms:modified xsi:type="dcterms:W3CDTF">2026-04-21T12:31:25Z</dcterms:modified>
</cp:coreProperties>
</file>