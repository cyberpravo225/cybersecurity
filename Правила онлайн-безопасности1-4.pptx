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13" r:id="rId1"/>
  </p:sldMasterIdLst>
  <p:notesMasterIdLst>
    <p:notesMasterId r:id="rId20"/>
  </p:notesMasterIdLst>
  <p:sldIdLst>
    <p:sldId id="256" r:id="rId2"/>
    <p:sldId id="272" r:id="rId3"/>
    <p:sldId id="344" r:id="rId4"/>
    <p:sldId id="345" r:id="rId5"/>
    <p:sldId id="265" r:id="rId6"/>
    <p:sldId id="348" r:id="rId7"/>
    <p:sldId id="347" r:id="rId8"/>
    <p:sldId id="349" r:id="rId9"/>
    <p:sldId id="350" r:id="rId10"/>
    <p:sldId id="351" r:id="rId11"/>
    <p:sldId id="352" r:id="rId12"/>
    <p:sldId id="353" r:id="rId13"/>
    <p:sldId id="354" r:id="rId14"/>
    <p:sldId id="355" r:id="rId15"/>
    <p:sldId id="356" r:id="rId16"/>
    <p:sldId id="357" r:id="rId17"/>
    <p:sldId id="358" r:id="rId18"/>
    <p:sldId id="275" r:id="rId19"/>
  </p:sldIdLst>
  <p:sldSz cx="9144000" cy="5143500" type="screen16x9"/>
  <p:notesSz cx="6858000" cy="9144000"/>
  <p:embeddedFontLst>
    <p:embeddedFont>
      <p:font typeface="Denk One" panose="020B0604020202020204" charset="0"/>
      <p:regular r:id="rId21"/>
    </p:embeddedFont>
    <p:embeddedFont>
      <p:font typeface="Fira Sans Extra Condensed" panose="020B0604020202020204" charset="0"/>
      <p:regular r:id="rId22"/>
      <p:bold r:id="rId23"/>
      <p:italic r:id="rId24"/>
      <p:boldItalic r:id="rId25"/>
    </p:embeddedFont>
    <p:embeddedFont>
      <p:font typeface="Orbitron" panose="020B0604020202020204" charset="0"/>
      <p:regular r:id="rId26"/>
      <p:bold r:id="rId27"/>
    </p:embeddedFont>
    <p:embeddedFont>
      <p:font typeface="Overpass" panose="020B0604020202020204" charset="0"/>
      <p:regular r:id="rId28"/>
      <p:bold r:id="rId29"/>
      <p:italic r:id="rId30"/>
      <p:boldItalic r:id="rId31"/>
    </p:embeddedFont>
    <p:embeddedFont>
      <p:font typeface="Oxanium" panose="020B0604020202020204" charset="0"/>
      <p:regular r:id="rId32"/>
      <p:bold r:id="rId33"/>
    </p:embeddedFont>
    <p:embeddedFont>
      <p:font typeface="Quicksand" panose="020B0604020202020204" charset="0"/>
      <p:regular r:id="rId34"/>
      <p:bold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5B6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7B67D83-08BD-4C79-A20F-5C3770346901}">
  <a:tblStyle styleId="{77B67D83-08BD-4C79-A20F-5C377034690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218" autoAdjust="0"/>
    <p:restoredTop sz="94660"/>
  </p:normalViewPr>
  <p:slideViewPr>
    <p:cSldViewPr snapToGrid="0">
      <p:cViewPr varScale="1">
        <p:scale>
          <a:sx n="143" d="100"/>
          <a:sy n="143" d="100"/>
        </p:scale>
        <p:origin x="82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34" Type="http://schemas.openxmlformats.org/officeDocument/2006/relationships/font" Target="fonts/font1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font" Target="fonts/font13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font" Target="fonts/font12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35" Type="http://schemas.openxmlformats.org/officeDocument/2006/relationships/font" Target="fonts/font1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4" name="Google Shape;1204;gf17053b67e_0_2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5" name="Google Shape;1205;gf17053b67e_0_2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2" name="Google Shape;1842;gcc9050bdf8_0_3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3" name="Google Shape;1843;gcc9050bdf8_0_3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1" name="Google Shape;1301;gf60122e166_0_5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2" name="Google Shape;1302;gf60122e166_0_5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562668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2" name="Google Shape;1952;g1109615dbae_0_2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3" name="Google Shape;1953;g1109615dbae_0_2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105936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9" name="Google Shape;1589;gcc9050bdf8_0_2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0" name="Google Shape;1590;gcc9050bdf8_0_2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9" name="Google Shape;1589;gcc9050bdf8_0_2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0" name="Google Shape;1590;gcc9050bdf8_0_2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032726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0" name="Google Shape;1910;g10cb08aead6_0_7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1" name="Google Shape;1911;g10cb08aead6_0_7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21475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0" name="Google Shape;1910;g10cb08aead6_0_7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1" name="Google Shape;1911;g10cb08aead6_0_7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41884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9" name="Google Shape;1589;gcc9050bdf8_0_2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0" name="Google Shape;1590;gcc9050bdf8_0_2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788931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0" name="Google Shape;1910;g10cb08aead6_0_7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1" name="Google Shape;1911;g10cb08aead6_0_7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542463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0" name="Google Shape;1910;g10cb08aead6_0_7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1" name="Google Shape;1911;g10cb08aead6_0_7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1838794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9" name="Google Shape;1589;gcc9050bdf8_0_2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0" name="Google Shape;1590;gcc9050bdf8_0_2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8278150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9" name="Google Shape;1589;gcc9050bdf8_0_2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0" name="Google Shape;1590;gcc9050bdf8_0_2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4242072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0" name="Google Shape;1910;g10cb08aead6_0_7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1" name="Google Shape;1911;g10cb08aead6_0_7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1904336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0" name="Google Shape;1910;g10cb08aead6_0_7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1" name="Google Shape;1911;g10cb08aead6_0_7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4233183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2" name="Google Shape;1292;gcc9050bdf8_0_1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3" name="Google Shape;1293;gcc9050bdf8_0_1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5227198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9" name="Google Shape;1389;gcc9050bdf8_0_2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0" name="Google Shape;1390;gcc9050bdf8_0_2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28252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2" name="Google Shape;1952;g1109615dbae_0_2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3" name="Google Shape;1953;g1109615dbae_0_2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358350" y="258050"/>
            <a:ext cx="8428950" cy="4627500"/>
            <a:chOff x="358350" y="258050"/>
            <a:chExt cx="8428950" cy="4627500"/>
          </a:xfrm>
        </p:grpSpPr>
        <p:sp>
          <p:nvSpPr>
            <p:cNvPr id="10" name="Google Shape;10;p2"/>
            <p:cNvSpPr/>
            <p:nvPr/>
          </p:nvSpPr>
          <p:spPr>
            <a:xfrm>
              <a:off x="358350" y="258050"/>
              <a:ext cx="8427300" cy="4627500"/>
            </a:xfrm>
            <a:prstGeom prst="roundRect">
              <a:avLst>
                <a:gd name="adj" fmla="val 5555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360000" y="258050"/>
              <a:ext cx="8427300" cy="4627500"/>
            </a:xfrm>
            <a:prstGeom prst="roundRect">
              <a:avLst>
                <a:gd name="adj" fmla="val 5555"/>
              </a:avLst>
            </a:pr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720000" y="407061"/>
              <a:ext cx="7704000" cy="2625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 w="9525" cap="flat" cmpd="sng">
              <a:solidFill>
                <a:srgbClr val="D2D6FF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" name="Google Shape;13;p2"/>
            <p:cNvGrpSpPr/>
            <p:nvPr/>
          </p:nvGrpSpPr>
          <p:grpSpPr>
            <a:xfrm rot="10800000" flipH="1">
              <a:off x="4159199" y="4657459"/>
              <a:ext cx="825589" cy="93999"/>
              <a:chOff x="5718423" y="809024"/>
              <a:chExt cx="830071" cy="94500"/>
            </a:xfrm>
          </p:grpSpPr>
          <p:sp>
            <p:nvSpPr>
              <p:cNvPr id="14" name="Google Shape;14;p2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15;p2"/>
              <p:cNvSpPr/>
              <p:nvPr/>
            </p:nvSpPr>
            <p:spPr>
              <a:xfrm>
                <a:off x="5718423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620880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645399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8" name="Google Shape;18;p2"/>
          <p:cNvSpPr txBox="1">
            <a:spLocks noGrp="1"/>
          </p:cNvSpPr>
          <p:nvPr>
            <p:ph type="ctrTitle"/>
          </p:nvPr>
        </p:nvSpPr>
        <p:spPr>
          <a:xfrm>
            <a:off x="720000" y="1185650"/>
            <a:ext cx="3852000" cy="236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subTitle" idx="1"/>
          </p:nvPr>
        </p:nvSpPr>
        <p:spPr>
          <a:xfrm>
            <a:off x="790635" y="3761000"/>
            <a:ext cx="3909900" cy="41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 txBox="1">
            <a:spLocks noGrp="1"/>
          </p:cNvSpPr>
          <p:nvPr>
            <p:ph type="title"/>
          </p:nvPr>
        </p:nvSpPr>
        <p:spPr>
          <a:xfrm>
            <a:off x="2477237" y="1522954"/>
            <a:ext cx="4205400" cy="166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ubTitle" idx="1"/>
          </p:nvPr>
        </p:nvSpPr>
        <p:spPr>
          <a:xfrm>
            <a:off x="3204287" y="3218546"/>
            <a:ext cx="2751300" cy="71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title" idx="2" hasCustomPrompt="1"/>
          </p:nvPr>
        </p:nvSpPr>
        <p:spPr>
          <a:xfrm>
            <a:off x="1639207" y="935175"/>
            <a:ext cx="969000" cy="71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35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grpSp>
        <p:nvGrpSpPr>
          <p:cNvPr id="24" name="Google Shape;24;p3"/>
          <p:cNvGrpSpPr/>
          <p:nvPr/>
        </p:nvGrpSpPr>
        <p:grpSpPr>
          <a:xfrm>
            <a:off x="2038439" y="258000"/>
            <a:ext cx="5082995" cy="4627500"/>
            <a:chOff x="3704375" y="258050"/>
            <a:chExt cx="5082995" cy="4627500"/>
          </a:xfrm>
        </p:grpSpPr>
        <p:sp>
          <p:nvSpPr>
            <p:cNvPr id="25" name="Google Shape;25;p3"/>
            <p:cNvSpPr/>
            <p:nvPr/>
          </p:nvSpPr>
          <p:spPr>
            <a:xfrm>
              <a:off x="3704375" y="258050"/>
              <a:ext cx="5082000" cy="4627500"/>
            </a:xfrm>
            <a:prstGeom prst="roundRect">
              <a:avLst>
                <a:gd name="adj" fmla="val 5555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>
              <a:off x="3705370" y="258050"/>
              <a:ext cx="5082000" cy="4627500"/>
            </a:xfrm>
            <a:prstGeom prst="roundRect">
              <a:avLst>
                <a:gd name="adj" fmla="val 5555"/>
              </a:avLst>
            </a:pr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7" name="Google Shape;27;p3"/>
            <p:cNvGrpSpPr/>
            <p:nvPr/>
          </p:nvGrpSpPr>
          <p:grpSpPr>
            <a:xfrm rot="10800000" flipH="1">
              <a:off x="5829576" y="4657459"/>
              <a:ext cx="825589" cy="93999"/>
              <a:chOff x="5718423" y="809024"/>
              <a:chExt cx="830071" cy="94500"/>
            </a:xfrm>
          </p:grpSpPr>
          <p:sp>
            <p:nvSpPr>
              <p:cNvPr id="28" name="Google Shape;28;p3"/>
              <p:cNvSpPr/>
              <p:nvPr/>
            </p:nvSpPr>
            <p:spPr>
              <a:xfrm>
                <a:off x="5718423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29;p3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30;p3"/>
              <p:cNvSpPr/>
              <p:nvPr/>
            </p:nvSpPr>
            <p:spPr>
              <a:xfrm>
                <a:off x="620880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31;p3"/>
              <p:cNvSpPr/>
              <p:nvPr/>
            </p:nvSpPr>
            <p:spPr>
              <a:xfrm>
                <a:off x="645399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2" name="Google Shape;32;p3"/>
            <p:cNvGrpSpPr/>
            <p:nvPr/>
          </p:nvGrpSpPr>
          <p:grpSpPr>
            <a:xfrm>
              <a:off x="3932900" y="407050"/>
              <a:ext cx="4491000" cy="262500"/>
              <a:chOff x="3646108" y="393414"/>
              <a:chExt cx="4491000" cy="262500"/>
            </a:xfrm>
          </p:grpSpPr>
          <p:sp>
            <p:nvSpPr>
              <p:cNvPr id="33" name="Google Shape;33;p3"/>
              <p:cNvSpPr/>
              <p:nvPr/>
            </p:nvSpPr>
            <p:spPr>
              <a:xfrm>
                <a:off x="3646108" y="393414"/>
                <a:ext cx="4491000" cy="262500"/>
              </a:xfrm>
              <a:prstGeom prst="roundRect">
                <a:avLst>
                  <a:gd name="adj" fmla="val 50000"/>
                </a:avLst>
              </a:prstGeom>
              <a:solidFill>
                <a:schemeClr val="dk2"/>
              </a:solidFill>
              <a:ln w="9525" cap="flat" cmpd="sng">
                <a:solidFill>
                  <a:srgbClr val="D2D6FF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34" name="Google Shape;34;p3"/>
              <p:cNvGrpSpPr/>
              <p:nvPr/>
            </p:nvGrpSpPr>
            <p:grpSpPr>
              <a:xfrm rot="10800000" flipH="1">
                <a:off x="3850212" y="483688"/>
                <a:ext cx="429322" cy="93999"/>
                <a:chOff x="9164898" y="744468"/>
                <a:chExt cx="431653" cy="94500"/>
              </a:xfrm>
            </p:grpSpPr>
            <p:sp>
              <p:nvSpPr>
                <p:cNvPr id="35" name="Google Shape;35;p3"/>
                <p:cNvSpPr/>
                <p:nvPr/>
              </p:nvSpPr>
              <p:spPr>
                <a:xfrm>
                  <a:off x="9164898" y="744468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57150" dist="19050" dir="5400000" algn="bl" rotWithShape="0">
                    <a:srgbClr val="5352E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" name="Google Shape;36;p3"/>
                <p:cNvSpPr/>
                <p:nvPr/>
              </p:nvSpPr>
              <p:spPr>
                <a:xfrm>
                  <a:off x="9333475" y="744468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57150" dist="19050" dir="5400000" algn="bl" rotWithShape="0">
                    <a:srgbClr val="5352E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" name="Google Shape;37;p3"/>
                <p:cNvSpPr/>
                <p:nvPr/>
              </p:nvSpPr>
              <p:spPr>
                <a:xfrm>
                  <a:off x="9502051" y="744468"/>
                  <a:ext cx="94500" cy="945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dist="19050" dir="5400000" algn="bl" rotWithShape="0">
                    <a:srgbClr val="5352E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oogle Shape;39;p4"/>
          <p:cNvGrpSpPr/>
          <p:nvPr/>
        </p:nvGrpSpPr>
        <p:grpSpPr>
          <a:xfrm>
            <a:off x="358350" y="258050"/>
            <a:ext cx="8428950" cy="4627500"/>
            <a:chOff x="358350" y="258050"/>
            <a:chExt cx="8428950" cy="4627500"/>
          </a:xfrm>
        </p:grpSpPr>
        <p:sp>
          <p:nvSpPr>
            <p:cNvPr id="40" name="Google Shape;40;p4"/>
            <p:cNvSpPr/>
            <p:nvPr/>
          </p:nvSpPr>
          <p:spPr>
            <a:xfrm>
              <a:off x="358350" y="258050"/>
              <a:ext cx="8427300" cy="4627500"/>
            </a:xfrm>
            <a:prstGeom prst="roundRect">
              <a:avLst>
                <a:gd name="adj" fmla="val 5555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4"/>
            <p:cNvSpPr/>
            <p:nvPr/>
          </p:nvSpPr>
          <p:spPr>
            <a:xfrm>
              <a:off x="360000" y="258050"/>
              <a:ext cx="8427300" cy="4627500"/>
            </a:xfrm>
            <a:prstGeom prst="roundRect">
              <a:avLst>
                <a:gd name="adj" fmla="val 5555"/>
              </a:avLst>
            </a:pr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2" name="Google Shape;42;p4"/>
            <p:cNvGrpSpPr/>
            <p:nvPr/>
          </p:nvGrpSpPr>
          <p:grpSpPr>
            <a:xfrm rot="10800000" flipH="1">
              <a:off x="4159199" y="4657459"/>
              <a:ext cx="825589" cy="93999"/>
              <a:chOff x="5718423" y="809024"/>
              <a:chExt cx="830071" cy="94500"/>
            </a:xfrm>
          </p:grpSpPr>
          <p:sp>
            <p:nvSpPr>
              <p:cNvPr id="43" name="Google Shape;43;p4"/>
              <p:cNvSpPr/>
              <p:nvPr/>
            </p:nvSpPr>
            <p:spPr>
              <a:xfrm>
                <a:off x="5718423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44;p4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45;p4"/>
              <p:cNvSpPr/>
              <p:nvPr/>
            </p:nvSpPr>
            <p:spPr>
              <a:xfrm>
                <a:off x="620880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46;p4"/>
              <p:cNvSpPr/>
              <p:nvPr/>
            </p:nvSpPr>
            <p:spPr>
              <a:xfrm>
                <a:off x="645399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7" name="Google Shape;47;p4"/>
            <p:cNvGrpSpPr/>
            <p:nvPr/>
          </p:nvGrpSpPr>
          <p:grpSpPr>
            <a:xfrm>
              <a:off x="720000" y="407061"/>
              <a:ext cx="7704000" cy="262500"/>
              <a:chOff x="433208" y="393425"/>
              <a:chExt cx="7704000" cy="262500"/>
            </a:xfrm>
          </p:grpSpPr>
          <p:sp>
            <p:nvSpPr>
              <p:cNvPr id="48" name="Google Shape;48;p4"/>
              <p:cNvSpPr/>
              <p:nvPr/>
            </p:nvSpPr>
            <p:spPr>
              <a:xfrm>
                <a:off x="433208" y="393425"/>
                <a:ext cx="7704000" cy="262500"/>
              </a:xfrm>
              <a:prstGeom prst="roundRect">
                <a:avLst>
                  <a:gd name="adj" fmla="val 50000"/>
                </a:avLst>
              </a:prstGeom>
              <a:solidFill>
                <a:schemeClr val="dk2"/>
              </a:solidFill>
              <a:ln w="9525" cap="flat" cmpd="sng">
                <a:solidFill>
                  <a:srgbClr val="D2D6FF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49" name="Google Shape;49;p4"/>
              <p:cNvGrpSpPr/>
              <p:nvPr/>
            </p:nvGrpSpPr>
            <p:grpSpPr>
              <a:xfrm rot="10800000" flipH="1">
                <a:off x="543498" y="483688"/>
                <a:ext cx="429322" cy="93999"/>
                <a:chOff x="5840230" y="744468"/>
                <a:chExt cx="431653" cy="94500"/>
              </a:xfrm>
            </p:grpSpPr>
            <p:sp>
              <p:nvSpPr>
                <p:cNvPr id="50" name="Google Shape;50;p4"/>
                <p:cNvSpPr/>
                <p:nvPr/>
              </p:nvSpPr>
              <p:spPr>
                <a:xfrm>
                  <a:off x="5840230" y="744468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1" name="Google Shape;51;p4"/>
                <p:cNvSpPr/>
                <p:nvPr/>
              </p:nvSpPr>
              <p:spPr>
                <a:xfrm>
                  <a:off x="6008807" y="744468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" name="Google Shape;52;p4"/>
                <p:cNvSpPr/>
                <p:nvPr/>
              </p:nvSpPr>
              <p:spPr>
                <a:xfrm>
                  <a:off x="6177384" y="744468"/>
                  <a:ext cx="94500" cy="945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53" name="Google Shape;53;p4"/>
          <p:cNvSpPr txBox="1">
            <a:spLocks noGrp="1"/>
          </p:cNvSpPr>
          <p:nvPr>
            <p:ph type="title"/>
          </p:nvPr>
        </p:nvSpPr>
        <p:spPr>
          <a:xfrm>
            <a:off x="720000" y="694814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4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5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oogle Shape;89;p7"/>
          <p:cNvGrpSpPr/>
          <p:nvPr/>
        </p:nvGrpSpPr>
        <p:grpSpPr>
          <a:xfrm>
            <a:off x="358350" y="258050"/>
            <a:ext cx="8428950" cy="4627500"/>
            <a:chOff x="358350" y="258050"/>
            <a:chExt cx="8428950" cy="4627500"/>
          </a:xfrm>
        </p:grpSpPr>
        <p:sp>
          <p:nvSpPr>
            <p:cNvPr id="90" name="Google Shape;90;p7"/>
            <p:cNvSpPr/>
            <p:nvPr/>
          </p:nvSpPr>
          <p:spPr>
            <a:xfrm>
              <a:off x="358350" y="258050"/>
              <a:ext cx="8427300" cy="4627500"/>
            </a:xfrm>
            <a:prstGeom prst="roundRect">
              <a:avLst>
                <a:gd name="adj" fmla="val 5555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7"/>
            <p:cNvSpPr/>
            <p:nvPr/>
          </p:nvSpPr>
          <p:spPr>
            <a:xfrm>
              <a:off x="360000" y="258050"/>
              <a:ext cx="8427300" cy="4627500"/>
            </a:xfrm>
            <a:prstGeom prst="roundRect">
              <a:avLst>
                <a:gd name="adj" fmla="val 5555"/>
              </a:avLst>
            </a:pr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2" name="Google Shape;92;p7"/>
            <p:cNvGrpSpPr/>
            <p:nvPr/>
          </p:nvGrpSpPr>
          <p:grpSpPr>
            <a:xfrm rot="10800000" flipH="1">
              <a:off x="4159199" y="4657459"/>
              <a:ext cx="825589" cy="93999"/>
              <a:chOff x="5718423" y="809024"/>
              <a:chExt cx="830071" cy="94500"/>
            </a:xfrm>
          </p:grpSpPr>
          <p:sp>
            <p:nvSpPr>
              <p:cNvPr id="93" name="Google Shape;93;p7"/>
              <p:cNvSpPr/>
              <p:nvPr/>
            </p:nvSpPr>
            <p:spPr>
              <a:xfrm>
                <a:off x="5718423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Google Shape;94;p7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Google Shape;95;p7"/>
              <p:cNvSpPr/>
              <p:nvPr/>
            </p:nvSpPr>
            <p:spPr>
              <a:xfrm>
                <a:off x="620880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Google Shape;96;p7"/>
              <p:cNvSpPr/>
              <p:nvPr/>
            </p:nvSpPr>
            <p:spPr>
              <a:xfrm>
                <a:off x="645399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7" name="Google Shape;97;p7"/>
            <p:cNvGrpSpPr/>
            <p:nvPr/>
          </p:nvGrpSpPr>
          <p:grpSpPr>
            <a:xfrm>
              <a:off x="720000" y="407061"/>
              <a:ext cx="7704000" cy="262500"/>
              <a:chOff x="433208" y="393425"/>
              <a:chExt cx="7704000" cy="262500"/>
            </a:xfrm>
          </p:grpSpPr>
          <p:sp>
            <p:nvSpPr>
              <p:cNvPr id="98" name="Google Shape;98;p7"/>
              <p:cNvSpPr/>
              <p:nvPr/>
            </p:nvSpPr>
            <p:spPr>
              <a:xfrm>
                <a:off x="433208" y="393425"/>
                <a:ext cx="7704000" cy="262500"/>
              </a:xfrm>
              <a:prstGeom prst="roundRect">
                <a:avLst>
                  <a:gd name="adj" fmla="val 50000"/>
                </a:avLst>
              </a:prstGeom>
              <a:solidFill>
                <a:schemeClr val="dk2"/>
              </a:solidFill>
              <a:ln w="9525" cap="flat" cmpd="sng">
                <a:solidFill>
                  <a:srgbClr val="D2D6FF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99" name="Google Shape;99;p7"/>
              <p:cNvGrpSpPr/>
              <p:nvPr/>
            </p:nvGrpSpPr>
            <p:grpSpPr>
              <a:xfrm rot="10800000" flipH="1">
                <a:off x="543498" y="483688"/>
                <a:ext cx="429322" cy="93999"/>
                <a:chOff x="5840230" y="744468"/>
                <a:chExt cx="431653" cy="94500"/>
              </a:xfrm>
            </p:grpSpPr>
            <p:sp>
              <p:nvSpPr>
                <p:cNvPr id="100" name="Google Shape;100;p7"/>
                <p:cNvSpPr/>
                <p:nvPr/>
              </p:nvSpPr>
              <p:spPr>
                <a:xfrm>
                  <a:off x="5840230" y="744468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1" name="Google Shape;101;p7"/>
                <p:cNvSpPr/>
                <p:nvPr/>
              </p:nvSpPr>
              <p:spPr>
                <a:xfrm>
                  <a:off x="6008807" y="744468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2" name="Google Shape;102;p7"/>
                <p:cNvSpPr/>
                <p:nvPr/>
              </p:nvSpPr>
              <p:spPr>
                <a:xfrm>
                  <a:off x="6177384" y="744468"/>
                  <a:ext cx="94500" cy="945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103" name="Google Shape;103;p7"/>
          <p:cNvSpPr txBox="1">
            <a:spLocks noGrp="1"/>
          </p:cNvSpPr>
          <p:nvPr>
            <p:ph type="title"/>
          </p:nvPr>
        </p:nvSpPr>
        <p:spPr>
          <a:xfrm>
            <a:off x="726454" y="1379050"/>
            <a:ext cx="3251400" cy="92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7"/>
          <p:cNvSpPr txBox="1">
            <a:spLocks noGrp="1"/>
          </p:cNvSpPr>
          <p:nvPr>
            <p:ph type="body" idx="1"/>
          </p:nvPr>
        </p:nvSpPr>
        <p:spPr>
          <a:xfrm>
            <a:off x="726454" y="2297340"/>
            <a:ext cx="3251400" cy="147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115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_HEADER_1"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2" name="Google Shape;202;p16"/>
          <p:cNvGrpSpPr/>
          <p:nvPr/>
        </p:nvGrpSpPr>
        <p:grpSpPr>
          <a:xfrm>
            <a:off x="1214950" y="683850"/>
            <a:ext cx="6714114" cy="3775800"/>
            <a:chOff x="1214950" y="683850"/>
            <a:chExt cx="6714114" cy="3775800"/>
          </a:xfrm>
        </p:grpSpPr>
        <p:sp>
          <p:nvSpPr>
            <p:cNvPr id="203" name="Google Shape;203;p16"/>
            <p:cNvSpPr/>
            <p:nvPr/>
          </p:nvSpPr>
          <p:spPr>
            <a:xfrm>
              <a:off x="1214950" y="683850"/>
              <a:ext cx="6712800" cy="3775800"/>
            </a:xfrm>
            <a:prstGeom prst="roundRect">
              <a:avLst>
                <a:gd name="adj" fmla="val 5555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6"/>
            <p:cNvSpPr/>
            <p:nvPr/>
          </p:nvSpPr>
          <p:spPr>
            <a:xfrm>
              <a:off x="1216264" y="683850"/>
              <a:ext cx="6712800" cy="3775800"/>
            </a:xfrm>
            <a:prstGeom prst="roundRect">
              <a:avLst>
                <a:gd name="adj" fmla="val 5555"/>
              </a:avLst>
            </a:pr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05" name="Google Shape;205;p16"/>
            <p:cNvGrpSpPr/>
            <p:nvPr/>
          </p:nvGrpSpPr>
          <p:grpSpPr>
            <a:xfrm rot="10800000" flipH="1">
              <a:off x="4223153" y="4134459"/>
              <a:ext cx="825589" cy="93999"/>
              <a:chOff x="5718423" y="809024"/>
              <a:chExt cx="830071" cy="94500"/>
            </a:xfrm>
          </p:grpSpPr>
          <p:sp>
            <p:nvSpPr>
              <p:cNvPr id="206" name="Google Shape;206;p16"/>
              <p:cNvSpPr/>
              <p:nvPr/>
            </p:nvSpPr>
            <p:spPr>
              <a:xfrm>
                <a:off x="5718423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Google Shape;207;p16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" name="Google Shape;208;p16"/>
              <p:cNvSpPr/>
              <p:nvPr/>
            </p:nvSpPr>
            <p:spPr>
              <a:xfrm>
                <a:off x="620880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" name="Google Shape;209;p16"/>
              <p:cNvSpPr/>
              <p:nvPr/>
            </p:nvSpPr>
            <p:spPr>
              <a:xfrm>
                <a:off x="645399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0" name="Google Shape;210;p16"/>
            <p:cNvGrpSpPr/>
            <p:nvPr/>
          </p:nvGrpSpPr>
          <p:grpSpPr>
            <a:xfrm>
              <a:off x="1513591" y="878275"/>
              <a:ext cx="6115500" cy="262500"/>
              <a:chOff x="3646122" y="393414"/>
              <a:chExt cx="6115500" cy="262500"/>
            </a:xfrm>
          </p:grpSpPr>
          <p:sp>
            <p:nvSpPr>
              <p:cNvPr id="211" name="Google Shape;211;p16"/>
              <p:cNvSpPr/>
              <p:nvPr/>
            </p:nvSpPr>
            <p:spPr>
              <a:xfrm>
                <a:off x="3646122" y="393414"/>
                <a:ext cx="6115500" cy="262500"/>
              </a:xfrm>
              <a:prstGeom prst="roundRect">
                <a:avLst>
                  <a:gd name="adj" fmla="val 50000"/>
                </a:avLst>
              </a:prstGeom>
              <a:solidFill>
                <a:schemeClr val="dk2"/>
              </a:solidFill>
              <a:ln w="9525" cap="flat" cmpd="sng">
                <a:solidFill>
                  <a:srgbClr val="D2D6FF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12" name="Google Shape;212;p16"/>
              <p:cNvGrpSpPr/>
              <p:nvPr/>
            </p:nvGrpSpPr>
            <p:grpSpPr>
              <a:xfrm rot="10800000" flipH="1">
                <a:off x="3850212" y="483688"/>
                <a:ext cx="429322" cy="93999"/>
                <a:chOff x="9164898" y="744468"/>
                <a:chExt cx="431653" cy="94500"/>
              </a:xfrm>
            </p:grpSpPr>
            <p:sp>
              <p:nvSpPr>
                <p:cNvPr id="213" name="Google Shape;213;p16"/>
                <p:cNvSpPr/>
                <p:nvPr/>
              </p:nvSpPr>
              <p:spPr>
                <a:xfrm>
                  <a:off x="9164898" y="744468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57150" dist="19050" dir="5400000" algn="bl" rotWithShape="0">
                    <a:srgbClr val="5352E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4" name="Google Shape;214;p16"/>
                <p:cNvSpPr/>
                <p:nvPr/>
              </p:nvSpPr>
              <p:spPr>
                <a:xfrm>
                  <a:off x="9333475" y="744468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57150" dist="19050" dir="5400000" algn="bl" rotWithShape="0">
                    <a:srgbClr val="5352E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5" name="Google Shape;215;p16"/>
                <p:cNvSpPr/>
                <p:nvPr/>
              </p:nvSpPr>
              <p:spPr>
                <a:xfrm>
                  <a:off x="9502051" y="744468"/>
                  <a:ext cx="94500" cy="945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dist="19050" dir="5400000" algn="bl" rotWithShape="0">
                    <a:srgbClr val="5352E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216" name="Google Shape;216;p16"/>
          <p:cNvSpPr txBox="1">
            <a:spLocks noGrp="1"/>
          </p:cNvSpPr>
          <p:nvPr>
            <p:ph type="title"/>
          </p:nvPr>
        </p:nvSpPr>
        <p:spPr>
          <a:xfrm>
            <a:off x="2260900" y="1488475"/>
            <a:ext cx="3402600" cy="136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17" name="Google Shape;217;p16"/>
          <p:cNvSpPr txBox="1">
            <a:spLocks noGrp="1"/>
          </p:cNvSpPr>
          <p:nvPr>
            <p:ph type="subTitle" idx="1"/>
          </p:nvPr>
        </p:nvSpPr>
        <p:spPr>
          <a:xfrm>
            <a:off x="2260899" y="3051871"/>
            <a:ext cx="2751300" cy="71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8" name="Google Shape;218;p16"/>
          <p:cNvSpPr txBox="1">
            <a:spLocks noGrp="1"/>
          </p:cNvSpPr>
          <p:nvPr>
            <p:ph type="title" idx="2" hasCustomPrompt="1"/>
          </p:nvPr>
        </p:nvSpPr>
        <p:spPr>
          <a:xfrm>
            <a:off x="932353" y="1735575"/>
            <a:ext cx="969000" cy="71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35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_12"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7" name="Google Shape;277;p20"/>
          <p:cNvGrpSpPr/>
          <p:nvPr/>
        </p:nvGrpSpPr>
        <p:grpSpPr>
          <a:xfrm>
            <a:off x="358350" y="258050"/>
            <a:ext cx="8428950" cy="4627500"/>
            <a:chOff x="358350" y="258050"/>
            <a:chExt cx="8428950" cy="4627500"/>
          </a:xfrm>
        </p:grpSpPr>
        <p:sp>
          <p:nvSpPr>
            <p:cNvPr id="278" name="Google Shape;278;p20"/>
            <p:cNvSpPr/>
            <p:nvPr/>
          </p:nvSpPr>
          <p:spPr>
            <a:xfrm>
              <a:off x="358350" y="258050"/>
              <a:ext cx="8427300" cy="4627500"/>
            </a:xfrm>
            <a:prstGeom prst="roundRect">
              <a:avLst>
                <a:gd name="adj" fmla="val 5555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20"/>
            <p:cNvSpPr/>
            <p:nvPr/>
          </p:nvSpPr>
          <p:spPr>
            <a:xfrm>
              <a:off x="360000" y="258050"/>
              <a:ext cx="8427300" cy="4627500"/>
            </a:xfrm>
            <a:prstGeom prst="roundRect">
              <a:avLst>
                <a:gd name="adj" fmla="val 5555"/>
              </a:avLst>
            </a:pr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80" name="Google Shape;280;p20"/>
            <p:cNvGrpSpPr/>
            <p:nvPr/>
          </p:nvGrpSpPr>
          <p:grpSpPr>
            <a:xfrm rot="10800000" flipH="1">
              <a:off x="4159199" y="4657459"/>
              <a:ext cx="825589" cy="93999"/>
              <a:chOff x="5718423" y="809024"/>
              <a:chExt cx="830071" cy="94500"/>
            </a:xfrm>
          </p:grpSpPr>
          <p:sp>
            <p:nvSpPr>
              <p:cNvPr id="281" name="Google Shape;281;p20"/>
              <p:cNvSpPr/>
              <p:nvPr/>
            </p:nvSpPr>
            <p:spPr>
              <a:xfrm>
                <a:off x="5718423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Google Shape;282;p20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Google Shape;283;p20"/>
              <p:cNvSpPr/>
              <p:nvPr/>
            </p:nvSpPr>
            <p:spPr>
              <a:xfrm>
                <a:off x="620880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Google Shape;284;p20"/>
              <p:cNvSpPr/>
              <p:nvPr/>
            </p:nvSpPr>
            <p:spPr>
              <a:xfrm>
                <a:off x="645399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85" name="Google Shape;285;p20"/>
            <p:cNvGrpSpPr/>
            <p:nvPr/>
          </p:nvGrpSpPr>
          <p:grpSpPr>
            <a:xfrm>
              <a:off x="720000" y="407061"/>
              <a:ext cx="7704000" cy="262500"/>
              <a:chOff x="433208" y="393425"/>
              <a:chExt cx="7704000" cy="262500"/>
            </a:xfrm>
          </p:grpSpPr>
          <p:sp>
            <p:nvSpPr>
              <p:cNvPr id="286" name="Google Shape;286;p20"/>
              <p:cNvSpPr/>
              <p:nvPr/>
            </p:nvSpPr>
            <p:spPr>
              <a:xfrm>
                <a:off x="433208" y="393425"/>
                <a:ext cx="7704000" cy="262500"/>
              </a:xfrm>
              <a:prstGeom prst="roundRect">
                <a:avLst>
                  <a:gd name="adj" fmla="val 50000"/>
                </a:avLst>
              </a:prstGeom>
              <a:solidFill>
                <a:schemeClr val="dk2"/>
              </a:solidFill>
              <a:ln w="9525" cap="flat" cmpd="sng">
                <a:solidFill>
                  <a:srgbClr val="D2D6FF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87" name="Google Shape;287;p20"/>
              <p:cNvGrpSpPr/>
              <p:nvPr/>
            </p:nvGrpSpPr>
            <p:grpSpPr>
              <a:xfrm rot="10800000" flipH="1">
                <a:off x="543498" y="483688"/>
                <a:ext cx="429322" cy="93999"/>
                <a:chOff x="5840230" y="744468"/>
                <a:chExt cx="431653" cy="94500"/>
              </a:xfrm>
            </p:grpSpPr>
            <p:sp>
              <p:nvSpPr>
                <p:cNvPr id="288" name="Google Shape;288;p20"/>
                <p:cNvSpPr/>
                <p:nvPr/>
              </p:nvSpPr>
              <p:spPr>
                <a:xfrm>
                  <a:off x="5840230" y="744468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9" name="Google Shape;289;p20"/>
                <p:cNvSpPr/>
                <p:nvPr/>
              </p:nvSpPr>
              <p:spPr>
                <a:xfrm>
                  <a:off x="6008807" y="744468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0" name="Google Shape;290;p20"/>
                <p:cNvSpPr/>
                <p:nvPr/>
              </p:nvSpPr>
              <p:spPr>
                <a:xfrm>
                  <a:off x="6177384" y="744468"/>
                  <a:ext cx="94500" cy="945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291" name="Google Shape;291;p20"/>
          <p:cNvSpPr txBox="1">
            <a:spLocks noGrp="1"/>
          </p:cNvSpPr>
          <p:nvPr>
            <p:ph type="ctrTitle"/>
          </p:nvPr>
        </p:nvSpPr>
        <p:spPr>
          <a:xfrm>
            <a:off x="4884802" y="687900"/>
            <a:ext cx="3489000" cy="36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Denk One"/>
              <a:buNone/>
              <a:defRPr sz="2000">
                <a:latin typeface="Denk One"/>
                <a:ea typeface="Denk One"/>
                <a:cs typeface="Denk One"/>
                <a:sym typeface="Denk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Denk One"/>
              <a:buNone/>
              <a:defRPr sz="2000">
                <a:latin typeface="Denk One"/>
                <a:ea typeface="Denk One"/>
                <a:cs typeface="Denk One"/>
                <a:sym typeface="Denk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Denk One"/>
              <a:buNone/>
              <a:defRPr sz="2000">
                <a:latin typeface="Denk One"/>
                <a:ea typeface="Denk One"/>
                <a:cs typeface="Denk One"/>
                <a:sym typeface="Denk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Denk One"/>
              <a:buNone/>
              <a:defRPr sz="2000">
                <a:latin typeface="Denk One"/>
                <a:ea typeface="Denk One"/>
                <a:cs typeface="Denk One"/>
                <a:sym typeface="Denk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Denk One"/>
              <a:buNone/>
              <a:defRPr sz="2000">
                <a:latin typeface="Denk One"/>
                <a:ea typeface="Denk One"/>
                <a:cs typeface="Denk One"/>
                <a:sym typeface="Denk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Denk One"/>
              <a:buNone/>
              <a:defRPr sz="2000">
                <a:latin typeface="Denk One"/>
                <a:ea typeface="Denk One"/>
                <a:cs typeface="Denk One"/>
                <a:sym typeface="Denk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Denk One"/>
              <a:buNone/>
              <a:defRPr sz="2000">
                <a:latin typeface="Denk One"/>
                <a:ea typeface="Denk One"/>
                <a:cs typeface="Denk One"/>
                <a:sym typeface="Denk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Denk One"/>
              <a:buNone/>
              <a:defRPr sz="2000">
                <a:latin typeface="Denk One"/>
                <a:ea typeface="Denk One"/>
                <a:cs typeface="Denk One"/>
                <a:sym typeface="Denk One"/>
              </a:defRPr>
            </a:lvl9pPr>
          </a:lstStyle>
          <a:p>
            <a:endParaRPr/>
          </a:p>
        </p:txBody>
      </p:sp>
      <p:sp>
        <p:nvSpPr>
          <p:cNvPr id="292" name="Google Shape;292;p20"/>
          <p:cNvSpPr txBox="1">
            <a:spLocks noGrp="1"/>
          </p:cNvSpPr>
          <p:nvPr>
            <p:ph type="subTitle" idx="1"/>
          </p:nvPr>
        </p:nvSpPr>
        <p:spPr>
          <a:xfrm>
            <a:off x="4884806" y="1054907"/>
            <a:ext cx="3387000" cy="49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293" name="Google Shape;293;p20"/>
          <p:cNvSpPr txBox="1">
            <a:spLocks noGrp="1"/>
          </p:cNvSpPr>
          <p:nvPr>
            <p:ph type="title" idx="2" hasCustomPrompt="1"/>
          </p:nvPr>
        </p:nvSpPr>
        <p:spPr>
          <a:xfrm>
            <a:off x="3900975" y="685907"/>
            <a:ext cx="983700" cy="86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9pPr>
          </a:lstStyle>
          <a:p>
            <a:r>
              <a:t>xx%</a:t>
            </a:r>
          </a:p>
        </p:txBody>
      </p:sp>
      <p:sp>
        <p:nvSpPr>
          <p:cNvPr id="294" name="Google Shape;294;p20"/>
          <p:cNvSpPr txBox="1">
            <a:spLocks noGrp="1"/>
          </p:cNvSpPr>
          <p:nvPr>
            <p:ph type="ctrTitle" idx="3"/>
          </p:nvPr>
        </p:nvSpPr>
        <p:spPr>
          <a:xfrm>
            <a:off x="4884822" y="1702321"/>
            <a:ext cx="3489000" cy="36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Denk One"/>
              <a:buNone/>
              <a:defRPr sz="2000">
                <a:latin typeface="Denk One"/>
                <a:ea typeface="Denk One"/>
                <a:cs typeface="Denk One"/>
                <a:sym typeface="Denk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Denk One"/>
              <a:buNone/>
              <a:defRPr sz="2000">
                <a:latin typeface="Denk One"/>
                <a:ea typeface="Denk One"/>
                <a:cs typeface="Denk One"/>
                <a:sym typeface="Denk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Denk One"/>
              <a:buNone/>
              <a:defRPr sz="2000">
                <a:latin typeface="Denk One"/>
                <a:ea typeface="Denk One"/>
                <a:cs typeface="Denk One"/>
                <a:sym typeface="Denk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Denk One"/>
              <a:buNone/>
              <a:defRPr sz="2000">
                <a:latin typeface="Denk One"/>
                <a:ea typeface="Denk One"/>
                <a:cs typeface="Denk One"/>
                <a:sym typeface="Denk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Denk One"/>
              <a:buNone/>
              <a:defRPr sz="2000">
                <a:latin typeface="Denk One"/>
                <a:ea typeface="Denk One"/>
                <a:cs typeface="Denk One"/>
                <a:sym typeface="Denk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Denk One"/>
              <a:buNone/>
              <a:defRPr sz="2000">
                <a:latin typeface="Denk One"/>
                <a:ea typeface="Denk One"/>
                <a:cs typeface="Denk One"/>
                <a:sym typeface="Denk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Denk One"/>
              <a:buNone/>
              <a:defRPr sz="2000">
                <a:latin typeface="Denk One"/>
                <a:ea typeface="Denk One"/>
                <a:cs typeface="Denk One"/>
                <a:sym typeface="Denk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Denk One"/>
              <a:buNone/>
              <a:defRPr sz="2000">
                <a:latin typeface="Denk One"/>
                <a:ea typeface="Denk One"/>
                <a:cs typeface="Denk One"/>
                <a:sym typeface="Denk One"/>
              </a:defRPr>
            </a:lvl9pPr>
          </a:lstStyle>
          <a:p>
            <a:endParaRPr/>
          </a:p>
        </p:txBody>
      </p:sp>
      <p:sp>
        <p:nvSpPr>
          <p:cNvPr id="295" name="Google Shape;295;p20"/>
          <p:cNvSpPr txBox="1">
            <a:spLocks noGrp="1"/>
          </p:cNvSpPr>
          <p:nvPr>
            <p:ph type="subTitle" idx="4"/>
          </p:nvPr>
        </p:nvSpPr>
        <p:spPr>
          <a:xfrm>
            <a:off x="4884825" y="2072152"/>
            <a:ext cx="3386700" cy="49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296" name="Google Shape;296;p20"/>
          <p:cNvSpPr txBox="1">
            <a:spLocks noGrp="1"/>
          </p:cNvSpPr>
          <p:nvPr>
            <p:ph type="title" idx="5" hasCustomPrompt="1"/>
          </p:nvPr>
        </p:nvSpPr>
        <p:spPr>
          <a:xfrm>
            <a:off x="3900975" y="1703097"/>
            <a:ext cx="983700" cy="86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9pPr>
          </a:lstStyle>
          <a:p>
            <a:r>
              <a:t>xx%</a:t>
            </a:r>
          </a:p>
        </p:txBody>
      </p:sp>
      <p:sp>
        <p:nvSpPr>
          <p:cNvPr id="297" name="Google Shape;297;p20"/>
          <p:cNvSpPr txBox="1">
            <a:spLocks noGrp="1"/>
          </p:cNvSpPr>
          <p:nvPr>
            <p:ph type="ctrTitle" idx="6"/>
          </p:nvPr>
        </p:nvSpPr>
        <p:spPr>
          <a:xfrm>
            <a:off x="4884800" y="2716750"/>
            <a:ext cx="3489000" cy="36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Denk One"/>
              <a:buNone/>
              <a:defRPr sz="2000">
                <a:latin typeface="Denk One"/>
                <a:ea typeface="Denk One"/>
                <a:cs typeface="Denk One"/>
                <a:sym typeface="Denk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Denk One"/>
              <a:buNone/>
              <a:defRPr sz="2000">
                <a:latin typeface="Denk One"/>
                <a:ea typeface="Denk One"/>
                <a:cs typeface="Denk One"/>
                <a:sym typeface="Denk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Denk One"/>
              <a:buNone/>
              <a:defRPr sz="2000">
                <a:latin typeface="Denk One"/>
                <a:ea typeface="Denk One"/>
                <a:cs typeface="Denk One"/>
                <a:sym typeface="Denk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Denk One"/>
              <a:buNone/>
              <a:defRPr sz="2000">
                <a:latin typeface="Denk One"/>
                <a:ea typeface="Denk One"/>
                <a:cs typeface="Denk One"/>
                <a:sym typeface="Denk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Denk One"/>
              <a:buNone/>
              <a:defRPr sz="2000">
                <a:latin typeface="Denk One"/>
                <a:ea typeface="Denk One"/>
                <a:cs typeface="Denk One"/>
                <a:sym typeface="Denk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Denk One"/>
              <a:buNone/>
              <a:defRPr sz="2000">
                <a:latin typeface="Denk One"/>
                <a:ea typeface="Denk One"/>
                <a:cs typeface="Denk One"/>
                <a:sym typeface="Denk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Denk One"/>
              <a:buNone/>
              <a:defRPr sz="2000">
                <a:latin typeface="Denk One"/>
                <a:ea typeface="Denk One"/>
                <a:cs typeface="Denk One"/>
                <a:sym typeface="Denk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Denk One"/>
              <a:buNone/>
              <a:defRPr sz="2000">
                <a:latin typeface="Denk One"/>
                <a:ea typeface="Denk One"/>
                <a:cs typeface="Denk One"/>
                <a:sym typeface="Denk One"/>
              </a:defRPr>
            </a:lvl9pPr>
          </a:lstStyle>
          <a:p>
            <a:endParaRPr/>
          </a:p>
        </p:txBody>
      </p:sp>
      <p:sp>
        <p:nvSpPr>
          <p:cNvPr id="298" name="Google Shape;298;p20"/>
          <p:cNvSpPr txBox="1">
            <a:spLocks noGrp="1"/>
          </p:cNvSpPr>
          <p:nvPr>
            <p:ph type="subTitle" idx="7"/>
          </p:nvPr>
        </p:nvSpPr>
        <p:spPr>
          <a:xfrm>
            <a:off x="4884806" y="3082546"/>
            <a:ext cx="3387000" cy="49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299" name="Google Shape;299;p20"/>
          <p:cNvSpPr txBox="1">
            <a:spLocks noGrp="1"/>
          </p:cNvSpPr>
          <p:nvPr>
            <p:ph type="title" idx="8" hasCustomPrompt="1"/>
          </p:nvPr>
        </p:nvSpPr>
        <p:spPr>
          <a:xfrm>
            <a:off x="3900975" y="2708167"/>
            <a:ext cx="983700" cy="86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9pPr>
          </a:lstStyle>
          <a:p>
            <a:r>
              <a:t>xx%</a:t>
            </a:r>
          </a:p>
        </p:txBody>
      </p:sp>
      <p:sp>
        <p:nvSpPr>
          <p:cNvPr id="300" name="Google Shape;300;p20"/>
          <p:cNvSpPr txBox="1">
            <a:spLocks noGrp="1"/>
          </p:cNvSpPr>
          <p:nvPr>
            <p:ph type="subTitle" idx="9"/>
          </p:nvPr>
        </p:nvSpPr>
        <p:spPr>
          <a:xfrm>
            <a:off x="4884804" y="4105722"/>
            <a:ext cx="3386700" cy="492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301" name="Google Shape;301;p20"/>
          <p:cNvSpPr txBox="1">
            <a:spLocks noGrp="1"/>
          </p:cNvSpPr>
          <p:nvPr>
            <p:ph type="title" idx="13" hasCustomPrompt="1"/>
          </p:nvPr>
        </p:nvSpPr>
        <p:spPr>
          <a:xfrm>
            <a:off x="3900975" y="3731625"/>
            <a:ext cx="983400" cy="867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9pPr>
          </a:lstStyle>
          <a:p>
            <a:r>
              <a:t>xx%</a:t>
            </a:r>
          </a:p>
        </p:txBody>
      </p:sp>
      <p:sp>
        <p:nvSpPr>
          <p:cNvPr id="302" name="Google Shape;302;p20"/>
          <p:cNvSpPr txBox="1">
            <a:spLocks noGrp="1"/>
          </p:cNvSpPr>
          <p:nvPr>
            <p:ph type="ctrTitle" idx="14"/>
          </p:nvPr>
        </p:nvSpPr>
        <p:spPr>
          <a:xfrm>
            <a:off x="4884800" y="3737199"/>
            <a:ext cx="3488700" cy="367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Denk One"/>
              <a:buNone/>
              <a:defRPr sz="2000">
                <a:latin typeface="Denk One"/>
                <a:ea typeface="Denk One"/>
                <a:cs typeface="Denk One"/>
                <a:sym typeface="Denk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Denk One"/>
              <a:buNone/>
              <a:defRPr sz="2000">
                <a:latin typeface="Denk One"/>
                <a:ea typeface="Denk One"/>
                <a:cs typeface="Denk One"/>
                <a:sym typeface="Denk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Denk One"/>
              <a:buNone/>
              <a:defRPr sz="2000">
                <a:latin typeface="Denk One"/>
                <a:ea typeface="Denk One"/>
                <a:cs typeface="Denk One"/>
                <a:sym typeface="Denk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Denk One"/>
              <a:buNone/>
              <a:defRPr sz="2000">
                <a:latin typeface="Denk One"/>
                <a:ea typeface="Denk One"/>
                <a:cs typeface="Denk One"/>
                <a:sym typeface="Denk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Denk One"/>
              <a:buNone/>
              <a:defRPr sz="2000">
                <a:latin typeface="Denk One"/>
                <a:ea typeface="Denk One"/>
                <a:cs typeface="Denk One"/>
                <a:sym typeface="Denk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Denk One"/>
              <a:buNone/>
              <a:defRPr sz="2000">
                <a:latin typeface="Denk One"/>
                <a:ea typeface="Denk One"/>
                <a:cs typeface="Denk One"/>
                <a:sym typeface="Denk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Denk One"/>
              <a:buNone/>
              <a:defRPr sz="2000">
                <a:latin typeface="Denk One"/>
                <a:ea typeface="Denk One"/>
                <a:cs typeface="Denk One"/>
                <a:sym typeface="Denk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Denk One"/>
              <a:buNone/>
              <a:defRPr sz="2000">
                <a:latin typeface="Denk One"/>
                <a:ea typeface="Denk One"/>
                <a:cs typeface="Denk One"/>
                <a:sym typeface="Denk One"/>
              </a:defRPr>
            </a:lvl9pPr>
          </a:lstStyle>
          <a:p>
            <a:endParaRPr/>
          </a:p>
        </p:txBody>
      </p:sp>
      <p:sp>
        <p:nvSpPr>
          <p:cNvPr id="303" name="Google Shape;303;p20"/>
          <p:cNvSpPr txBox="1">
            <a:spLocks noGrp="1"/>
          </p:cNvSpPr>
          <p:nvPr>
            <p:ph type="title" idx="15"/>
          </p:nvPr>
        </p:nvSpPr>
        <p:spPr>
          <a:xfrm>
            <a:off x="822750" y="2035128"/>
            <a:ext cx="2835900" cy="105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2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Font typeface="Denk One"/>
              <a:buNone/>
              <a:defRPr sz="3600">
                <a:latin typeface="Denk One"/>
                <a:ea typeface="Denk One"/>
                <a:cs typeface="Denk One"/>
                <a:sym typeface="Denk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Font typeface="Denk One"/>
              <a:buNone/>
              <a:defRPr sz="3600">
                <a:latin typeface="Denk One"/>
                <a:ea typeface="Denk One"/>
                <a:cs typeface="Denk One"/>
                <a:sym typeface="Denk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Font typeface="Denk One"/>
              <a:buNone/>
              <a:defRPr sz="3600">
                <a:latin typeface="Denk One"/>
                <a:ea typeface="Denk One"/>
                <a:cs typeface="Denk One"/>
                <a:sym typeface="Denk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Font typeface="Denk One"/>
              <a:buNone/>
              <a:defRPr sz="3600">
                <a:latin typeface="Denk One"/>
                <a:ea typeface="Denk One"/>
                <a:cs typeface="Denk One"/>
                <a:sym typeface="Denk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Font typeface="Denk One"/>
              <a:buNone/>
              <a:defRPr sz="3600">
                <a:latin typeface="Denk One"/>
                <a:ea typeface="Denk One"/>
                <a:cs typeface="Denk One"/>
                <a:sym typeface="Denk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Font typeface="Denk One"/>
              <a:buNone/>
              <a:defRPr sz="3600">
                <a:latin typeface="Denk One"/>
                <a:ea typeface="Denk One"/>
                <a:cs typeface="Denk One"/>
                <a:sym typeface="Denk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Font typeface="Denk One"/>
              <a:buNone/>
              <a:defRPr sz="3600">
                <a:latin typeface="Denk One"/>
                <a:ea typeface="Denk One"/>
                <a:cs typeface="Denk One"/>
                <a:sym typeface="Denk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Font typeface="Denk One"/>
              <a:buNone/>
              <a:defRPr sz="3600">
                <a:latin typeface="Denk One"/>
                <a:ea typeface="Denk One"/>
                <a:cs typeface="Denk One"/>
                <a:sym typeface="Denk One"/>
              </a:defRPr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2_1_1_1"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3" name="Google Shape;373;p25"/>
          <p:cNvGrpSpPr/>
          <p:nvPr/>
        </p:nvGrpSpPr>
        <p:grpSpPr>
          <a:xfrm>
            <a:off x="358350" y="258050"/>
            <a:ext cx="8428950" cy="4627500"/>
            <a:chOff x="358350" y="258050"/>
            <a:chExt cx="8428950" cy="4627500"/>
          </a:xfrm>
        </p:grpSpPr>
        <p:sp>
          <p:nvSpPr>
            <p:cNvPr id="374" name="Google Shape;374;p25"/>
            <p:cNvSpPr/>
            <p:nvPr/>
          </p:nvSpPr>
          <p:spPr>
            <a:xfrm>
              <a:off x="358350" y="258050"/>
              <a:ext cx="8427300" cy="4627500"/>
            </a:xfrm>
            <a:prstGeom prst="roundRect">
              <a:avLst>
                <a:gd name="adj" fmla="val 5555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25"/>
            <p:cNvSpPr/>
            <p:nvPr/>
          </p:nvSpPr>
          <p:spPr>
            <a:xfrm>
              <a:off x="360000" y="258050"/>
              <a:ext cx="8427300" cy="4627500"/>
            </a:xfrm>
            <a:prstGeom prst="roundRect">
              <a:avLst>
                <a:gd name="adj" fmla="val 5555"/>
              </a:avLst>
            </a:pr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76" name="Google Shape;376;p25"/>
            <p:cNvGrpSpPr/>
            <p:nvPr/>
          </p:nvGrpSpPr>
          <p:grpSpPr>
            <a:xfrm rot="10800000" flipH="1">
              <a:off x="4159199" y="4657459"/>
              <a:ext cx="825589" cy="93999"/>
              <a:chOff x="5718423" y="809024"/>
              <a:chExt cx="830071" cy="94500"/>
            </a:xfrm>
          </p:grpSpPr>
          <p:sp>
            <p:nvSpPr>
              <p:cNvPr id="377" name="Google Shape;377;p25"/>
              <p:cNvSpPr/>
              <p:nvPr/>
            </p:nvSpPr>
            <p:spPr>
              <a:xfrm>
                <a:off x="5718423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" name="Google Shape;378;p25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" name="Google Shape;379;p25"/>
              <p:cNvSpPr/>
              <p:nvPr/>
            </p:nvSpPr>
            <p:spPr>
              <a:xfrm>
                <a:off x="620880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" name="Google Shape;380;p25"/>
              <p:cNvSpPr/>
              <p:nvPr/>
            </p:nvSpPr>
            <p:spPr>
              <a:xfrm>
                <a:off x="645399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81" name="Google Shape;381;p25"/>
            <p:cNvGrpSpPr/>
            <p:nvPr/>
          </p:nvGrpSpPr>
          <p:grpSpPr>
            <a:xfrm>
              <a:off x="720000" y="407061"/>
              <a:ext cx="7704000" cy="262500"/>
              <a:chOff x="433208" y="393425"/>
              <a:chExt cx="7704000" cy="262500"/>
            </a:xfrm>
          </p:grpSpPr>
          <p:sp>
            <p:nvSpPr>
              <p:cNvPr id="382" name="Google Shape;382;p25"/>
              <p:cNvSpPr/>
              <p:nvPr/>
            </p:nvSpPr>
            <p:spPr>
              <a:xfrm>
                <a:off x="433208" y="393425"/>
                <a:ext cx="7704000" cy="262500"/>
              </a:xfrm>
              <a:prstGeom prst="roundRect">
                <a:avLst>
                  <a:gd name="adj" fmla="val 50000"/>
                </a:avLst>
              </a:prstGeom>
              <a:solidFill>
                <a:schemeClr val="dk2"/>
              </a:solidFill>
              <a:ln w="9525" cap="flat" cmpd="sng">
                <a:solidFill>
                  <a:srgbClr val="D2D6FF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383" name="Google Shape;383;p25"/>
              <p:cNvGrpSpPr/>
              <p:nvPr/>
            </p:nvGrpSpPr>
            <p:grpSpPr>
              <a:xfrm rot="10800000" flipH="1">
                <a:off x="543498" y="483688"/>
                <a:ext cx="429322" cy="93999"/>
                <a:chOff x="5840230" y="744468"/>
                <a:chExt cx="431653" cy="94500"/>
              </a:xfrm>
            </p:grpSpPr>
            <p:sp>
              <p:nvSpPr>
                <p:cNvPr id="384" name="Google Shape;384;p25"/>
                <p:cNvSpPr/>
                <p:nvPr/>
              </p:nvSpPr>
              <p:spPr>
                <a:xfrm>
                  <a:off x="5840230" y="744468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5" name="Google Shape;385;p25"/>
                <p:cNvSpPr/>
                <p:nvPr/>
              </p:nvSpPr>
              <p:spPr>
                <a:xfrm>
                  <a:off x="6008807" y="744468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6" name="Google Shape;386;p25"/>
                <p:cNvSpPr/>
                <p:nvPr/>
              </p:nvSpPr>
              <p:spPr>
                <a:xfrm>
                  <a:off x="6177384" y="744468"/>
                  <a:ext cx="94500" cy="945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387" name="Google Shape;387;p25"/>
          <p:cNvSpPr txBox="1">
            <a:spLocks noGrp="1"/>
          </p:cNvSpPr>
          <p:nvPr>
            <p:ph type="title"/>
          </p:nvPr>
        </p:nvSpPr>
        <p:spPr>
          <a:xfrm>
            <a:off x="4574850" y="1674196"/>
            <a:ext cx="2811000" cy="71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88" name="Google Shape;388;p25"/>
          <p:cNvSpPr txBox="1">
            <a:spLocks noGrp="1"/>
          </p:cNvSpPr>
          <p:nvPr>
            <p:ph type="subTitle" idx="1"/>
          </p:nvPr>
        </p:nvSpPr>
        <p:spPr>
          <a:xfrm>
            <a:off x="4574775" y="2424696"/>
            <a:ext cx="2811000" cy="140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5">
  <p:cSld name="CUSTOM_2_1_1_1_1_1"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9" name="Google Shape;419;p28"/>
          <p:cNvGrpSpPr/>
          <p:nvPr/>
        </p:nvGrpSpPr>
        <p:grpSpPr>
          <a:xfrm>
            <a:off x="358350" y="258050"/>
            <a:ext cx="8428950" cy="4627500"/>
            <a:chOff x="358350" y="258050"/>
            <a:chExt cx="8428950" cy="4627500"/>
          </a:xfrm>
        </p:grpSpPr>
        <p:sp>
          <p:nvSpPr>
            <p:cNvPr id="420" name="Google Shape;420;p28"/>
            <p:cNvSpPr/>
            <p:nvPr/>
          </p:nvSpPr>
          <p:spPr>
            <a:xfrm>
              <a:off x="358350" y="258050"/>
              <a:ext cx="8427300" cy="4627500"/>
            </a:xfrm>
            <a:prstGeom prst="roundRect">
              <a:avLst>
                <a:gd name="adj" fmla="val 5555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28"/>
            <p:cNvSpPr/>
            <p:nvPr/>
          </p:nvSpPr>
          <p:spPr>
            <a:xfrm>
              <a:off x="360000" y="258050"/>
              <a:ext cx="8427300" cy="4627500"/>
            </a:xfrm>
            <a:prstGeom prst="roundRect">
              <a:avLst>
                <a:gd name="adj" fmla="val 5555"/>
              </a:avLst>
            </a:pr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22" name="Google Shape;422;p28"/>
            <p:cNvGrpSpPr/>
            <p:nvPr/>
          </p:nvGrpSpPr>
          <p:grpSpPr>
            <a:xfrm rot="10800000" flipH="1">
              <a:off x="4159199" y="4657459"/>
              <a:ext cx="825589" cy="93999"/>
              <a:chOff x="5718423" y="809024"/>
              <a:chExt cx="830071" cy="94500"/>
            </a:xfrm>
          </p:grpSpPr>
          <p:sp>
            <p:nvSpPr>
              <p:cNvPr id="423" name="Google Shape;423;p28"/>
              <p:cNvSpPr/>
              <p:nvPr/>
            </p:nvSpPr>
            <p:spPr>
              <a:xfrm>
                <a:off x="5718423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" name="Google Shape;424;p28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" name="Google Shape;425;p28"/>
              <p:cNvSpPr/>
              <p:nvPr/>
            </p:nvSpPr>
            <p:spPr>
              <a:xfrm>
                <a:off x="620880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" name="Google Shape;426;p28"/>
              <p:cNvSpPr/>
              <p:nvPr/>
            </p:nvSpPr>
            <p:spPr>
              <a:xfrm>
                <a:off x="6453994" y="809024"/>
                <a:ext cx="94500" cy="94500"/>
              </a:xfrm>
              <a:prstGeom prst="ellipse">
                <a:avLst/>
              </a:prstGeom>
              <a:solidFill>
                <a:srgbClr val="E27B83">
                  <a:alpha val="44200"/>
                </a:srgbClr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27" name="Google Shape;427;p28"/>
            <p:cNvGrpSpPr/>
            <p:nvPr/>
          </p:nvGrpSpPr>
          <p:grpSpPr>
            <a:xfrm>
              <a:off x="720000" y="407061"/>
              <a:ext cx="7704000" cy="262500"/>
              <a:chOff x="433208" y="393425"/>
              <a:chExt cx="7704000" cy="262500"/>
            </a:xfrm>
          </p:grpSpPr>
          <p:sp>
            <p:nvSpPr>
              <p:cNvPr id="428" name="Google Shape;428;p28"/>
              <p:cNvSpPr/>
              <p:nvPr/>
            </p:nvSpPr>
            <p:spPr>
              <a:xfrm>
                <a:off x="433208" y="393425"/>
                <a:ext cx="7704000" cy="262500"/>
              </a:xfrm>
              <a:prstGeom prst="roundRect">
                <a:avLst>
                  <a:gd name="adj" fmla="val 50000"/>
                </a:avLst>
              </a:prstGeom>
              <a:solidFill>
                <a:schemeClr val="dk2"/>
              </a:solidFill>
              <a:ln w="9525" cap="flat" cmpd="sng">
                <a:solidFill>
                  <a:srgbClr val="D2D6FF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429" name="Google Shape;429;p28"/>
              <p:cNvGrpSpPr/>
              <p:nvPr/>
            </p:nvGrpSpPr>
            <p:grpSpPr>
              <a:xfrm rot="10800000" flipH="1">
                <a:off x="543498" y="483688"/>
                <a:ext cx="429322" cy="93999"/>
                <a:chOff x="5840230" y="744468"/>
                <a:chExt cx="431653" cy="94500"/>
              </a:xfrm>
            </p:grpSpPr>
            <p:sp>
              <p:nvSpPr>
                <p:cNvPr id="430" name="Google Shape;430;p28"/>
                <p:cNvSpPr/>
                <p:nvPr/>
              </p:nvSpPr>
              <p:spPr>
                <a:xfrm>
                  <a:off x="5840230" y="744468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1" name="Google Shape;431;p28"/>
                <p:cNvSpPr/>
                <p:nvPr/>
              </p:nvSpPr>
              <p:spPr>
                <a:xfrm>
                  <a:off x="6008807" y="744468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2" name="Google Shape;432;p28"/>
                <p:cNvSpPr/>
                <p:nvPr/>
              </p:nvSpPr>
              <p:spPr>
                <a:xfrm>
                  <a:off x="6177384" y="744468"/>
                  <a:ext cx="94500" cy="945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433" name="Google Shape;433;p28"/>
          <p:cNvGrpSpPr/>
          <p:nvPr/>
        </p:nvGrpSpPr>
        <p:grpSpPr>
          <a:xfrm>
            <a:off x="1675800" y="1182000"/>
            <a:ext cx="5792402" cy="2779500"/>
            <a:chOff x="1675800" y="1182000"/>
            <a:chExt cx="5792402" cy="2779500"/>
          </a:xfrm>
        </p:grpSpPr>
        <p:sp>
          <p:nvSpPr>
            <p:cNvPr id="434" name="Google Shape;434;p28"/>
            <p:cNvSpPr/>
            <p:nvPr/>
          </p:nvSpPr>
          <p:spPr>
            <a:xfrm>
              <a:off x="1675800" y="1182000"/>
              <a:ext cx="5792400" cy="2779500"/>
            </a:xfrm>
            <a:prstGeom prst="roundRect">
              <a:avLst>
                <a:gd name="adj" fmla="val 12355"/>
              </a:avLst>
            </a:prstGeom>
            <a:gradFill>
              <a:gsLst>
                <a:gs pos="0">
                  <a:schemeClr val="lt1"/>
                </a:gs>
                <a:gs pos="100000">
                  <a:srgbClr val="F9F8FF">
                    <a:alpha val="86666"/>
                  </a:srgbClr>
                </a:gs>
              </a:gsLst>
              <a:lin ang="5400012" scaled="0"/>
            </a:gradFill>
            <a:ln>
              <a:noFill/>
            </a:ln>
            <a:effectLst>
              <a:outerShdw blurRad="57150" dist="47625" dir="5460000" algn="bl" rotWithShape="0">
                <a:schemeClr val="dk1">
                  <a:alpha val="22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28"/>
            <p:cNvSpPr/>
            <p:nvPr/>
          </p:nvSpPr>
          <p:spPr>
            <a:xfrm>
              <a:off x="1675802" y="1182025"/>
              <a:ext cx="5792400" cy="311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dk2"/>
            </a:solidFill>
            <a:ln w="9525" cap="flat" cmpd="sng">
              <a:solidFill>
                <a:srgbClr val="D2D6FF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47625" dir="5400000" algn="bl" rotWithShape="0">
                <a:schemeClr val="dk1">
                  <a:alpha val="1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36" name="Google Shape;436;p28"/>
            <p:cNvGrpSpPr/>
            <p:nvPr/>
          </p:nvGrpSpPr>
          <p:grpSpPr>
            <a:xfrm rot="10800000" flipH="1">
              <a:off x="1793624" y="1296158"/>
              <a:ext cx="376790" cy="82489"/>
              <a:chOff x="5578333" y="744468"/>
              <a:chExt cx="431653" cy="94500"/>
            </a:xfrm>
          </p:grpSpPr>
          <p:sp>
            <p:nvSpPr>
              <p:cNvPr id="437" name="Google Shape;437;p28"/>
              <p:cNvSpPr/>
              <p:nvPr/>
            </p:nvSpPr>
            <p:spPr>
              <a:xfrm>
                <a:off x="5578333" y="744468"/>
                <a:ext cx="94500" cy="94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" name="Google Shape;438;p28"/>
              <p:cNvSpPr/>
              <p:nvPr/>
            </p:nvSpPr>
            <p:spPr>
              <a:xfrm>
                <a:off x="5746910" y="744468"/>
                <a:ext cx="94500" cy="945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" name="Google Shape;439;p28"/>
              <p:cNvSpPr/>
              <p:nvPr/>
            </p:nvSpPr>
            <p:spPr>
              <a:xfrm>
                <a:off x="5915486" y="744468"/>
                <a:ext cx="94500" cy="945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40" name="Google Shape;440;p28"/>
          <p:cNvSpPr txBox="1">
            <a:spLocks noGrp="1"/>
          </p:cNvSpPr>
          <p:nvPr>
            <p:ph type="subTitle" idx="1"/>
          </p:nvPr>
        </p:nvSpPr>
        <p:spPr>
          <a:xfrm>
            <a:off x="2511300" y="2474439"/>
            <a:ext cx="4121400" cy="117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1" name="Google Shape;441;p28"/>
          <p:cNvSpPr txBox="1">
            <a:spLocks noGrp="1"/>
          </p:cNvSpPr>
          <p:nvPr>
            <p:ph type="title"/>
          </p:nvPr>
        </p:nvSpPr>
        <p:spPr>
          <a:xfrm>
            <a:off x="2511300" y="1897539"/>
            <a:ext cx="41214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1">
    <p:spTree>
      <p:nvGrpSpPr>
        <p:cNvPr id="1" name="Shape 1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1" name="Google Shape;1061;p60"/>
          <p:cNvGrpSpPr/>
          <p:nvPr/>
        </p:nvGrpSpPr>
        <p:grpSpPr>
          <a:xfrm>
            <a:off x="358350" y="258050"/>
            <a:ext cx="8428950" cy="4627500"/>
            <a:chOff x="358350" y="258050"/>
            <a:chExt cx="8428950" cy="4627500"/>
          </a:xfrm>
        </p:grpSpPr>
        <p:sp>
          <p:nvSpPr>
            <p:cNvPr id="1062" name="Google Shape;1062;p60"/>
            <p:cNvSpPr/>
            <p:nvPr/>
          </p:nvSpPr>
          <p:spPr>
            <a:xfrm>
              <a:off x="358350" y="258050"/>
              <a:ext cx="8427300" cy="4627500"/>
            </a:xfrm>
            <a:prstGeom prst="roundRect">
              <a:avLst>
                <a:gd name="adj" fmla="val 5555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Google Shape;1063;p60"/>
            <p:cNvSpPr/>
            <p:nvPr/>
          </p:nvSpPr>
          <p:spPr>
            <a:xfrm>
              <a:off x="360000" y="258050"/>
              <a:ext cx="8427300" cy="4627500"/>
            </a:xfrm>
            <a:prstGeom prst="roundRect">
              <a:avLst>
                <a:gd name="adj" fmla="val 5555"/>
              </a:avLst>
            </a:pr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64" name="Google Shape;1064;p60"/>
            <p:cNvGrpSpPr/>
            <p:nvPr/>
          </p:nvGrpSpPr>
          <p:grpSpPr>
            <a:xfrm rot="10800000" flipH="1">
              <a:off x="4159199" y="4657459"/>
              <a:ext cx="825589" cy="93999"/>
              <a:chOff x="5718423" y="809024"/>
              <a:chExt cx="830071" cy="94500"/>
            </a:xfrm>
          </p:grpSpPr>
          <p:sp>
            <p:nvSpPr>
              <p:cNvPr id="1065" name="Google Shape;1065;p60"/>
              <p:cNvSpPr/>
              <p:nvPr/>
            </p:nvSpPr>
            <p:spPr>
              <a:xfrm>
                <a:off x="5718423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6" name="Google Shape;1066;p60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7" name="Google Shape;1067;p60"/>
              <p:cNvSpPr/>
              <p:nvPr/>
            </p:nvSpPr>
            <p:spPr>
              <a:xfrm>
                <a:off x="620880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8" name="Google Shape;1068;p60"/>
              <p:cNvSpPr/>
              <p:nvPr/>
            </p:nvSpPr>
            <p:spPr>
              <a:xfrm>
                <a:off x="645399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69" name="Google Shape;1069;p60"/>
            <p:cNvGrpSpPr/>
            <p:nvPr/>
          </p:nvGrpSpPr>
          <p:grpSpPr>
            <a:xfrm>
              <a:off x="720000" y="407061"/>
              <a:ext cx="7704000" cy="262500"/>
              <a:chOff x="433208" y="393425"/>
              <a:chExt cx="7704000" cy="262500"/>
            </a:xfrm>
          </p:grpSpPr>
          <p:sp>
            <p:nvSpPr>
              <p:cNvPr id="1070" name="Google Shape;1070;p60"/>
              <p:cNvSpPr/>
              <p:nvPr/>
            </p:nvSpPr>
            <p:spPr>
              <a:xfrm>
                <a:off x="433208" y="393425"/>
                <a:ext cx="7704000" cy="262500"/>
              </a:xfrm>
              <a:prstGeom prst="roundRect">
                <a:avLst>
                  <a:gd name="adj" fmla="val 50000"/>
                </a:avLst>
              </a:prstGeom>
              <a:solidFill>
                <a:schemeClr val="dk2"/>
              </a:solidFill>
              <a:ln w="9525" cap="flat" cmpd="sng">
                <a:solidFill>
                  <a:srgbClr val="D2D6FF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071" name="Google Shape;1071;p60"/>
              <p:cNvGrpSpPr/>
              <p:nvPr/>
            </p:nvGrpSpPr>
            <p:grpSpPr>
              <a:xfrm rot="10800000" flipH="1">
                <a:off x="543498" y="483688"/>
                <a:ext cx="429322" cy="93999"/>
                <a:chOff x="5840230" y="744468"/>
                <a:chExt cx="431653" cy="94500"/>
              </a:xfrm>
            </p:grpSpPr>
            <p:sp>
              <p:nvSpPr>
                <p:cNvPr id="1072" name="Google Shape;1072;p60"/>
                <p:cNvSpPr/>
                <p:nvPr/>
              </p:nvSpPr>
              <p:spPr>
                <a:xfrm>
                  <a:off x="5840230" y="744468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73" name="Google Shape;1073;p60"/>
                <p:cNvSpPr/>
                <p:nvPr/>
              </p:nvSpPr>
              <p:spPr>
                <a:xfrm>
                  <a:off x="6008807" y="744468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74" name="Google Shape;1074;p60"/>
                <p:cNvSpPr/>
                <p:nvPr/>
              </p:nvSpPr>
              <p:spPr>
                <a:xfrm>
                  <a:off x="6177384" y="744468"/>
                  <a:ext cx="94500" cy="945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1075" name="Google Shape;1075;p60"/>
          <p:cNvGrpSpPr/>
          <p:nvPr/>
        </p:nvGrpSpPr>
        <p:grpSpPr>
          <a:xfrm>
            <a:off x="952499" y="1113600"/>
            <a:ext cx="7240638" cy="3108284"/>
            <a:chOff x="952499" y="1418400"/>
            <a:chExt cx="7240638" cy="3108284"/>
          </a:xfrm>
        </p:grpSpPr>
        <p:grpSp>
          <p:nvGrpSpPr>
            <p:cNvPr id="1076" name="Google Shape;1076;p60"/>
            <p:cNvGrpSpPr/>
            <p:nvPr/>
          </p:nvGrpSpPr>
          <p:grpSpPr>
            <a:xfrm>
              <a:off x="952499" y="1418400"/>
              <a:ext cx="2299225" cy="3108284"/>
              <a:chOff x="486919" y="1114962"/>
              <a:chExt cx="2619901" cy="3541800"/>
            </a:xfrm>
          </p:grpSpPr>
          <p:sp>
            <p:nvSpPr>
              <p:cNvPr id="1077" name="Google Shape;1077;p60"/>
              <p:cNvSpPr/>
              <p:nvPr/>
            </p:nvSpPr>
            <p:spPr>
              <a:xfrm>
                <a:off x="486920" y="1114962"/>
                <a:ext cx="2619900" cy="3541800"/>
              </a:xfrm>
              <a:prstGeom prst="roundRect">
                <a:avLst>
                  <a:gd name="adj" fmla="val 12355"/>
                </a:avLst>
              </a:prstGeom>
              <a:gradFill>
                <a:gsLst>
                  <a:gs pos="0">
                    <a:schemeClr val="lt1"/>
                  </a:gs>
                  <a:gs pos="100000">
                    <a:srgbClr val="F9F8FF">
                      <a:alpha val="86666"/>
                    </a:srgbClr>
                  </a:gs>
                </a:gsLst>
                <a:lin ang="5400012" scaled="0"/>
              </a:gradFill>
              <a:ln>
                <a:noFill/>
              </a:ln>
              <a:effectLst>
                <a:outerShdw blurRad="57150" dist="47625" dir="5460000" algn="bl" rotWithShape="0">
                  <a:schemeClr val="dk1">
                    <a:alpha val="2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8" name="Google Shape;1078;p60"/>
              <p:cNvSpPr/>
              <p:nvPr/>
            </p:nvSpPr>
            <p:spPr>
              <a:xfrm>
                <a:off x="486919" y="1114991"/>
                <a:ext cx="2619900" cy="35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dk2"/>
              </a:solidFill>
              <a:ln w="9525" cap="flat" cmpd="sng">
                <a:solidFill>
                  <a:srgbClr val="D2D6FF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7150" dist="47625" dir="5400000" algn="bl" rotWithShape="0">
                  <a:schemeClr val="dk1">
                    <a:alpha val="1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079" name="Google Shape;1079;p60"/>
              <p:cNvGrpSpPr/>
              <p:nvPr/>
            </p:nvGrpSpPr>
            <p:grpSpPr>
              <a:xfrm rot="10800000" flipH="1">
                <a:off x="620929" y="1244995"/>
                <a:ext cx="429322" cy="93999"/>
                <a:chOff x="5578333" y="744468"/>
                <a:chExt cx="431653" cy="94500"/>
              </a:xfrm>
            </p:grpSpPr>
            <p:sp>
              <p:nvSpPr>
                <p:cNvPr id="1080" name="Google Shape;1080;p60"/>
                <p:cNvSpPr/>
                <p:nvPr/>
              </p:nvSpPr>
              <p:spPr>
                <a:xfrm>
                  <a:off x="5578333" y="744468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81" name="Google Shape;1081;p60"/>
                <p:cNvSpPr/>
                <p:nvPr/>
              </p:nvSpPr>
              <p:spPr>
                <a:xfrm>
                  <a:off x="5746910" y="744468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82" name="Google Shape;1082;p60"/>
                <p:cNvSpPr/>
                <p:nvPr/>
              </p:nvSpPr>
              <p:spPr>
                <a:xfrm>
                  <a:off x="5915486" y="744468"/>
                  <a:ext cx="94500" cy="945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083" name="Google Shape;1083;p60"/>
            <p:cNvGrpSpPr/>
            <p:nvPr/>
          </p:nvGrpSpPr>
          <p:grpSpPr>
            <a:xfrm>
              <a:off x="3423211" y="1418400"/>
              <a:ext cx="2299225" cy="3108284"/>
              <a:chOff x="486919" y="1114962"/>
              <a:chExt cx="2619901" cy="3541800"/>
            </a:xfrm>
          </p:grpSpPr>
          <p:sp>
            <p:nvSpPr>
              <p:cNvPr id="1084" name="Google Shape;1084;p60"/>
              <p:cNvSpPr/>
              <p:nvPr/>
            </p:nvSpPr>
            <p:spPr>
              <a:xfrm>
                <a:off x="486920" y="1114962"/>
                <a:ext cx="2619900" cy="3541800"/>
              </a:xfrm>
              <a:prstGeom prst="roundRect">
                <a:avLst>
                  <a:gd name="adj" fmla="val 12355"/>
                </a:avLst>
              </a:prstGeom>
              <a:gradFill>
                <a:gsLst>
                  <a:gs pos="0">
                    <a:schemeClr val="lt1"/>
                  </a:gs>
                  <a:gs pos="100000">
                    <a:srgbClr val="F9F8FF">
                      <a:alpha val="86666"/>
                    </a:srgbClr>
                  </a:gs>
                </a:gsLst>
                <a:lin ang="5400012" scaled="0"/>
              </a:gradFill>
              <a:ln>
                <a:noFill/>
              </a:ln>
              <a:effectLst>
                <a:outerShdw blurRad="57150" dist="47625" dir="5460000" algn="bl" rotWithShape="0">
                  <a:schemeClr val="dk1">
                    <a:alpha val="2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5" name="Google Shape;1085;p60"/>
              <p:cNvSpPr/>
              <p:nvPr/>
            </p:nvSpPr>
            <p:spPr>
              <a:xfrm>
                <a:off x="486919" y="1114991"/>
                <a:ext cx="2619900" cy="35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dk2"/>
              </a:solidFill>
              <a:ln w="9525" cap="flat" cmpd="sng">
                <a:solidFill>
                  <a:srgbClr val="D2D6FF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7150" dist="47625" dir="5400000" algn="bl" rotWithShape="0">
                  <a:schemeClr val="dk1">
                    <a:alpha val="1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086" name="Google Shape;1086;p60"/>
              <p:cNvGrpSpPr/>
              <p:nvPr/>
            </p:nvGrpSpPr>
            <p:grpSpPr>
              <a:xfrm rot="10800000" flipH="1">
                <a:off x="620929" y="1244995"/>
                <a:ext cx="429322" cy="93999"/>
                <a:chOff x="5578333" y="744468"/>
                <a:chExt cx="431653" cy="94500"/>
              </a:xfrm>
            </p:grpSpPr>
            <p:sp>
              <p:nvSpPr>
                <p:cNvPr id="1087" name="Google Shape;1087;p60"/>
                <p:cNvSpPr/>
                <p:nvPr/>
              </p:nvSpPr>
              <p:spPr>
                <a:xfrm>
                  <a:off x="5578333" y="744468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88" name="Google Shape;1088;p60"/>
                <p:cNvSpPr/>
                <p:nvPr/>
              </p:nvSpPr>
              <p:spPr>
                <a:xfrm>
                  <a:off x="5746910" y="744468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89" name="Google Shape;1089;p60"/>
                <p:cNvSpPr/>
                <p:nvPr/>
              </p:nvSpPr>
              <p:spPr>
                <a:xfrm>
                  <a:off x="5915486" y="744468"/>
                  <a:ext cx="94500" cy="945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090" name="Google Shape;1090;p60"/>
            <p:cNvGrpSpPr/>
            <p:nvPr/>
          </p:nvGrpSpPr>
          <p:grpSpPr>
            <a:xfrm>
              <a:off x="5893911" y="1418400"/>
              <a:ext cx="2299225" cy="3108284"/>
              <a:chOff x="486919" y="1114962"/>
              <a:chExt cx="2619901" cy="3541800"/>
            </a:xfrm>
          </p:grpSpPr>
          <p:sp>
            <p:nvSpPr>
              <p:cNvPr id="1091" name="Google Shape;1091;p60"/>
              <p:cNvSpPr/>
              <p:nvPr/>
            </p:nvSpPr>
            <p:spPr>
              <a:xfrm>
                <a:off x="486920" y="1114962"/>
                <a:ext cx="2619900" cy="3541800"/>
              </a:xfrm>
              <a:prstGeom prst="roundRect">
                <a:avLst>
                  <a:gd name="adj" fmla="val 12355"/>
                </a:avLst>
              </a:prstGeom>
              <a:gradFill>
                <a:gsLst>
                  <a:gs pos="0">
                    <a:schemeClr val="lt1"/>
                  </a:gs>
                  <a:gs pos="100000">
                    <a:srgbClr val="F9F8FF">
                      <a:alpha val="86666"/>
                    </a:srgbClr>
                  </a:gs>
                </a:gsLst>
                <a:lin ang="5400012" scaled="0"/>
              </a:gradFill>
              <a:ln>
                <a:noFill/>
              </a:ln>
              <a:effectLst>
                <a:outerShdw blurRad="57150" dist="47625" dir="5460000" algn="bl" rotWithShape="0">
                  <a:schemeClr val="dk1">
                    <a:alpha val="22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2" name="Google Shape;1092;p60"/>
              <p:cNvSpPr/>
              <p:nvPr/>
            </p:nvSpPr>
            <p:spPr>
              <a:xfrm>
                <a:off x="486919" y="1114991"/>
                <a:ext cx="2619900" cy="35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dk2"/>
              </a:solidFill>
              <a:ln w="9525" cap="flat" cmpd="sng">
                <a:solidFill>
                  <a:srgbClr val="D2D6FF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7150" dist="47625" dir="5400000" algn="bl" rotWithShape="0">
                  <a:schemeClr val="dk1">
                    <a:alpha val="1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093" name="Google Shape;1093;p60"/>
              <p:cNvGrpSpPr/>
              <p:nvPr/>
            </p:nvGrpSpPr>
            <p:grpSpPr>
              <a:xfrm rot="10800000" flipH="1">
                <a:off x="620929" y="1244995"/>
                <a:ext cx="429322" cy="93999"/>
                <a:chOff x="5578333" y="744468"/>
                <a:chExt cx="431653" cy="94500"/>
              </a:xfrm>
            </p:grpSpPr>
            <p:sp>
              <p:nvSpPr>
                <p:cNvPr id="1094" name="Google Shape;1094;p60"/>
                <p:cNvSpPr/>
                <p:nvPr/>
              </p:nvSpPr>
              <p:spPr>
                <a:xfrm>
                  <a:off x="5578333" y="744468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95" name="Google Shape;1095;p60"/>
                <p:cNvSpPr/>
                <p:nvPr/>
              </p:nvSpPr>
              <p:spPr>
                <a:xfrm>
                  <a:off x="5746910" y="744468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96" name="Google Shape;1096;p60"/>
                <p:cNvSpPr/>
                <p:nvPr/>
              </p:nvSpPr>
              <p:spPr>
                <a:xfrm>
                  <a:off x="5915486" y="744468"/>
                  <a:ext cx="94500" cy="945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1_2">
    <p:spTree>
      <p:nvGrpSpPr>
        <p:cNvPr id="1" name="Shape 1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8" name="Google Shape;1098;p61"/>
          <p:cNvGrpSpPr/>
          <p:nvPr/>
        </p:nvGrpSpPr>
        <p:grpSpPr>
          <a:xfrm>
            <a:off x="358350" y="258050"/>
            <a:ext cx="8428950" cy="4627500"/>
            <a:chOff x="358350" y="258050"/>
            <a:chExt cx="8428950" cy="4627500"/>
          </a:xfrm>
        </p:grpSpPr>
        <p:sp>
          <p:nvSpPr>
            <p:cNvPr id="1099" name="Google Shape;1099;p61"/>
            <p:cNvSpPr/>
            <p:nvPr/>
          </p:nvSpPr>
          <p:spPr>
            <a:xfrm>
              <a:off x="358350" y="258050"/>
              <a:ext cx="8427300" cy="4627500"/>
            </a:xfrm>
            <a:prstGeom prst="roundRect">
              <a:avLst>
                <a:gd name="adj" fmla="val 5555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Google Shape;1100;p61"/>
            <p:cNvSpPr/>
            <p:nvPr/>
          </p:nvSpPr>
          <p:spPr>
            <a:xfrm>
              <a:off x="360000" y="258050"/>
              <a:ext cx="8427300" cy="4627500"/>
            </a:xfrm>
            <a:prstGeom prst="roundRect">
              <a:avLst>
                <a:gd name="adj" fmla="val 5555"/>
              </a:avLst>
            </a:pr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01" name="Google Shape;1101;p61"/>
            <p:cNvGrpSpPr/>
            <p:nvPr/>
          </p:nvGrpSpPr>
          <p:grpSpPr>
            <a:xfrm rot="10800000" flipH="1">
              <a:off x="4159199" y="4657459"/>
              <a:ext cx="825589" cy="93999"/>
              <a:chOff x="5718423" y="809024"/>
              <a:chExt cx="830071" cy="94500"/>
            </a:xfrm>
          </p:grpSpPr>
          <p:sp>
            <p:nvSpPr>
              <p:cNvPr id="1102" name="Google Shape;1102;p61"/>
              <p:cNvSpPr/>
              <p:nvPr/>
            </p:nvSpPr>
            <p:spPr>
              <a:xfrm>
                <a:off x="5718423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3" name="Google Shape;1103;p61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4" name="Google Shape;1104;p61"/>
              <p:cNvSpPr/>
              <p:nvPr/>
            </p:nvSpPr>
            <p:spPr>
              <a:xfrm>
                <a:off x="620880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5" name="Google Shape;1105;p61"/>
              <p:cNvSpPr/>
              <p:nvPr/>
            </p:nvSpPr>
            <p:spPr>
              <a:xfrm>
                <a:off x="645399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06" name="Google Shape;1106;p61"/>
            <p:cNvGrpSpPr/>
            <p:nvPr/>
          </p:nvGrpSpPr>
          <p:grpSpPr>
            <a:xfrm>
              <a:off x="720000" y="407061"/>
              <a:ext cx="7704000" cy="262500"/>
              <a:chOff x="433208" y="393425"/>
              <a:chExt cx="7704000" cy="262500"/>
            </a:xfrm>
          </p:grpSpPr>
          <p:sp>
            <p:nvSpPr>
              <p:cNvPr id="1107" name="Google Shape;1107;p61"/>
              <p:cNvSpPr/>
              <p:nvPr/>
            </p:nvSpPr>
            <p:spPr>
              <a:xfrm>
                <a:off x="433208" y="393425"/>
                <a:ext cx="7704000" cy="262500"/>
              </a:xfrm>
              <a:prstGeom prst="roundRect">
                <a:avLst>
                  <a:gd name="adj" fmla="val 50000"/>
                </a:avLst>
              </a:prstGeom>
              <a:solidFill>
                <a:schemeClr val="dk2"/>
              </a:solidFill>
              <a:ln w="9525" cap="flat" cmpd="sng">
                <a:solidFill>
                  <a:srgbClr val="D2D6FF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108" name="Google Shape;1108;p61"/>
              <p:cNvGrpSpPr/>
              <p:nvPr/>
            </p:nvGrpSpPr>
            <p:grpSpPr>
              <a:xfrm rot="10800000" flipH="1">
                <a:off x="543498" y="483688"/>
                <a:ext cx="429322" cy="93999"/>
                <a:chOff x="5840230" y="744468"/>
                <a:chExt cx="431653" cy="94500"/>
              </a:xfrm>
            </p:grpSpPr>
            <p:sp>
              <p:nvSpPr>
                <p:cNvPr id="1109" name="Google Shape;1109;p61"/>
                <p:cNvSpPr/>
                <p:nvPr/>
              </p:nvSpPr>
              <p:spPr>
                <a:xfrm>
                  <a:off x="5840230" y="744468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57150" dist="19050" dir="5400000" algn="bl" rotWithShape="0">
                    <a:srgbClr val="5352E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10" name="Google Shape;1110;p61"/>
                <p:cNvSpPr/>
                <p:nvPr/>
              </p:nvSpPr>
              <p:spPr>
                <a:xfrm>
                  <a:off x="6008807" y="744468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57150" dist="19050" dir="5400000" algn="bl" rotWithShape="0">
                    <a:srgbClr val="5352E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11" name="Google Shape;1111;p61"/>
                <p:cNvSpPr/>
                <p:nvPr/>
              </p:nvSpPr>
              <p:spPr>
                <a:xfrm>
                  <a:off x="6177384" y="744468"/>
                  <a:ext cx="94500" cy="945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dist="19050" dir="5400000" algn="bl" rotWithShape="0">
                    <a:srgbClr val="5352EE">
                      <a:alpha val="50000"/>
                    </a:srgb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1112" name="Google Shape;1112;p61"/>
          <p:cNvGrpSpPr/>
          <p:nvPr/>
        </p:nvGrpSpPr>
        <p:grpSpPr>
          <a:xfrm>
            <a:off x="719282" y="1076152"/>
            <a:ext cx="6880555" cy="2625711"/>
            <a:chOff x="358361" y="258062"/>
            <a:chExt cx="8428954" cy="3216600"/>
          </a:xfrm>
        </p:grpSpPr>
        <p:sp>
          <p:nvSpPr>
            <p:cNvPr id="1113" name="Google Shape;1113;p61"/>
            <p:cNvSpPr/>
            <p:nvPr/>
          </p:nvSpPr>
          <p:spPr>
            <a:xfrm>
              <a:off x="358361" y="258062"/>
              <a:ext cx="8427300" cy="3216600"/>
            </a:xfrm>
            <a:prstGeom prst="roundRect">
              <a:avLst>
                <a:gd name="adj" fmla="val 5555"/>
              </a:avLst>
            </a:prstGeom>
            <a:solidFill>
              <a:schemeClr val="lt1"/>
            </a:solidFill>
            <a:ln>
              <a:noFill/>
            </a:ln>
            <a:effectLst>
              <a:outerShdw blurRad="85725" dist="38100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Google Shape;1114;p61"/>
            <p:cNvSpPr/>
            <p:nvPr/>
          </p:nvSpPr>
          <p:spPr>
            <a:xfrm>
              <a:off x="360015" y="258062"/>
              <a:ext cx="8427300" cy="3216600"/>
            </a:xfrm>
            <a:prstGeom prst="roundRect">
              <a:avLst>
                <a:gd name="adj" fmla="val 5555"/>
              </a:avLst>
            </a:prstGeom>
            <a:solidFill>
              <a:schemeClr val="lt1"/>
            </a:solidFill>
            <a:ln>
              <a:noFill/>
            </a:ln>
            <a:effectLst>
              <a:outerShdw blurRad="85725" dist="38100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15" name="Google Shape;1115;p61"/>
            <p:cNvGrpSpPr/>
            <p:nvPr/>
          </p:nvGrpSpPr>
          <p:grpSpPr>
            <a:xfrm>
              <a:off x="720000" y="407061"/>
              <a:ext cx="7704000" cy="262500"/>
              <a:chOff x="433208" y="393425"/>
              <a:chExt cx="7704000" cy="262500"/>
            </a:xfrm>
          </p:grpSpPr>
          <p:sp>
            <p:nvSpPr>
              <p:cNvPr id="1116" name="Google Shape;1116;p61"/>
              <p:cNvSpPr/>
              <p:nvPr/>
            </p:nvSpPr>
            <p:spPr>
              <a:xfrm>
                <a:off x="433208" y="393425"/>
                <a:ext cx="7704000" cy="262500"/>
              </a:xfrm>
              <a:prstGeom prst="roundRect">
                <a:avLst>
                  <a:gd name="adj" fmla="val 50000"/>
                </a:avLst>
              </a:prstGeom>
              <a:solidFill>
                <a:schemeClr val="dk2"/>
              </a:solidFill>
              <a:ln w="9525" cap="flat" cmpd="sng">
                <a:solidFill>
                  <a:srgbClr val="D2D6FF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85725" dist="38100" dir="5400000" algn="bl" rotWithShape="0">
                  <a:schemeClr val="dk1">
                    <a:alpha val="16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117" name="Google Shape;1117;p61"/>
              <p:cNvGrpSpPr/>
              <p:nvPr/>
            </p:nvGrpSpPr>
            <p:grpSpPr>
              <a:xfrm rot="10800000" flipH="1">
                <a:off x="543498" y="483688"/>
                <a:ext cx="429322" cy="93999"/>
                <a:chOff x="5840230" y="744468"/>
                <a:chExt cx="431653" cy="94500"/>
              </a:xfrm>
            </p:grpSpPr>
            <p:sp>
              <p:nvSpPr>
                <p:cNvPr id="1118" name="Google Shape;1118;p61"/>
                <p:cNvSpPr/>
                <p:nvPr/>
              </p:nvSpPr>
              <p:spPr>
                <a:xfrm>
                  <a:off x="5840230" y="744468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85725" dist="38100" dir="5400000" algn="bl" rotWithShape="0">
                    <a:schemeClr val="dk1">
                      <a:alpha val="16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19" name="Google Shape;1119;p61"/>
                <p:cNvSpPr/>
                <p:nvPr/>
              </p:nvSpPr>
              <p:spPr>
                <a:xfrm>
                  <a:off x="6008807" y="744468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85725" dist="38100" dir="5400000" algn="bl" rotWithShape="0">
                    <a:schemeClr val="dk1">
                      <a:alpha val="16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20" name="Google Shape;1120;p61"/>
                <p:cNvSpPr/>
                <p:nvPr/>
              </p:nvSpPr>
              <p:spPr>
                <a:xfrm>
                  <a:off x="6177384" y="744468"/>
                  <a:ext cx="94500" cy="945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85725" dist="38100" dir="5400000" algn="bl" rotWithShape="0">
                    <a:schemeClr val="dk1">
                      <a:alpha val="16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1121" name="Google Shape;1121;p61"/>
          <p:cNvGrpSpPr/>
          <p:nvPr/>
        </p:nvGrpSpPr>
        <p:grpSpPr>
          <a:xfrm>
            <a:off x="3521825" y="3242775"/>
            <a:ext cx="4695887" cy="1063125"/>
            <a:chOff x="486920" y="1114962"/>
            <a:chExt cx="5350828" cy="1211400"/>
          </a:xfrm>
        </p:grpSpPr>
        <p:sp>
          <p:nvSpPr>
            <p:cNvPr id="1122" name="Google Shape;1122;p61"/>
            <p:cNvSpPr/>
            <p:nvPr/>
          </p:nvSpPr>
          <p:spPr>
            <a:xfrm>
              <a:off x="486920" y="1114962"/>
              <a:ext cx="5350800" cy="1211400"/>
            </a:xfrm>
            <a:prstGeom prst="roundRect">
              <a:avLst>
                <a:gd name="adj" fmla="val 14925"/>
              </a:avLst>
            </a:prstGeom>
            <a:gradFill>
              <a:gsLst>
                <a:gs pos="0">
                  <a:schemeClr val="lt1"/>
                </a:gs>
                <a:gs pos="100000">
                  <a:srgbClr val="F9F8FF">
                    <a:alpha val="86666"/>
                  </a:srgbClr>
                </a:gs>
              </a:gsLst>
              <a:lin ang="5400012" scaled="0"/>
            </a:gradFill>
            <a:ln>
              <a:noFill/>
            </a:ln>
            <a:effectLst>
              <a:outerShdw blurRad="57150" dist="47625" dir="5460000" algn="bl" rotWithShape="0">
                <a:schemeClr val="dk1">
                  <a:alpha val="22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123;p61"/>
            <p:cNvSpPr/>
            <p:nvPr/>
          </p:nvSpPr>
          <p:spPr>
            <a:xfrm>
              <a:off x="486949" y="1114991"/>
              <a:ext cx="5350800" cy="3552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47625" dir="5400000" algn="bl" rotWithShape="0">
                <a:schemeClr val="dk1">
                  <a:alpha val="1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24" name="Google Shape;1124;p61"/>
            <p:cNvGrpSpPr/>
            <p:nvPr/>
          </p:nvGrpSpPr>
          <p:grpSpPr>
            <a:xfrm rot="10800000" flipH="1">
              <a:off x="620929" y="1244995"/>
              <a:ext cx="429322" cy="93999"/>
              <a:chOff x="5578333" y="744468"/>
              <a:chExt cx="431653" cy="94500"/>
            </a:xfrm>
          </p:grpSpPr>
          <p:sp>
            <p:nvSpPr>
              <p:cNvPr id="1125" name="Google Shape;1125;p61"/>
              <p:cNvSpPr/>
              <p:nvPr/>
            </p:nvSpPr>
            <p:spPr>
              <a:xfrm>
                <a:off x="5578333" y="744468"/>
                <a:ext cx="94500" cy="94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6" name="Google Shape;1126;p61"/>
              <p:cNvSpPr/>
              <p:nvPr/>
            </p:nvSpPr>
            <p:spPr>
              <a:xfrm>
                <a:off x="5746910" y="744468"/>
                <a:ext cx="94500" cy="945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7" name="Google Shape;1127;p61"/>
              <p:cNvSpPr/>
              <p:nvPr/>
            </p:nvSpPr>
            <p:spPr>
              <a:xfrm>
                <a:off x="5915486" y="744468"/>
                <a:ext cx="94500" cy="945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11_1">
    <p:spTree>
      <p:nvGrpSpPr>
        <p:cNvPr id="1" name="Shape 1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9" name="Google Shape;1129;p62"/>
          <p:cNvGrpSpPr/>
          <p:nvPr/>
        </p:nvGrpSpPr>
        <p:grpSpPr>
          <a:xfrm>
            <a:off x="358350" y="258050"/>
            <a:ext cx="8428950" cy="4627500"/>
            <a:chOff x="358350" y="258050"/>
            <a:chExt cx="8428950" cy="4627500"/>
          </a:xfrm>
        </p:grpSpPr>
        <p:sp>
          <p:nvSpPr>
            <p:cNvPr id="1130" name="Google Shape;1130;p62"/>
            <p:cNvSpPr/>
            <p:nvPr/>
          </p:nvSpPr>
          <p:spPr>
            <a:xfrm>
              <a:off x="358350" y="258050"/>
              <a:ext cx="8427300" cy="4627500"/>
            </a:xfrm>
            <a:prstGeom prst="roundRect">
              <a:avLst>
                <a:gd name="adj" fmla="val 5555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62"/>
            <p:cNvSpPr/>
            <p:nvPr/>
          </p:nvSpPr>
          <p:spPr>
            <a:xfrm>
              <a:off x="360000" y="258050"/>
              <a:ext cx="8427300" cy="4627500"/>
            </a:xfrm>
            <a:prstGeom prst="roundRect">
              <a:avLst>
                <a:gd name="adj" fmla="val 5555"/>
              </a:avLst>
            </a:pr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32" name="Google Shape;1132;p62"/>
            <p:cNvGrpSpPr/>
            <p:nvPr/>
          </p:nvGrpSpPr>
          <p:grpSpPr>
            <a:xfrm rot="10800000" flipH="1">
              <a:off x="4159199" y="4657459"/>
              <a:ext cx="825589" cy="93999"/>
              <a:chOff x="5718423" y="809024"/>
              <a:chExt cx="830071" cy="94500"/>
            </a:xfrm>
          </p:grpSpPr>
          <p:sp>
            <p:nvSpPr>
              <p:cNvPr id="1133" name="Google Shape;1133;p62"/>
              <p:cNvSpPr/>
              <p:nvPr/>
            </p:nvSpPr>
            <p:spPr>
              <a:xfrm>
                <a:off x="5718423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4" name="Google Shape;1134;p62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5" name="Google Shape;1135;p62"/>
              <p:cNvSpPr/>
              <p:nvPr/>
            </p:nvSpPr>
            <p:spPr>
              <a:xfrm>
                <a:off x="620880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62"/>
              <p:cNvSpPr/>
              <p:nvPr/>
            </p:nvSpPr>
            <p:spPr>
              <a:xfrm>
                <a:off x="645399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37" name="Google Shape;1137;p62"/>
            <p:cNvGrpSpPr/>
            <p:nvPr/>
          </p:nvGrpSpPr>
          <p:grpSpPr>
            <a:xfrm>
              <a:off x="720000" y="407061"/>
              <a:ext cx="7704000" cy="262500"/>
              <a:chOff x="433208" y="393425"/>
              <a:chExt cx="7704000" cy="262500"/>
            </a:xfrm>
          </p:grpSpPr>
          <p:sp>
            <p:nvSpPr>
              <p:cNvPr id="1138" name="Google Shape;1138;p62"/>
              <p:cNvSpPr/>
              <p:nvPr/>
            </p:nvSpPr>
            <p:spPr>
              <a:xfrm>
                <a:off x="433208" y="393425"/>
                <a:ext cx="7704000" cy="262500"/>
              </a:xfrm>
              <a:prstGeom prst="roundRect">
                <a:avLst>
                  <a:gd name="adj" fmla="val 50000"/>
                </a:avLst>
              </a:prstGeom>
              <a:solidFill>
                <a:schemeClr val="dk2"/>
              </a:solidFill>
              <a:ln w="9525" cap="flat" cmpd="sng">
                <a:solidFill>
                  <a:srgbClr val="D2D6FF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139" name="Google Shape;1139;p62"/>
              <p:cNvGrpSpPr/>
              <p:nvPr/>
            </p:nvGrpSpPr>
            <p:grpSpPr>
              <a:xfrm rot="10800000" flipH="1">
                <a:off x="543498" y="483688"/>
                <a:ext cx="429322" cy="93999"/>
                <a:chOff x="5840230" y="744468"/>
                <a:chExt cx="431653" cy="94500"/>
              </a:xfrm>
            </p:grpSpPr>
            <p:sp>
              <p:nvSpPr>
                <p:cNvPr id="1140" name="Google Shape;1140;p62"/>
                <p:cNvSpPr/>
                <p:nvPr/>
              </p:nvSpPr>
              <p:spPr>
                <a:xfrm>
                  <a:off x="5840230" y="744468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41" name="Google Shape;1141;p62"/>
                <p:cNvSpPr/>
                <p:nvPr/>
              </p:nvSpPr>
              <p:spPr>
                <a:xfrm>
                  <a:off x="6008807" y="744468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42" name="Google Shape;1142;p62"/>
                <p:cNvSpPr/>
                <p:nvPr/>
              </p:nvSpPr>
              <p:spPr>
                <a:xfrm>
                  <a:off x="6177384" y="744468"/>
                  <a:ext cx="94500" cy="945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1143" name="Google Shape;1143;p62"/>
          <p:cNvGrpSpPr/>
          <p:nvPr/>
        </p:nvGrpSpPr>
        <p:grpSpPr>
          <a:xfrm>
            <a:off x="1773576" y="1120075"/>
            <a:ext cx="2299225" cy="3108284"/>
            <a:chOff x="486919" y="1114962"/>
            <a:chExt cx="2619901" cy="3541800"/>
          </a:xfrm>
        </p:grpSpPr>
        <p:sp>
          <p:nvSpPr>
            <p:cNvPr id="1144" name="Google Shape;1144;p62"/>
            <p:cNvSpPr/>
            <p:nvPr/>
          </p:nvSpPr>
          <p:spPr>
            <a:xfrm>
              <a:off x="486920" y="1114962"/>
              <a:ext cx="2619900" cy="3541800"/>
            </a:xfrm>
            <a:prstGeom prst="roundRect">
              <a:avLst>
                <a:gd name="adj" fmla="val 12355"/>
              </a:avLst>
            </a:prstGeom>
            <a:gradFill>
              <a:gsLst>
                <a:gs pos="0">
                  <a:schemeClr val="lt1"/>
                </a:gs>
                <a:gs pos="100000">
                  <a:srgbClr val="F9F8FF">
                    <a:alpha val="86666"/>
                  </a:srgbClr>
                </a:gs>
              </a:gsLst>
              <a:lin ang="5400012" scaled="0"/>
            </a:gradFill>
            <a:ln>
              <a:noFill/>
            </a:ln>
            <a:effectLst>
              <a:outerShdw blurRad="57150" dist="47625" dir="5460000" algn="bl" rotWithShape="0">
                <a:schemeClr val="dk1">
                  <a:alpha val="22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1145;p62"/>
            <p:cNvSpPr/>
            <p:nvPr/>
          </p:nvSpPr>
          <p:spPr>
            <a:xfrm>
              <a:off x="486919" y="1114991"/>
              <a:ext cx="2619900" cy="3552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dk2"/>
            </a:solidFill>
            <a:ln w="9525" cap="flat" cmpd="sng">
              <a:solidFill>
                <a:srgbClr val="D2D6FF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47625" dir="5400000" algn="bl" rotWithShape="0">
                <a:schemeClr val="dk1">
                  <a:alpha val="1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46" name="Google Shape;1146;p62"/>
            <p:cNvGrpSpPr/>
            <p:nvPr/>
          </p:nvGrpSpPr>
          <p:grpSpPr>
            <a:xfrm rot="10800000" flipH="1">
              <a:off x="620929" y="1244995"/>
              <a:ext cx="429322" cy="93999"/>
              <a:chOff x="5578333" y="744468"/>
              <a:chExt cx="431653" cy="94500"/>
            </a:xfrm>
          </p:grpSpPr>
          <p:sp>
            <p:nvSpPr>
              <p:cNvPr id="1147" name="Google Shape;1147;p62"/>
              <p:cNvSpPr/>
              <p:nvPr/>
            </p:nvSpPr>
            <p:spPr>
              <a:xfrm>
                <a:off x="5578333" y="744468"/>
                <a:ext cx="94500" cy="94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8" name="Google Shape;1148;p62"/>
              <p:cNvSpPr/>
              <p:nvPr/>
            </p:nvSpPr>
            <p:spPr>
              <a:xfrm>
                <a:off x="5746910" y="744468"/>
                <a:ext cx="94500" cy="945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9" name="Google Shape;1149;p62"/>
              <p:cNvSpPr/>
              <p:nvPr/>
            </p:nvSpPr>
            <p:spPr>
              <a:xfrm>
                <a:off x="5915486" y="744468"/>
                <a:ext cx="94500" cy="945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50" name="Google Shape;1150;p62"/>
          <p:cNvGrpSpPr/>
          <p:nvPr/>
        </p:nvGrpSpPr>
        <p:grpSpPr>
          <a:xfrm>
            <a:off x="5083801" y="1120075"/>
            <a:ext cx="2299252" cy="3108284"/>
            <a:chOff x="91807" y="1114962"/>
            <a:chExt cx="2619932" cy="3541800"/>
          </a:xfrm>
        </p:grpSpPr>
        <p:sp>
          <p:nvSpPr>
            <p:cNvPr id="1151" name="Google Shape;1151;p62"/>
            <p:cNvSpPr/>
            <p:nvPr/>
          </p:nvSpPr>
          <p:spPr>
            <a:xfrm>
              <a:off x="91807" y="1114962"/>
              <a:ext cx="2619900" cy="3541800"/>
            </a:xfrm>
            <a:prstGeom prst="roundRect">
              <a:avLst>
                <a:gd name="adj" fmla="val 12355"/>
              </a:avLst>
            </a:prstGeom>
            <a:gradFill>
              <a:gsLst>
                <a:gs pos="0">
                  <a:schemeClr val="lt1"/>
                </a:gs>
                <a:gs pos="100000">
                  <a:srgbClr val="F9F8FF">
                    <a:alpha val="86666"/>
                  </a:srgbClr>
                </a:gs>
              </a:gsLst>
              <a:lin ang="5400012" scaled="0"/>
            </a:gradFill>
            <a:ln>
              <a:noFill/>
            </a:ln>
            <a:effectLst>
              <a:outerShdw blurRad="57150" dist="47625" dir="5460000" algn="bl" rotWithShape="0">
                <a:schemeClr val="dk1">
                  <a:alpha val="22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152;p62"/>
            <p:cNvSpPr/>
            <p:nvPr/>
          </p:nvSpPr>
          <p:spPr>
            <a:xfrm>
              <a:off x="91839" y="1114991"/>
              <a:ext cx="2619900" cy="3552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dk2"/>
            </a:solidFill>
            <a:ln w="9525" cap="flat" cmpd="sng">
              <a:solidFill>
                <a:srgbClr val="D2D6FF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47625" dir="5400000" algn="bl" rotWithShape="0">
                <a:schemeClr val="dk1">
                  <a:alpha val="1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53" name="Google Shape;1153;p62"/>
            <p:cNvGrpSpPr/>
            <p:nvPr/>
          </p:nvGrpSpPr>
          <p:grpSpPr>
            <a:xfrm rot="10800000" flipH="1">
              <a:off x="229496" y="1244995"/>
              <a:ext cx="429322" cy="93999"/>
              <a:chOff x="5184775" y="744468"/>
              <a:chExt cx="431653" cy="94500"/>
            </a:xfrm>
          </p:grpSpPr>
          <p:sp>
            <p:nvSpPr>
              <p:cNvPr id="1154" name="Google Shape;1154;p62"/>
              <p:cNvSpPr/>
              <p:nvPr/>
            </p:nvSpPr>
            <p:spPr>
              <a:xfrm>
                <a:off x="5184775" y="744468"/>
                <a:ext cx="94500" cy="94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62"/>
              <p:cNvSpPr/>
              <p:nvPr/>
            </p:nvSpPr>
            <p:spPr>
              <a:xfrm>
                <a:off x="5353352" y="744468"/>
                <a:ext cx="94500" cy="945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62"/>
              <p:cNvSpPr/>
              <p:nvPr/>
            </p:nvSpPr>
            <p:spPr>
              <a:xfrm>
                <a:off x="5521928" y="744468"/>
                <a:ext cx="94500" cy="945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11_1_1">
    <p:spTree>
      <p:nvGrpSpPr>
        <p:cNvPr id="1" name="Shape 1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8" name="Google Shape;1158;p63"/>
          <p:cNvGrpSpPr/>
          <p:nvPr/>
        </p:nvGrpSpPr>
        <p:grpSpPr>
          <a:xfrm>
            <a:off x="358350" y="258050"/>
            <a:ext cx="8428950" cy="4627500"/>
            <a:chOff x="358350" y="258050"/>
            <a:chExt cx="8428950" cy="4627500"/>
          </a:xfrm>
        </p:grpSpPr>
        <p:sp>
          <p:nvSpPr>
            <p:cNvPr id="1159" name="Google Shape;1159;p63"/>
            <p:cNvSpPr/>
            <p:nvPr/>
          </p:nvSpPr>
          <p:spPr>
            <a:xfrm>
              <a:off x="358350" y="258050"/>
              <a:ext cx="8427300" cy="4627500"/>
            </a:xfrm>
            <a:prstGeom prst="roundRect">
              <a:avLst>
                <a:gd name="adj" fmla="val 5555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1160;p63"/>
            <p:cNvSpPr/>
            <p:nvPr/>
          </p:nvSpPr>
          <p:spPr>
            <a:xfrm>
              <a:off x="360000" y="258050"/>
              <a:ext cx="8427300" cy="4627500"/>
            </a:xfrm>
            <a:prstGeom prst="roundRect">
              <a:avLst>
                <a:gd name="adj" fmla="val 5555"/>
              </a:avLst>
            </a:pr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61" name="Google Shape;1161;p63"/>
            <p:cNvGrpSpPr/>
            <p:nvPr/>
          </p:nvGrpSpPr>
          <p:grpSpPr>
            <a:xfrm rot="10800000" flipH="1">
              <a:off x="4159199" y="4657459"/>
              <a:ext cx="825589" cy="93999"/>
              <a:chOff x="5718423" y="809024"/>
              <a:chExt cx="830071" cy="94500"/>
            </a:xfrm>
          </p:grpSpPr>
          <p:sp>
            <p:nvSpPr>
              <p:cNvPr id="1162" name="Google Shape;1162;p63"/>
              <p:cNvSpPr/>
              <p:nvPr/>
            </p:nvSpPr>
            <p:spPr>
              <a:xfrm>
                <a:off x="5718423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3" name="Google Shape;1163;p63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4" name="Google Shape;1164;p63"/>
              <p:cNvSpPr/>
              <p:nvPr/>
            </p:nvSpPr>
            <p:spPr>
              <a:xfrm>
                <a:off x="620880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63"/>
              <p:cNvSpPr/>
              <p:nvPr/>
            </p:nvSpPr>
            <p:spPr>
              <a:xfrm>
                <a:off x="6453994" y="809024"/>
                <a:ext cx="94500" cy="945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6" name="Google Shape;1166;p63"/>
            <p:cNvGrpSpPr/>
            <p:nvPr/>
          </p:nvGrpSpPr>
          <p:grpSpPr>
            <a:xfrm>
              <a:off x="720000" y="407061"/>
              <a:ext cx="7704000" cy="262500"/>
              <a:chOff x="433208" y="393425"/>
              <a:chExt cx="7704000" cy="262500"/>
            </a:xfrm>
          </p:grpSpPr>
          <p:sp>
            <p:nvSpPr>
              <p:cNvPr id="1167" name="Google Shape;1167;p63"/>
              <p:cNvSpPr/>
              <p:nvPr/>
            </p:nvSpPr>
            <p:spPr>
              <a:xfrm>
                <a:off x="433208" y="393425"/>
                <a:ext cx="7704000" cy="262500"/>
              </a:xfrm>
              <a:prstGeom prst="roundRect">
                <a:avLst>
                  <a:gd name="adj" fmla="val 50000"/>
                </a:avLst>
              </a:prstGeom>
              <a:solidFill>
                <a:schemeClr val="dk2"/>
              </a:solidFill>
              <a:ln w="9525" cap="flat" cmpd="sng">
                <a:solidFill>
                  <a:srgbClr val="D2D6FF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168" name="Google Shape;1168;p63"/>
              <p:cNvGrpSpPr/>
              <p:nvPr/>
            </p:nvGrpSpPr>
            <p:grpSpPr>
              <a:xfrm rot="10800000" flipH="1">
                <a:off x="543498" y="483688"/>
                <a:ext cx="429322" cy="93999"/>
                <a:chOff x="5840230" y="744468"/>
                <a:chExt cx="431653" cy="94500"/>
              </a:xfrm>
            </p:grpSpPr>
            <p:sp>
              <p:nvSpPr>
                <p:cNvPr id="1169" name="Google Shape;1169;p63"/>
                <p:cNvSpPr/>
                <p:nvPr/>
              </p:nvSpPr>
              <p:spPr>
                <a:xfrm>
                  <a:off x="5840230" y="744468"/>
                  <a:ext cx="94500" cy="94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70" name="Google Shape;1170;p63"/>
                <p:cNvSpPr/>
                <p:nvPr/>
              </p:nvSpPr>
              <p:spPr>
                <a:xfrm>
                  <a:off x="6008807" y="744468"/>
                  <a:ext cx="94500" cy="945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71" name="Google Shape;1171;p63"/>
                <p:cNvSpPr/>
                <p:nvPr/>
              </p:nvSpPr>
              <p:spPr>
                <a:xfrm>
                  <a:off x="6177384" y="744468"/>
                  <a:ext cx="94500" cy="945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1172" name="Google Shape;1172;p63"/>
          <p:cNvGrpSpPr/>
          <p:nvPr/>
        </p:nvGrpSpPr>
        <p:grpSpPr>
          <a:xfrm>
            <a:off x="6830653" y="1437528"/>
            <a:ext cx="1591816" cy="1122977"/>
            <a:chOff x="486931" y="1114949"/>
            <a:chExt cx="2517900" cy="1776300"/>
          </a:xfrm>
        </p:grpSpPr>
        <p:sp>
          <p:nvSpPr>
            <p:cNvPr id="1173" name="Google Shape;1173;p63"/>
            <p:cNvSpPr/>
            <p:nvPr/>
          </p:nvSpPr>
          <p:spPr>
            <a:xfrm>
              <a:off x="486931" y="1114949"/>
              <a:ext cx="2517900" cy="1776300"/>
            </a:xfrm>
            <a:prstGeom prst="roundRect">
              <a:avLst>
                <a:gd name="adj" fmla="val 12355"/>
              </a:avLst>
            </a:prstGeom>
            <a:gradFill>
              <a:gsLst>
                <a:gs pos="0">
                  <a:schemeClr val="lt1"/>
                </a:gs>
                <a:gs pos="100000">
                  <a:srgbClr val="F9F8FF">
                    <a:alpha val="86666"/>
                  </a:srgbClr>
                </a:gs>
              </a:gsLst>
              <a:lin ang="5400012" scaled="0"/>
            </a:gradFill>
            <a:ln>
              <a:noFill/>
            </a:ln>
            <a:effectLst>
              <a:outerShdw blurRad="57150" dist="47625" dir="5460000" algn="bl" rotWithShape="0">
                <a:schemeClr val="dk1">
                  <a:alpha val="22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174;p63"/>
            <p:cNvSpPr/>
            <p:nvPr/>
          </p:nvSpPr>
          <p:spPr>
            <a:xfrm>
              <a:off x="486931" y="1114988"/>
              <a:ext cx="2517900" cy="3552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dk2"/>
            </a:solidFill>
            <a:ln w="9525" cap="flat" cmpd="sng">
              <a:solidFill>
                <a:srgbClr val="D2D6FF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47625" dir="5400000" algn="bl" rotWithShape="0">
                <a:schemeClr val="dk1">
                  <a:alpha val="1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75" name="Google Shape;1175;p63"/>
            <p:cNvGrpSpPr/>
            <p:nvPr/>
          </p:nvGrpSpPr>
          <p:grpSpPr>
            <a:xfrm rot="10800000" flipH="1">
              <a:off x="620929" y="1244995"/>
              <a:ext cx="429322" cy="93999"/>
              <a:chOff x="5578333" y="744468"/>
              <a:chExt cx="431653" cy="94500"/>
            </a:xfrm>
          </p:grpSpPr>
          <p:sp>
            <p:nvSpPr>
              <p:cNvPr id="1176" name="Google Shape;1176;p63"/>
              <p:cNvSpPr/>
              <p:nvPr/>
            </p:nvSpPr>
            <p:spPr>
              <a:xfrm>
                <a:off x="5578333" y="744468"/>
                <a:ext cx="94500" cy="94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7" name="Google Shape;1177;p63"/>
              <p:cNvSpPr/>
              <p:nvPr/>
            </p:nvSpPr>
            <p:spPr>
              <a:xfrm>
                <a:off x="5746910" y="744468"/>
                <a:ext cx="94500" cy="945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8" name="Google Shape;1178;p63"/>
              <p:cNvSpPr/>
              <p:nvPr/>
            </p:nvSpPr>
            <p:spPr>
              <a:xfrm>
                <a:off x="5915486" y="744468"/>
                <a:ext cx="94500" cy="945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79" name="Google Shape;1179;p63"/>
          <p:cNvGrpSpPr/>
          <p:nvPr/>
        </p:nvGrpSpPr>
        <p:grpSpPr>
          <a:xfrm>
            <a:off x="2497124" y="1208425"/>
            <a:ext cx="4166209" cy="2778904"/>
            <a:chOff x="486897" y="1114972"/>
            <a:chExt cx="5169635" cy="3448200"/>
          </a:xfrm>
        </p:grpSpPr>
        <p:sp>
          <p:nvSpPr>
            <p:cNvPr id="1180" name="Google Shape;1180;p63"/>
            <p:cNvSpPr/>
            <p:nvPr/>
          </p:nvSpPr>
          <p:spPr>
            <a:xfrm>
              <a:off x="486932" y="1114972"/>
              <a:ext cx="5169600" cy="3448200"/>
            </a:xfrm>
            <a:prstGeom prst="roundRect">
              <a:avLst>
                <a:gd name="adj" fmla="val 7978"/>
              </a:avLst>
            </a:prstGeom>
            <a:gradFill>
              <a:gsLst>
                <a:gs pos="0">
                  <a:schemeClr val="lt1"/>
                </a:gs>
                <a:gs pos="100000">
                  <a:srgbClr val="F9F8FF">
                    <a:alpha val="86666"/>
                  </a:srgbClr>
                </a:gs>
              </a:gsLst>
              <a:lin ang="5400012" scaled="0"/>
            </a:gradFill>
            <a:ln>
              <a:noFill/>
            </a:ln>
            <a:effectLst>
              <a:outerShdw blurRad="57150" dist="47625" dir="5460000" algn="bl" rotWithShape="0">
                <a:schemeClr val="dk1">
                  <a:alpha val="22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Google Shape;1181;p63"/>
            <p:cNvSpPr/>
            <p:nvPr/>
          </p:nvSpPr>
          <p:spPr>
            <a:xfrm>
              <a:off x="486897" y="1115004"/>
              <a:ext cx="5169600" cy="3552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dk2"/>
            </a:solidFill>
            <a:ln w="9525" cap="flat" cmpd="sng">
              <a:solidFill>
                <a:srgbClr val="D2D6FF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47625" dir="5400000" algn="bl" rotWithShape="0">
                <a:schemeClr val="dk1">
                  <a:alpha val="1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82" name="Google Shape;1182;p63"/>
            <p:cNvGrpSpPr/>
            <p:nvPr/>
          </p:nvGrpSpPr>
          <p:grpSpPr>
            <a:xfrm rot="10800000" flipH="1">
              <a:off x="620929" y="1244995"/>
              <a:ext cx="429322" cy="93999"/>
              <a:chOff x="5578333" y="744468"/>
              <a:chExt cx="431653" cy="94500"/>
            </a:xfrm>
          </p:grpSpPr>
          <p:sp>
            <p:nvSpPr>
              <p:cNvPr id="1183" name="Google Shape;1183;p63"/>
              <p:cNvSpPr/>
              <p:nvPr/>
            </p:nvSpPr>
            <p:spPr>
              <a:xfrm>
                <a:off x="5578333" y="744468"/>
                <a:ext cx="94500" cy="94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4" name="Google Shape;1184;p63"/>
              <p:cNvSpPr/>
              <p:nvPr/>
            </p:nvSpPr>
            <p:spPr>
              <a:xfrm>
                <a:off x="5746910" y="744468"/>
                <a:ext cx="94500" cy="945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5" name="Google Shape;1185;p63"/>
              <p:cNvSpPr/>
              <p:nvPr/>
            </p:nvSpPr>
            <p:spPr>
              <a:xfrm>
                <a:off x="5915486" y="744468"/>
                <a:ext cx="94500" cy="945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86" name="Google Shape;1186;p63"/>
          <p:cNvGrpSpPr/>
          <p:nvPr/>
        </p:nvGrpSpPr>
        <p:grpSpPr>
          <a:xfrm>
            <a:off x="730778" y="1437528"/>
            <a:ext cx="1591816" cy="1122977"/>
            <a:chOff x="486931" y="1114949"/>
            <a:chExt cx="2517900" cy="1776300"/>
          </a:xfrm>
        </p:grpSpPr>
        <p:sp>
          <p:nvSpPr>
            <p:cNvPr id="1187" name="Google Shape;1187;p63"/>
            <p:cNvSpPr/>
            <p:nvPr/>
          </p:nvSpPr>
          <p:spPr>
            <a:xfrm>
              <a:off x="486931" y="1114949"/>
              <a:ext cx="2517900" cy="1776300"/>
            </a:xfrm>
            <a:prstGeom prst="roundRect">
              <a:avLst>
                <a:gd name="adj" fmla="val 12355"/>
              </a:avLst>
            </a:prstGeom>
            <a:gradFill>
              <a:gsLst>
                <a:gs pos="0">
                  <a:schemeClr val="lt1"/>
                </a:gs>
                <a:gs pos="100000">
                  <a:srgbClr val="F9F8FF">
                    <a:alpha val="86666"/>
                  </a:srgbClr>
                </a:gs>
              </a:gsLst>
              <a:lin ang="5400012" scaled="0"/>
            </a:gradFill>
            <a:ln>
              <a:noFill/>
            </a:ln>
            <a:effectLst>
              <a:outerShdw blurRad="57150" dist="47625" dir="5460000" algn="bl" rotWithShape="0">
                <a:schemeClr val="dk1">
                  <a:alpha val="22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Google Shape;1188;p63"/>
            <p:cNvSpPr/>
            <p:nvPr/>
          </p:nvSpPr>
          <p:spPr>
            <a:xfrm>
              <a:off x="486931" y="1114988"/>
              <a:ext cx="2517900" cy="3552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dk2"/>
            </a:solidFill>
            <a:ln w="9525" cap="flat" cmpd="sng">
              <a:solidFill>
                <a:srgbClr val="D2D6FF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47625" dir="5400000" algn="bl" rotWithShape="0">
                <a:schemeClr val="dk1">
                  <a:alpha val="1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89" name="Google Shape;1189;p63"/>
            <p:cNvGrpSpPr/>
            <p:nvPr/>
          </p:nvGrpSpPr>
          <p:grpSpPr>
            <a:xfrm rot="10800000" flipH="1">
              <a:off x="620929" y="1244995"/>
              <a:ext cx="429322" cy="93999"/>
              <a:chOff x="5578333" y="744468"/>
              <a:chExt cx="431653" cy="94500"/>
            </a:xfrm>
          </p:grpSpPr>
          <p:sp>
            <p:nvSpPr>
              <p:cNvPr id="1190" name="Google Shape;1190;p63"/>
              <p:cNvSpPr/>
              <p:nvPr/>
            </p:nvSpPr>
            <p:spPr>
              <a:xfrm>
                <a:off x="5578333" y="744468"/>
                <a:ext cx="94500" cy="94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1" name="Google Shape;1191;p63"/>
              <p:cNvSpPr/>
              <p:nvPr/>
            </p:nvSpPr>
            <p:spPr>
              <a:xfrm>
                <a:off x="5746910" y="744468"/>
                <a:ext cx="94500" cy="945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2" name="Google Shape;1192;p63"/>
              <p:cNvSpPr/>
              <p:nvPr/>
            </p:nvSpPr>
            <p:spPr>
              <a:xfrm>
                <a:off x="5915486" y="744468"/>
                <a:ext cx="94500" cy="945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gradFill>
          <a:gsLst>
            <a:gs pos="0">
              <a:schemeClr val="lt1"/>
            </a:gs>
            <a:gs pos="100000">
              <a:schemeClr val="lt2"/>
            </a:gs>
          </a:gsLst>
          <a:lin ang="5400012" scaled="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rbitron"/>
              <a:buNone/>
              <a:defRPr sz="2800" b="1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●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■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●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■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●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■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3" r:id="rId4"/>
    <p:sldLayoutId id="2147483658" r:id="rId5"/>
    <p:sldLayoutId id="2147483662" r:id="rId6"/>
    <p:sldLayoutId id="2147483666" r:id="rId7"/>
    <p:sldLayoutId id="2147483671" r:id="rId8"/>
    <p:sldLayoutId id="2147483674" r:id="rId9"/>
    <p:sldLayoutId id="2147483706" r:id="rId10"/>
    <p:sldLayoutId id="2147483707" r:id="rId11"/>
    <p:sldLayoutId id="2147483708" r:id="rId12"/>
    <p:sldLayoutId id="2147483709" r:id="rId13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cyberpravo225.github.io/cybersecurity/index.html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7" name="Google Shape;1207;p69"/>
          <p:cNvSpPr txBox="1">
            <a:spLocks noGrp="1"/>
          </p:cNvSpPr>
          <p:nvPr>
            <p:ph type="ctrTitle"/>
          </p:nvPr>
        </p:nvSpPr>
        <p:spPr>
          <a:xfrm>
            <a:off x="719999" y="1185650"/>
            <a:ext cx="4190515" cy="236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ru-RU" sz="4800" dirty="0"/>
              <a:t>Правила онлайн-безопасности</a:t>
            </a:r>
            <a:endParaRPr sz="4800" dirty="0"/>
          </a:p>
        </p:txBody>
      </p:sp>
      <p:sp>
        <p:nvSpPr>
          <p:cNvPr id="1208" name="Google Shape;1208;p69"/>
          <p:cNvSpPr/>
          <p:nvPr/>
        </p:nvSpPr>
        <p:spPr>
          <a:xfrm>
            <a:off x="719999" y="3778125"/>
            <a:ext cx="4212117" cy="46910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 w="9525" cap="flat" cmpd="sng">
            <a:solidFill>
              <a:srgbClr val="D2D6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57150" dir="5400000" algn="bl" rotWithShape="0">
              <a:schemeClr val="dk1">
                <a:alpha val="17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9" name="Google Shape;1209;p69"/>
          <p:cNvSpPr txBox="1">
            <a:spLocks noGrp="1"/>
          </p:cNvSpPr>
          <p:nvPr>
            <p:ph type="subTitle" idx="1"/>
          </p:nvPr>
        </p:nvSpPr>
        <p:spPr>
          <a:xfrm>
            <a:off x="790634" y="3761000"/>
            <a:ext cx="4097673" cy="49062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ru-RU" sz="1400" dirty="0"/>
              <a:t>Как правильно пользоваться интернетом и избегать опасностей</a:t>
            </a:r>
            <a:endParaRPr sz="1400" dirty="0"/>
          </a:p>
        </p:txBody>
      </p:sp>
      <p:sp>
        <p:nvSpPr>
          <p:cNvPr id="1210" name="Google Shape;1210;p69"/>
          <p:cNvSpPr/>
          <p:nvPr/>
        </p:nvSpPr>
        <p:spPr>
          <a:xfrm>
            <a:off x="7945430" y="3957450"/>
            <a:ext cx="356425" cy="355650"/>
          </a:xfrm>
          <a:custGeom>
            <a:avLst/>
            <a:gdLst/>
            <a:ahLst/>
            <a:cxnLst/>
            <a:rect l="l" t="t" r="r" b="b"/>
            <a:pathLst>
              <a:path w="14257" h="14226" extrusionOk="0">
                <a:moveTo>
                  <a:pt x="7160" y="4895"/>
                </a:moveTo>
                <a:cubicBezTo>
                  <a:pt x="8066" y="4895"/>
                  <a:pt x="8891" y="5467"/>
                  <a:pt x="9180" y="6383"/>
                </a:cubicBezTo>
                <a:cubicBezTo>
                  <a:pt x="9575" y="7508"/>
                  <a:pt x="8967" y="8724"/>
                  <a:pt x="7812" y="9119"/>
                </a:cubicBezTo>
                <a:cubicBezTo>
                  <a:pt x="7591" y="9191"/>
                  <a:pt x="7367" y="9225"/>
                  <a:pt x="7145" y="9225"/>
                </a:cubicBezTo>
                <a:cubicBezTo>
                  <a:pt x="6241" y="9225"/>
                  <a:pt x="5394" y="8655"/>
                  <a:pt x="5077" y="7751"/>
                </a:cubicBezTo>
                <a:cubicBezTo>
                  <a:pt x="4712" y="6596"/>
                  <a:pt x="5320" y="5380"/>
                  <a:pt x="6444" y="5016"/>
                </a:cubicBezTo>
                <a:cubicBezTo>
                  <a:pt x="6683" y="4934"/>
                  <a:pt x="6924" y="4895"/>
                  <a:pt x="7160" y="4895"/>
                </a:cubicBezTo>
                <a:close/>
                <a:moveTo>
                  <a:pt x="6080" y="0"/>
                </a:moveTo>
                <a:lnTo>
                  <a:pt x="3526" y="851"/>
                </a:lnTo>
                <a:lnTo>
                  <a:pt x="4226" y="2827"/>
                </a:lnTo>
                <a:cubicBezTo>
                  <a:pt x="3830" y="3101"/>
                  <a:pt x="3526" y="3374"/>
                  <a:pt x="3222" y="3709"/>
                </a:cubicBezTo>
                <a:lnTo>
                  <a:pt x="1368" y="2797"/>
                </a:lnTo>
                <a:lnTo>
                  <a:pt x="183" y="5228"/>
                </a:lnTo>
                <a:lnTo>
                  <a:pt x="2037" y="6140"/>
                </a:lnTo>
                <a:cubicBezTo>
                  <a:pt x="1976" y="6566"/>
                  <a:pt x="1946" y="7022"/>
                  <a:pt x="1976" y="7478"/>
                </a:cubicBezTo>
                <a:lnTo>
                  <a:pt x="0" y="8146"/>
                </a:lnTo>
                <a:lnTo>
                  <a:pt x="852" y="10700"/>
                </a:lnTo>
                <a:lnTo>
                  <a:pt x="2827" y="10031"/>
                </a:lnTo>
                <a:cubicBezTo>
                  <a:pt x="3101" y="10396"/>
                  <a:pt x="3374" y="10700"/>
                  <a:pt x="3709" y="11004"/>
                </a:cubicBezTo>
                <a:lnTo>
                  <a:pt x="2797" y="12858"/>
                </a:lnTo>
                <a:lnTo>
                  <a:pt x="5229" y="14043"/>
                </a:lnTo>
                <a:lnTo>
                  <a:pt x="6140" y="12189"/>
                </a:lnTo>
                <a:cubicBezTo>
                  <a:pt x="6441" y="12232"/>
                  <a:pt x="6757" y="12275"/>
                  <a:pt x="7078" y="12275"/>
                </a:cubicBezTo>
                <a:cubicBezTo>
                  <a:pt x="7211" y="12275"/>
                  <a:pt x="7344" y="12268"/>
                  <a:pt x="7478" y="12250"/>
                </a:cubicBezTo>
                <a:lnTo>
                  <a:pt x="8147" y="14225"/>
                </a:lnTo>
                <a:lnTo>
                  <a:pt x="10700" y="13374"/>
                </a:lnTo>
                <a:lnTo>
                  <a:pt x="10031" y="11399"/>
                </a:lnTo>
                <a:cubicBezTo>
                  <a:pt x="10396" y="11125"/>
                  <a:pt x="10700" y="10852"/>
                  <a:pt x="11004" y="10517"/>
                </a:cubicBezTo>
                <a:lnTo>
                  <a:pt x="12858" y="11429"/>
                </a:lnTo>
                <a:lnTo>
                  <a:pt x="14043" y="8997"/>
                </a:lnTo>
                <a:lnTo>
                  <a:pt x="12189" y="8086"/>
                </a:lnTo>
                <a:cubicBezTo>
                  <a:pt x="12280" y="7660"/>
                  <a:pt x="12311" y="7204"/>
                  <a:pt x="12280" y="6748"/>
                </a:cubicBezTo>
                <a:lnTo>
                  <a:pt x="14256" y="6079"/>
                </a:lnTo>
                <a:lnTo>
                  <a:pt x="13375" y="3526"/>
                </a:lnTo>
                <a:lnTo>
                  <a:pt x="11399" y="4195"/>
                </a:lnTo>
                <a:cubicBezTo>
                  <a:pt x="11125" y="3830"/>
                  <a:pt x="10852" y="3526"/>
                  <a:pt x="10517" y="3222"/>
                </a:cubicBezTo>
                <a:lnTo>
                  <a:pt x="11429" y="1368"/>
                </a:lnTo>
                <a:lnTo>
                  <a:pt x="8998" y="183"/>
                </a:lnTo>
                <a:lnTo>
                  <a:pt x="8086" y="2037"/>
                </a:lnTo>
                <a:cubicBezTo>
                  <a:pt x="7785" y="1994"/>
                  <a:pt x="7469" y="1951"/>
                  <a:pt x="7148" y="1951"/>
                </a:cubicBezTo>
                <a:cubicBezTo>
                  <a:pt x="7015" y="1951"/>
                  <a:pt x="6882" y="1958"/>
                  <a:pt x="6748" y="1976"/>
                </a:cubicBezTo>
                <a:lnTo>
                  <a:pt x="608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  <a:effectLst>
            <a:outerShdw blurRad="57150" dist="38100" dir="5400000" algn="bl" rotWithShape="0">
              <a:schemeClr val="dk1">
                <a:alpha val="14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1" name="Google Shape;1211;p69"/>
          <p:cNvSpPr/>
          <p:nvPr/>
        </p:nvSpPr>
        <p:spPr>
          <a:xfrm>
            <a:off x="4816755" y="1104475"/>
            <a:ext cx="250775" cy="250775"/>
          </a:xfrm>
          <a:custGeom>
            <a:avLst/>
            <a:gdLst/>
            <a:ahLst/>
            <a:cxnLst/>
            <a:rect l="l" t="t" r="r" b="b"/>
            <a:pathLst>
              <a:path w="10031" h="10031" extrusionOk="0">
                <a:moveTo>
                  <a:pt x="5047" y="3455"/>
                </a:moveTo>
                <a:cubicBezTo>
                  <a:pt x="5309" y="3455"/>
                  <a:pt x="5573" y="3526"/>
                  <a:pt x="5806" y="3678"/>
                </a:cubicBezTo>
                <a:cubicBezTo>
                  <a:pt x="6535" y="4134"/>
                  <a:pt x="6778" y="5046"/>
                  <a:pt x="6353" y="5775"/>
                </a:cubicBezTo>
                <a:cubicBezTo>
                  <a:pt x="6074" y="6254"/>
                  <a:pt x="5572" y="6523"/>
                  <a:pt x="5055" y="6523"/>
                </a:cubicBezTo>
                <a:cubicBezTo>
                  <a:pt x="4783" y="6523"/>
                  <a:pt x="4507" y="6449"/>
                  <a:pt x="4256" y="6292"/>
                </a:cubicBezTo>
                <a:cubicBezTo>
                  <a:pt x="3526" y="5897"/>
                  <a:pt x="3283" y="4924"/>
                  <a:pt x="3739" y="4225"/>
                </a:cubicBezTo>
                <a:cubicBezTo>
                  <a:pt x="4002" y="3739"/>
                  <a:pt x="4522" y="3455"/>
                  <a:pt x="5047" y="3455"/>
                </a:cubicBezTo>
                <a:close/>
                <a:moveTo>
                  <a:pt x="4681" y="0"/>
                </a:moveTo>
                <a:lnTo>
                  <a:pt x="2857" y="456"/>
                </a:lnTo>
                <a:lnTo>
                  <a:pt x="3222" y="1854"/>
                </a:lnTo>
                <a:cubicBezTo>
                  <a:pt x="2979" y="2006"/>
                  <a:pt x="2705" y="2189"/>
                  <a:pt x="2462" y="2432"/>
                </a:cubicBezTo>
                <a:lnTo>
                  <a:pt x="1216" y="1672"/>
                </a:lnTo>
                <a:lnTo>
                  <a:pt x="274" y="3313"/>
                </a:lnTo>
                <a:lnTo>
                  <a:pt x="1520" y="4073"/>
                </a:lnTo>
                <a:cubicBezTo>
                  <a:pt x="1459" y="4377"/>
                  <a:pt x="1398" y="4681"/>
                  <a:pt x="1398" y="4985"/>
                </a:cubicBezTo>
                <a:lnTo>
                  <a:pt x="0" y="5350"/>
                </a:lnTo>
                <a:lnTo>
                  <a:pt x="456" y="7173"/>
                </a:lnTo>
                <a:lnTo>
                  <a:pt x="1854" y="6809"/>
                </a:lnTo>
                <a:cubicBezTo>
                  <a:pt x="2006" y="7052"/>
                  <a:pt x="2189" y="7325"/>
                  <a:pt x="2432" y="7569"/>
                </a:cubicBezTo>
                <a:lnTo>
                  <a:pt x="1672" y="8815"/>
                </a:lnTo>
                <a:lnTo>
                  <a:pt x="3313" y="9757"/>
                </a:lnTo>
                <a:lnTo>
                  <a:pt x="4073" y="8511"/>
                </a:lnTo>
                <a:cubicBezTo>
                  <a:pt x="4377" y="8572"/>
                  <a:pt x="4681" y="8632"/>
                  <a:pt x="4985" y="8632"/>
                </a:cubicBezTo>
                <a:lnTo>
                  <a:pt x="5350" y="10031"/>
                </a:lnTo>
                <a:lnTo>
                  <a:pt x="7174" y="9575"/>
                </a:lnTo>
                <a:lnTo>
                  <a:pt x="6809" y="8176"/>
                </a:lnTo>
                <a:cubicBezTo>
                  <a:pt x="7052" y="8024"/>
                  <a:pt x="7326" y="7812"/>
                  <a:pt x="7569" y="7599"/>
                </a:cubicBezTo>
                <a:lnTo>
                  <a:pt x="8815" y="8359"/>
                </a:lnTo>
                <a:lnTo>
                  <a:pt x="9757" y="6717"/>
                </a:lnTo>
                <a:lnTo>
                  <a:pt x="8511" y="5958"/>
                </a:lnTo>
                <a:cubicBezTo>
                  <a:pt x="8572" y="5654"/>
                  <a:pt x="8633" y="5350"/>
                  <a:pt x="8633" y="5046"/>
                </a:cubicBezTo>
                <a:lnTo>
                  <a:pt x="10031" y="4681"/>
                </a:lnTo>
                <a:lnTo>
                  <a:pt x="9575" y="2857"/>
                </a:lnTo>
                <a:lnTo>
                  <a:pt x="8177" y="3222"/>
                </a:lnTo>
                <a:cubicBezTo>
                  <a:pt x="8025" y="2948"/>
                  <a:pt x="7842" y="2705"/>
                  <a:pt x="7599" y="2462"/>
                </a:cubicBezTo>
                <a:lnTo>
                  <a:pt x="8359" y="1216"/>
                </a:lnTo>
                <a:lnTo>
                  <a:pt x="6718" y="274"/>
                </a:lnTo>
                <a:lnTo>
                  <a:pt x="5958" y="1520"/>
                </a:lnTo>
                <a:cubicBezTo>
                  <a:pt x="5654" y="1429"/>
                  <a:pt x="5350" y="1398"/>
                  <a:pt x="5046" y="1398"/>
                </a:cubicBezTo>
                <a:lnTo>
                  <a:pt x="4681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  <a:effectLst>
            <a:outerShdw blurRad="57150" dist="47625" dir="5400000" algn="bl" rotWithShape="0">
              <a:schemeClr val="dk1">
                <a:alpha val="19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87" name="Google Shape;1287;p69"/>
          <p:cNvGrpSpPr/>
          <p:nvPr/>
        </p:nvGrpSpPr>
        <p:grpSpPr>
          <a:xfrm rot="10800000" flipH="1">
            <a:off x="830290" y="497323"/>
            <a:ext cx="429322" cy="93999"/>
            <a:chOff x="5840230" y="744468"/>
            <a:chExt cx="431653" cy="94500"/>
          </a:xfrm>
        </p:grpSpPr>
        <p:sp>
          <p:nvSpPr>
            <p:cNvPr id="1288" name="Google Shape;1288;p69"/>
            <p:cNvSpPr/>
            <p:nvPr/>
          </p:nvSpPr>
          <p:spPr>
            <a:xfrm>
              <a:off x="5840230" y="744468"/>
              <a:ext cx="94500" cy="94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Google Shape;1289;p69"/>
            <p:cNvSpPr/>
            <p:nvPr/>
          </p:nvSpPr>
          <p:spPr>
            <a:xfrm>
              <a:off x="6008807" y="744468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Google Shape;1290;p69"/>
            <p:cNvSpPr/>
            <p:nvPr/>
          </p:nvSpPr>
          <p:spPr>
            <a:xfrm>
              <a:off x="6177384" y="744468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6" name="Google Shape;1118;p41">
            <a:extLst>
              <a:ext uri="{FF2B5EF4-FFF2-40B4-BE49-F238E27FC236}">
                <a16:creationId xmlns:a16="http://schemas.microsoft.com/office/drawing/2014/main" id="{460FC036-E61C-4063-9B13-79DB426C923E}"/>
              </a:ext>
            </a:extLst>
          </p:cNvPr>
          <p:cNvSpPr txBox="1">
            <a:spLocks noGrp="1"/>
          </p:cNvSpPr>
          <p:nvPr/>
        </p:nvSpPr>
        <p:spPr>
          <a:xfrm rot="-615">
            <a:off x="734714" y="4324304"/>
            <a:ext cx="3354000" cy="42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verpass"/>
              <a:buNone/>
              <a:defRPr sz="1400" b="0" i="0" u="none" strike="noStrike" cap="none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verpass"/>
              <a:buNone/>
              <a:defRPr sz="1800" b="0" i="0" u="none" strike="noStrike" cap="none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verpass"/>
              <a:buNone/>
              <a:defRPr sz="1800" b="0" i="0" u="none" strike="noStrike" cap="none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verpass"/>
              <a:buNone/>
              <a:defRPr sz="1800" b="0" i="0" u="none" strike="noStrike" cap="none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verpass"/>
              <a:buNone/>
              <a:defRPr sz="1800" b="0" i="0" u="none" strike="noStrike" cap="none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verpass"/>
              <a:buNone/>
              <a:defRPr sz="1800" b="0" i="0" u="none" strike="noStrike" cap="none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verpass"/>
              <a:buNone/>
              <a:defRPr sz="1800" b="0" i="0" u="none" strike="noStrike" cap="none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verpass"/>
              <a:buNone/>
              <a:defRPr sz="1800" b="0" i="0" u="none" strike="noStrike" cap="none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verpass"/>
              <a:buNone/>
              <a:defRPr sz="1800" b="0" i="0" u="none" strike="noStrike" cap="none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55B6E5"/>
                </a:solidFill>
                <a:latin typeface="Oxanium" panose="020B0604020202020204" charset="0"/>
              </a:rPr>
              <a:t>PRO.</a:t>
            </a:r>
            <a:r>
              <a:rPr lang="ru-RU" sz="2000" b="1" dirty="0">
                <a:solidFill>
                  <a:srgbClr val="55B6E5"/>
                </a:solidFill>
              </a:rPr>
              <a:t>Кибербезопасность</a:t>
            </a:r>
            <a:endParaRPr sz="2000" b="1" dirty="0">
              <a:solidFill>
                <a:srgbClr val="55B6E5"/>
              </a:solidFill>
              <a:latin typeface="Oxanium" panose="020B0604020202020204" charset="0"/>
            </a:endParaRPr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8890D9F7-516D-4178-830B-1A6BE97A2AD5}"/>
              </a:ext>
            </a:extLst>
          </p:cNvPr>
          <p:cNvGrpSpPr/>
          <p:nvPr/>
        </p:nvGrpSpPr>
        <p:grpSpPr>
          <a:xfrm>
            <a:off x="4985306" y="13636"/>
            <a:ext cx="4125834" cy="4118825"/>
            <a:chOff x="4985306" y="13636"/>
            <a:chExt cx="4125834" cy="4118825"/>
          </a:xfrm>
        </p:grpSpPr>
        <p:grpSp>
          <p:nvGrpSpPr>
            <p:cNvPr id="1212" name="Google Shape;1212;p69"/>
            <p:cNvGrpSpPr/>
            <p:nvPr/>
          </p:nvGrpSpPr>
          <p:grpSpPr>
            <a:xfrm>
              <a:off x="4985306" y="1282487"/>
              <a:ext cx="3427498" cy="2849974"/>
              <a:chOff x="4985306" y="1282487"/>
              <a:chExt cx="3427498" cy="2849974"/>
            </a:xfrm>
          </p:grpSpPr>
          <p:sp>
            <p:nvSpPr>
              <p:cNvPr id="1213" name="Google Shape;1213;p69"/>
              <p:cNvSpPr/>
              <p:nvPr/>
            </p:nvSpPr>
            <p:spPr>
              <a:xfrm>
                <a:off x="5044568" y="1717313"/>
                <a:ext cx="3151960" cy="2106720"/>
              </a:xfrm>
              <a:custGeom>
                <a:avLst/>
                <a:gdLst/>
                <a:ahLst/>
                <a:cxnLst/>
                <a:rect l="l" t="t" r="r" b="b"/>
                <a:pathLst>
                  <a:path w="147116" h="98330" extrusionOk="0">
                    <a:moveTo>
                      <a:pt x="1490" y="0"/>
                    </a:moveTo>
                    <a:cubicBezTo>
                      <a:pt x="669" y="0"/>
                      <a:pt x="0" y="638"/>
                      <a:pt x="0" y="1489"/>
                    </a:cubicBezTo>
                    <a:lnTo>
                      <a:pt x="0" y="2979"/>
                    </a:lnTo>
                    <a:lnTo>
                      <a:pt x="0" y="96932"/>
                    </a:lnTo>
                    <a:cubicBezTo>
                      <a:pt x="0" y="97722"/>
                      <a:pt x="639" y="98330"/>
                      <a:pt x="1399" y="98330"/>
                    </a:cubicBezTo>
                    <a:lnTo>
                      <a:pt x="145657" y="98330"/>
                    </a:lnTo>
                    <a:cubicBezTo>
                      <a:pt x="146447" y="98330"/>
                      <a:pt x="147055" y="97691"/>
                      <a:pt x="147055" y="96932"/>
                    </a:cubicBezTo>
                    <a:lnTo>
                      <a:pt x="147055" y="2979"/>
                    </a:lnTo>
                    <a:lnTo>
                      <a:pt x="147055" y="1489"/>
                    </a:lnTo>
                    <a:cubicBezTo>
                      <a:pt x="147116" y="638"/>
                      <a:pt x="146477" y="0"/>
                      <a:pt x="14562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rgbClr val="66BEE9">
                      <a:alpha val="34509"/>
                    </a:srgbClr>
                  </a:gs>
                </a:gsLst>
                <a:lin ang="5400012" scaled="0"/>
              </a:gradFill>
              <a:ln>
                <a:noFill/>
              </a:ln>
              <a:effectLst>
                <a:outerShdw blurRad="57150" dist="38100" dir="5460000" algn="bl" rotWithShape="0">
                  <a:schemeClr val="dk1">
                    <a:alpha val="1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4" name="Google Shape;1214;p69"/>
              <p:cNvSpPr/>
              <p:nvPr/>
            </p:nvSpPr>
            <p:spPr>
              <a:xfrm>
                <a:off x="4985949" y="1711443"/>
                <a:ext cx="3151318" cy="2043559"/>
              </a:xfrm>
              <a:custGeom>
                <a:avLst/>
                <a:gdLst/>
                <a:ahLst/>
                <a:cxnLst/>
                <a:rect l="l" t="t" r="r" b="b"/>
                <a:pathLst>
                  <a:path w="147086" h="95382" extrusionOk="0">
                    <a:moveTo>
                      <a:pt x="1" y="1"/>
                    </a:moveTo>
                    <a:lnTo>
                      <a:pt x="1" y="93984"/>
                    </a:lnTo>
                    <a:cubicBezTo>
                      <a:pt x="1" y="94744"/>
                      <a:pt x="609" y="95382"/>
                      <a:pt x="1399" y="95382"/>
                    </a:cubicBezTo>
                    <a:lnTo>
                      <a:pt x="145627" y="95382"/>
                    </a:lnTo>
                    <a:cubicBezTo>
                      <a:pt x="146417" y="95382"/>
                      <a:pt x="147086" y="94774"/>
                      <a:pt x="147086" y="93984"/>
                    </a:cubicBezTo>
                    <a:lnTo>
                      <a:pt x="14708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60000" algn="bl" rotWithShape="0">
                  <a:schemeClr val="dk1">
                    <a:alpha val="1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5" name="Google Shape;1215;p69"/>
              <p:cNvSpPr/>
              <p:nvPr/>
            </p:nvSpPr>
            <p:spPr>
              <a:xfrm>
                <a:off x="4985306" y="1648282"/>
                <a:ext cx="3151960" cy="63182"/>
              </a:xfrm>
              <a:custGeom>
                <a:avLst/>
                <a:gdLst/>
                <a:ahLst/>
                <a:cxnLst/>
                <a:rect l="l" t="t" r="r" b="b"/>
                <a:pathLst>
                  <a:path w="147116" h="2949" extrusionOk="0">
                    <a:moveTo>
                      <a:pt x="1459" y="0"/>
                    </a:moveTo>
                    <a:cubicBezTo>
                      <a:pt x="639" y="0"/>
                      <a:pt x="0" y="669"/>
                      <a:pt x="0" y="1490"/>
                    </a:cubicBezTo>
                    <a:lnTo>
                      <a:pt x="0" y="2949"/>
                    </a:lnTo>
                    <a:lnTo>
                      <a:pt x="147116" y="2949"/>
                    </a:lnTo>
                    <a:lnTo>
                      <a:pt x="147116" y="1490"/>
                    </a:lnTo>
                    <a:cubicBezTo>
                      <a:pt x="147116" y="638"/>
                      <a:pt x="146417" y="0"/>
                      <a:pt x="14562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60000" algn="bl" rotWithShape="0">
                  <a:schemeClr val="dk1">
                    <a:alpha val="15000"/>
                  </a:schemeClr>
                </a:outerShdw>
                <a:reflection stA="10000" endPos="24000" dist="762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6" name="Google Shape;1216;p69"/>
              <p:cNvSpPr/>
              <p:nvPr/>
            </p:nvSpPr>
            <p:spPr>
              <a:xfrm>
                <a:off x="5026335" y="1674313"/>
                <a:ext cx="18254" cy="17611"/>
              </a:xfrm>
              <a:custGeom>
                <a:avLst/>
                <a:gdLst/>
                <a:ahLst/>
                <a:cxnLst/>
                <a:rect l="l" t="t" r="r" b="b"/>
                <a:pathLst>
                  <a:path w="852" h="822" extrusionOk="0">
                    <a:moveTo>
                      <a:pt x="426" y="1"/>
                    </a:moveTo>
                    <a:cubicBezTo>
                      <a:pt x="183" y="1"/>
                      <a:pt x="0" y="183"/>
                      <a:pt x="0" y="427"/>
                    </a:cubicBezTo>
                    <a:cubicBezTo>
                      <a:pt x="0" y="639"/>
                      <a:pt x="183" y="822"/>
                      <a:pt x="426" y="822"/>
                    </a:cubicBezTo>
                    <a:cubicBezTo>
                      <a:pt x="669" y="822"/>
                      <a:pt x="851" y="639"/>
                      <a:pt x="851" y="427"/>
                    </a:cubicBezTo>
                    <a:cubicBezTo>
                      <a:pt x="851" y="183"/>
                      <a:pt x="669" y="1"/>
                      <a:pt x="426" y="1"/>
                    </a:cubicBezTo>
                    <a:close/>
                  </a:path>
                </a:pathLst>
              </a:custGeom>
              <a:solidFill>
                <a:srgbClr val="8859F7"/>
              </a:solidFill>
              <a:ln>
                <a:noFill/>
              </a:ln>
              <a:effectLst>
                <a:outerShdw blurRad="57150" dist="19050" dir="5460000" algn="bl" rotWithShape="0">
                  <a:schemeClr val="dk1">
                    <a:alpha val="15000"/>
                  </a:schemeClr>
                </a:outerShdw>
                <a:reflection stA="10000" endPos="24000" dist="762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7" name="Google Shape;1217;p69"/>
              <p:cNvSpPr/>
              <p:nvPr/>
            </p:nvSpPr>
            <p:spPr>
              <a:xfrm>
                <a:off x="5071263" y="1674313"/>
                <a:ext cx="18254" cy="17611"/>
              </a:xfrm>
              <a:custGeom>
                <a:avLst/>
                <a:gdLst/>
                <a:ahLst/>
                <a:cxnLst/>
                <a:rect l="l" t="t" r="r" b="b"/>
                <a:pathLst>
                  <a:path w="852" h="822" extrusionOk="0">
                    <a:moveTo>
                      <a:pt x="426" y="1"/>
                    </a:moveTo>
                    <a:cubicBezTo>
                      <a:pt x="183" y="1"/>
                      <a:pt x="1" y="183"/>
                      <a:pt x="1" y="427"/>
                    </a:cubicBezTo>
                    <a:cubicBezTo>
                      <a:pt x="1" y="639"/>
                      <a:pt x="183" y="822"/>
                      <a:pt x="426" y="822"/>
                    </a:cubicBezTo>
                    <a:cubicBezTo>
                      <a:pt x="639" y="822"/>
                      <a:pt x="852" y="639"/>
                      <a:pt x="852" y="427"/>
                    </a:cubicBezTo>
                    <a:cubicBezTo>
                      <a:pt x="852" y="183"/>
                      <a:pt x="639" y="1"/>
                      <a:pt x="426" y="1"/>
                    </a:cubicBezTo>
                    <a:close/>
                  </a:path>
                </a:pathLst>
              </a:custGeom>
              <a:solidFill>
                <a:srgbClr val="8859F7"/>
              </a:solidFill>
              <a:ln>
                <a:noFill/>
              </a:ln>
              <a:effectLst>
                <a:outerShdw blurRad="57150" dist="19050" dir="5460000" algn="bl" rotWithShape="0">
                  <a:schemeClr val="dk1">
                    <a:alpha val="15000"/>
                  </a:schemeClr>
                </a:outerShdw>
                <a:reflection stA="10000" endPos="24000" dist="762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8" name="Google Shape;1218;p69"/>
              <p:cNvSpPr/>
              <p:nvPr/>
            </p:nvSpPr>
            <p:spPr>
              <a:xfrm>
                <a:off x="5116192" y="1674313"/>
                <a:ext cx="17611" cy="17611"/>
              </a:xfrm>
              <a:custGeom>
                <a:avLst/>
                <a:gdLst/>
                <a:ahLst/>
                <a:cxnLst/>
                <a:rect l="l" t="t" r="r" b="b"/>
                <a:pathLst>
                  <a:path w="822" h="822" extrusionOk="0">
                    <a:moveTo>
                      <a:pt x="427" y="1"/>
                    </a:moveTo>
                    <a:cubicBezTo>
                      <a:pt x="183" y="1"/>
                      <a:pt x="1" y="183"/>
                      <a:pt x="1" y="427"/>
                    </a:cubicBezTo>
                    <a:cubicBezTo>
                      <a:pt x="1" y="639"/>
                      <a:pt x="183" y="822"/>
                      <a:pt x="427" y="822"/>
                    </a:cubicBezTo>
                    <a:cubicBezTo>
                      <a:pt x="639" y="822"/>
                      <a:pt x="822" y="639"/>
                      <a:pt x="822" y="427"/>
                    </a:cubicBezTo>
                    <a:cubicBezTo>
                      <a:pt x="822" y="183"/>
                      <a:pt x="639" y="1"/>
                      <a:pt x="427" y="1"/>
                    </a:cubicBezTo>
                    <a:close/>
                  </a:path>
                </a:pathLst>
              </a:custGeom>
              <a:solidFill>
                <a:srgbClr val="8859F7"/>
              </a:solidFill>
              <a:ln>
                <a:noFill/>
              </a:ln>
              <a:effectLst>
                <a:outerShdw blurRad="57150" dist="19050" dir="5460000" algn="bl" rotWithShape="0">
                  <a:schemeClr val="dk1">
                    <a:alpha val="15000"/>
                  </a:schemeClr>
                </a:outerShdw>
                <a:reflection stA="10000" endPos="24000" dist="762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9" name="Google Shape;1219;p69"/>
              <p:cNvSpPr/>
              <p:nvPr/>
            </p:nvSpPr>
            <p:spPr>
              <a:xfrm>
                <a:off x="5053706" y="1787625"/>
                <a:ext cx="3014540" cy="1892492"/>
              </a:xfrm>
              <a:custGeom>
                <a:avLst/>
                <a:gdLst/>
                <a:ahLst/>
                <a:cxnLst/>
                <a:rect l="l" t="t" r="r" b="b"/>
                <a:pathLst>
                  <a:path w="140702" h="88331" extrusionOk="0">
                    <a:moveTo>
                      <a:pt x="0" y="1"/>
                    </a:moveTo>
                    <a:lnTo>
                      <a:pt x="0" y="88330"/>
                    </a:lnTo>
                    <a:lnTo>
                      <a:pt x="140702" y="88330"/>
                    </a:lnTo>
                    <a:lnTo>
                      <a:pt x="140702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rgbClr val="66BEE9">
                      <a:alpha val="34509"/>
                    </a:srgbClr>
                  </a:gs>
                </a:gsLst>
                <a:lin ang="5400012" scaled="0"/>
              </a:gradFill>
              <a:ln>
                <a:noFill/>
              </a:ln>
              <a:effectLst>
                <a:outerShdw blurRad="57150" dist="19050" dir="5460000" algn="bl" rotWithShape="0">
                  <a:schemeClr val="dk1">
                    <a:alpha val="1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220" name="Google Shape;1220;p69"/>
              <p:cNvGrpSpPr/>
              <p:nvPr/>
            </p:nvGrpSpPr>
            <p:grpSpPr>
              <a:xfrm>
                <a:off x="6414630" y="3150775"/>
                <a:ext cx="707500" cy="356921"/>
                <a:chOff x="2317875" y="3150775"/>
                <a:chExt cx="707500" cy="356921"/>
              </a:xfrm>
            </p:grpSpPr>
            <p:sp>
              <p:nvSpPr>
                <p:cNvPr id="1221" name="Google Shape;1221;p69"/>
                <p:cNvSpPr/>
                <p:nvPr/>
              </p:nvSpPr>
              <p:spPr>
                <a:xfrm>
                  <a:off x="2317875" y="3150775"/>
                  <a:ext cx="707500" cy="3569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300" h="28299" extrusionOk="0">
                      <a:moveTo>
                        <a:pt x="25260" y="28298"/>
                      </a:moveTo>
                      <a:lnTo>
                        <a:pt x="3040" y="28298"/>
                      </a:lnTo>
                      <a:cubicBezTo>
                        <a:pt x="1369" y="28298"/>
                        <a:pt x="1" y="26931"/>
                        <a:pt x="1" y="25259"/>
                      </a:cubicBezTo>
                      <a:lnTo>
                        <a:pt x="1" y="3040"/>
                      </a:lnTo>
                      <a:cubicBezTo>
                        <a:pt x="1" y="1368"/>
                        <a:pt x="1369" y="0"/>
                        <a:pt x="3040" y="0"/>
                      </a:cubicBezTo>
                      <a:lnTo>
                        <a:pt x="25260" y="0"/>
                      </a:lnTo>
                      <a:cubicBezTo>
                        <a:pt x="26931" y="0"/>
                        <a:pt x="28299" y="1368"/>
                        <a:pt x="28299" y="3040"/>
                      </a:cubicBezTo>
                      <a:lnTo>
                        <a:pt x="28299" y="25259"/>
                      </a:lnTo>
                      <a:cubicBezTo>
                        <a:pt x="28299" y="26931"/>
                        <a:pt x="26931" y="28298"/>
                        <a:pt x="25260" y="2829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00000">
                      <a:srgbClr val="F9F8FF">
                        <a:alpha val="86666"/>
                      </a:srgbClr>
                    </a:gs>
                  </a:gsLst>
                  <a:lin ang="5400700" scaled="0"/>
                </a:gradFill>
                <a:ln>
                  <a:noFill/>
                </a:ln>
                <a:effectLst>
                  <a:outerShdw blurRad="57150" dist="28575" dir="5400000" algn="bl" rotWithShape="0">
                    <a:schemeClr val="dk1">
                      <a:alpha val="18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222" name="Google Shape;1222;p69"/>
                <p:cNvGrpSpPr/>
                <p:nvPr/>
              </p:nvGrpSpPr>
              <p:grpSpPr>
                <a:xfrm>
                  <a:off x="2415693" y="3236562"/>
                  <a:ext cx="471900" cy="95000"/>
                  <a:chOff x="5088750" y="3020450"/>
                  <a:chExt cx="471900" cy="95000"/>
                </a:xfrm>
              </p:grpSpPr>
              <p:sp>
                <p:nvSpPr>
                  <p:cNvPr id="1223" name="Google Shape;1223;p69"/>
                  <p:cNvSpPr/>
                  <p:nvPr/>
                </p:nvSpPr>
                <p:spPr>
                  <a:xfrm>
                    <a:off x="5088750" y="3020450"/>
                    <a:ext cx="95000" cy="950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800" h="3800" extrusionOk="0">
                        <a:moveTo>
                          <a:pt x="1885" y="0"/>
                        </a:moveTo>
                        <a:cubicBezTo>
                          <a:pt x="821" y="0"/>
                          <a:pt x="0" y="821"/>
                          <a:pt x="0" y="1885"/>
                        </a:cubicBezTo>
                        <a:cubicBezTo>
                          <a:pt x="0" y="2949"/>
                          <a:pt x="821" y="3800"/>
                          <a:pt x="1885" y="3800"/>
                        </a:cubicBezTo>
                        <a:cubicBezTo>
                          <a:pt x="2948" y="3800"/>
                          <a:pt x="3800" y="2949"/>
                          <a:pt x="3800" y="1885"/>
                        </a:cubicBezTo>
                        <a:cubicBezTo>
                          <a:pt x="3800" y="821"/>
                          <a:pt x="2918" y="0"/>
                          <a:pt x="1885" y="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  <a:effectLst>
                    <a:outerShdw blurRad="85725" dist="19050" dir="5400000" algn="bl" rotWithShape="0">
                      <a:schemeClr val="dk1">
                        <a:alpha val="18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24" name="Google Shape;1224;p69"/>
                  <p:cNvSpPr/>
                  <p:nvPr/>
                </p:nvSpPr>
                <p:spPr>
                  <a:xfrm>
                    <a:off x="5225525" y="3031850"/>
                    <a:ext cx="335125" cy="22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405" h="913" extrusionOk="0">
                        <a:moveTo>
                          <a:pt x="426" y="0"/>
                        </a:moveTo>
                        <a:cubicBezTo>
                          <a:pt x="183" y="0"/>
                          <a:pt x="0" y="183"/>
                          <a:pt x="0" y="426"/>
                        </a:cubicBezTo>
                        <a:lnTo>
                          <a:pt x="0" y="487"/>
                        </a:lnTo>
                        <a:cubicBezTo>
                          <a:pt x="0" y="730"/>
                          <a:pt x="183" y="912"/>
                          <a:pt x="426" y="912"/>
                        </a:cubicBezTo>
                        <a:lnTo>
                          <a:pt x="12979" y="912"/>
                        </a:lnTo>
                        <a:cubicBezTo>
                          <a:pt x="13222" y="912"/>
                          <a:pt x="13405" y="730"/>
                          <a:pt x="13405" y="487"/>
                        </a:cubicBezTo>
                        <a:lnTo>
                          <a:pt x="13405" y="426"/>
                        </a:lnTo>
                        <a:cubicBezTo>
                          <a:pt x="13405" y="183"/>
                          <a:pt x="13222" y="0"/>
                          <a:pt x="12979" y="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  <a:effectLst>
                    <a:outerShdw blurRad="85725" dist="19050" dir="5400000" algn="bl" rotWithShape="0">
                      <a:schemeClr val="dk1">
                        <a:alpha val="18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25" name="Google Shape;1225;p69"/>
                  <p:cNvSpPr/>
                  <p:nvPr/>
                </p:nvSpPr>
                <p:spPr>
                  <a:xfrm>
                    <a:off x="5225525" y="3086550"/>
                    <a:ext cx="186950" cy="22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478" h="913" extrusionOk="0">
                        <a:moveTo>
                          <a:pt x="426" y="1"/>
                        </a:moveTo>
                        <a:cubicBezTo>
                          <a:pt x="183" y="1"/>
                          <a:pt x="0" y="183"/>
                          <a:pt x="0" y="426"/>
                        </a:cubicBezTo>
                        <a:lnTo>
                          <a:pt x="0" y="517"/>
                        </a:lnTo>
                        <a:cubicBezTo>
                          <a:pt x="0" y="730"/>
                          <a:pt x="183" y="913"/>
                          <a:pt x="426" y="913"/>
                        </a:cubicBezTo>
                        <a:lnTo>
                          <a:pt x="7052" y="913"/>
                        </a:lnTo>
                        <a:cubicBezTo>
                          <a:pt x="7295" y="913"/>
                          <a:pt x="7478" y="730"/>
                          <a:pt x="7478" y="517"/>
                        </a:cubicBezTo>
                        <a:lnTo>
                          <a:pt x="7478" y="426"/>
                        </a:lnTo>
                        <a:cubicBezTo>
                          <a:pt x="7478" y="183"/>
                          <a:pt x="7295" y="1"/>
                          <a:pt x="7052" y="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  <a:effectLst>
                    <a:outerShdw blurRad="85725" dist="19050" dir="5400000" algn="bl" rotWithShape="0">
                      <a:schemeClr val="dk1">
                        <a:alpha val="18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26" name="Google Shape;1226;p69"/>
                  <p:cNvSpPr/>
                  <p:nvPr/>
                </p:nvSpPr>
                <p:spPr>
                  <a:xfrm>
                    <a:off x="5434500" y="3086550"/>
                    <a:ext cx="53975" cy="22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59" h="913" extrusionOk="0">
                        <a:moveTo>
                          <a:pt x="456" y="1"/>
                        </a:moveTo>
                        <a:cubicBezTo>
                          <a:pt x="183" y="1"/>
                          <a:pt x="0" y="244"/>
                          <a:pt x="0" y="457"/>
                        </a:cubicBezTo>
                        <a:cubicBezTo>
                          <a:pt x="0" y="730"/>
                          <a:pt x="213" y="913"/>
                          <a:pt x="456" y="913"/>
                        </a:cubicBezTo>
                        <a:lnTo>
                          <a:pt x="1702" y="913"/>
                        </a:lnTo>
                        <a:cubicBezTo>
                          <a:pt x="1945" y="913"/>
                          <a:pt x="2128" y="730"/>
                          <a:pt x="2158" y="457"/>
                        </a:cubicBezTo>
                        <a:cubicBezTo>
                          <a:pt x="2158" y="214"/>
                          <a:pt x="1945" y="1"/>
                          <a:pt x="1702" y="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  <a:effectLst>
                    <a:outerShdw blurRad="85725" dist="19050" dir="5400000" algn="bl" rotWithShape="0">
                      <a:schemeClr val="dk1">
                        <a:alpha val="18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grpSp>
            <p:nvGrpSpPr>
              <p:cNvPr id="1227" name="Google Shape;1227;p69"/>
              <p:cNvGrpSpPr/>
              <p:nvPr/>
            </p:nvGrpSpPr>
            <p:grpSpPr>
              <a:xfrm>
                <a:off x="7199580" y="3150775"/>
                <a:ext cx="707500" cy="356921"/>
                <a:chOff x="3102825" y="3150775"/>
                <a:chExt cx="707500" cy="356921"/>
              </a:xfrm>
            </p:grpSpPr>
            <p:sp>
              <p:nvSpPr>
                <p:cNvPr id="1228" name="Google Shape;1228;p69"/>
                <p:cNvSpPr/>
                <p:nvPr/>
              </p:nvSpPr>
              <p:spPr>
                <a:xfrm>
                  <a:off x="3102825" y="3150775"/>
                  <a:ext cx="707500" cy="3569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300" h="28299" extrusionOk="0">
                      <a:moveTo>
                        <a:pt x="25260" y="28298"/>
                      </a:moveTo>
                      <a:lnTo>
                        <a:pt x="3040" y="28298"/>
                      </a:lnTo>
                      <a:cubicBezTo>
                        <a:pt x="1369" y="28298"/>
                        <a:pt x="1" y="26931"/>
                        <a:pt x="1" y="25259"/>
                      </a:cubicBezTo>
                      <a:lnTo>
                        <a:pt x="1" y="3040"/>
                      </a:lnTo>
                      <a:cubicBezTo>
                        <a:pt x="1" y="1368"/>
                        <a:pt x="1369" y="0"/>
                        <a:pt x="3040" y="0"/>
                      </a:cubicBezTo>
                      <a:lnTo>
                        <a:pt x="25260" y="0"/>
                      </a:lnTo>
                      <a:cubicBezTo>
                        <a:pt x="26931" y="0"/>
                        <a:pt x="28299" y="1368"/>
                        <a:pt x="28299" y="3040"/>
                      </a:cubicBezTo>
                      <a:lnTo>
                        <a:pt x="28299" y="25259"/>
                      </a:lnTo>
                      <a:cubicBezTo>
                        <a:pt x="28299" y="26931"/>
                        <a:pt x="26931" y="28298"/>
                        <a:pt x="25260" y="2829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00000">
                      <a:srgbClr val="F9F8FF">
                        <a:alpha val="86666"/>
                      </a:srgbClr>
                    </a:gs>
                  </a:gsLst>
                  <a:lin ang="5400700" scaled="0"/>
                </a:gradFill>
                <a:ln>
                  <a:noFill/>
                </a:ln>
                <a:effectLst>
                  <a:outerShdw blurRad="57150" dist="28575" dir="5400000" algn="bl" rotWithShape="0">
                    <a:schemeClr val="dk1">
                      <a:alpha val="18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29" name="Google Shape;1229;p69"/>
                <p:cNvSpPr/>
                <p:nvPr/>
              </p:nvSpPr>
              <p:spPr>
                <a:xfrm>
                  <a:off x="3176913" y="3409013"/>
                  <a:ext cx="266750" cy="40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70" h="1612" extrusionOk="0">
                      <a:moveTo>
                        <a:pt x="791" y="1"/>
                      </a:moveTo>
                      <a:cubicBezTo>
                        <a:pt x="335" y="1"/>
                        <a:pt x="1" y="396"/>
                        <a:pt x="1" y="822"/>
                      </a:cubicBezTo>
                      <a:cubicBezTo>
                        <a:pt x="1" y="1278"/>
                        <a:pt x="366" y="1612"/>
                        <a:pt x="791" y="1612"/>
                      </a:cubicBezTo>
                      <a:lnTo>
                        <a:pt x="9880" y="1612"/>
                      </a:lnTo>
                      <a:cubicBezTo>
                        <a:pt x="10305" y="1612"/>
                        <a:pt x="10670" y="1247"/>
                        <a:pt x="10670" y="822"/>
                      </a:cubicBezTo>
                      <a:cubicBezTo>
                        <a:pt x="10670" y="366"/>
                        <a:pt x="10305" y="1"/>
                        <a:pt x="9880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16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30" name="Google Shape;1230;p69"/>
                <p:cNvSpPr/>
                <p:nvPr/>
              </p:nvSpPr>
              <p:spPr>
                <a:xfrm>
                  <a:off x="3176163" y="3209163"/>
                  <a:ext cx="560825" cy="39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433" h="1582" extrusionOk="0">
                      <a:moveTo>
                        <a:pt x="791" y="1"/>
                      </a:moveTo>
                      <a:cubicBezTo>
                        <a:pt x="335" y="1"/>
                        <a:pt x="1" y="366"/>
                        <a:pt x="1" y="791"/>
                      </a:cubicBezTo>
                      <a:cubicBezTo>
                        <a:pt x="1" y="1247"/>
                        <a:pt x="365" y="1581"/>
                        <a:pt x="791" y="1581"/>
                      </a:cubicBezTo>
                      <a:lnTo>
                        <a:pt x="21642" y="1581"/>
                      </a:lnTo>
                      <a:cubicBezTo>
                        <a:pt x="22098" y="1581"/>
                        <a:pt x="22433" y="1247"/>
                        <a:pt x="22433" y="791"/>
                      </a:cubicBezTo>
                      <a:cubicBezTo>
                        <a:pt x="22433" y="335"/>
                        <a:pt x="22068" y="1"/>
                        <a:pt x="21642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16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31" name="Google Shape;1231;p69"/>
                <p:cNvSpPr/>
                <p:nvPr/>
              </p:nvSpPr>
              <p:spPr>
                <a:xfrm>
                  <a:off x="3176163" y="3308713"/>
                  <a:ext cx="560825" cy="40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433" h="1612" extrusionOk="0">
                      <a:moveTo>
                        <a:pt x="791" y="1"/>
                      </a:moveTo>
                      <a:cubicBezTo>
                        <a:pt x="335" y="1"/>
                        <a:pt x="1" y="365"/>
                        <a:pt x="1" y="791"/>
                      </a:cubicBezTo>
                      <a:cubicBezTo>
                        <a:pt x="1" y="1247"/>
                        <a:pt x="365" y="1612"/>
                        <a:pt x="791" y="1612"/>
                      </a:cubicBezTo>
                      <a:lnTo>
                        <a:pt x="21642" y="1612"/>
                      </a:lnTo>
                      <a:cubicBezTo>
                        <a:pt x="22098" y="1612"/>
                        <a:pt x="22433" y="1247"/>
                        <a:pt x="22433" y="791"/>
                      </a:cubicBezTo>
                      <a:cubicBezTo>
                        <a:pt x="22433" y="335"/>
                        <a:pt x="22068" y="1"/>
                        <a:pt x="21642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16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232" name="Google Shape;1232;p69"/>
              <p:cNvGrpSpPr/>
              <p:nvPr/>
            </p:nvGrpSpPr>
            <p:grpSpPr>
              <a:xfrm>
                <a:off x="6414640" y="2097213"/>
                <a:ext cx="1514782" cy="1006855"/>
                <a:chOff x="4981963" y="3755000"/>
                <a:chExt cx="1001575" cy="735575"/>
              </a:xfrm>
            </p:grpSpPr>
            <p:sp>
              <p:nvSpPr>
                <p:cNvPr id="1233" name="Google Shape;1233;p69"/>
                <p:cNvSpPr/>
                <p:nvPr/>
              </p:nvSpPr>
              <p:spPr>
                <a:xfrm>
                  <a:off x="4981963" y="3755000"/>
                  <a:ext cx="1001575" cy="735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63" h="29423" extrusionOk="0">
                      <a:moveTo>
                        <a:pt x="1916" y="0"/>
                      </a:moveTo>
                      <a:cubicBezTo>
                        <a:pt x="852" y="0"/>
                        <a:pt x="1" y="882"/>
                        <a:pt x="1" y="1945"/>
                      </a:cubicBezTo>
                      <a:lnTo>
                        <a:pt x="1" y="27478"/>
                      </a:lnTo>
                      <a:cubicBezTo>
                        <a:pt x="1" y="28541"/>
                        <a:pt x="852" y="29423"/>
                        <a:pt x="1916" y="29423"/>
                      </a:cubicBezTo>
                      <a:lnTo>
                        <a:pt x="38148" y="29423"/>
                      </a:lnTo>
                      <a:cubicBezTo>
                        <a:pt x="39211" y="29423"/>
                        <a:pt x="40063" y="28541"/>
                        <a:pt x="40063" y="27478"/>
                      </a:cubicBezTo>
                      <a:lnTo>
                        <a:pt x="40063" y="1976"/>
                      </a:lnTo>
                      <a:cubicBezTo>
                        <a:pt x="40063" y="882"/>
                        <a:pt x="39211" y="0"/>
                        <a:pt x="38148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  <a:effectLst>
                  <a:outerShdw blurRad="57150" dist="76200" dir="5400000" algn="bl" rotWithShape="0">
                    <a:schemeClr val="dk1">
                      <a:alpha val="1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34" name="Google Shape;1234;p69"/>
                <p:cNvSpPr/>
                <p:nvPr/>
              </p:nvSpPr>
              <p:spPr>
                <a:xfrm>
                  <a:off x="5092913" y="4207125"/>
                  <a:ext cx="779675" cy="30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187" h="1217" extrusionOk="0">
                      <a:moveTo>
                        <a:pt x="609" y="0"/>
                      </a:moveTo>
                      <a:cubicBezTo>
                        <a:pt x="274" y="0"/>
                        <a:pt x="1" y="274"/>
                        <a:pt x="1" y="608"/>
                      </a:cubicBezTo>
                      <a:cubicBezTo>
                        <a:pt x="1" y="973"/>
                        <a:pt x="274" y="1216"/>
                        <a:pt x="609" y="1216"/>
                      </a:cubicBezTo>
                      <a:lnTo>
                        <a:pt x="30579" y="1216"/>
                      </a:lnTo>
                      <a:cubicBezTo>
                        <a:pt x="30913" y="1216"/>
                        <a:pt x="31187" y="973"/>
                        <a:pt x="31187" y="608"/>
                      </a:cubicBezTo>
                      <a:cubicBezTo>
                        <a:pt x="31187" y="274"/>
                        <a:pt x="30913" y="0"/>
                        <a:pt x="30579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00000">
                      <a:srgbClr val="F9F8FF">
                        <a:alpha val="86666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35" name="Google Shape;1235;p69"/>
                <p:cNvSpPr/>
                <p:nvPr/>
              </p:nvSpPr>
              <p:spPr>
                <a:xfrm>
                  <a:off x="5092913" y="4286900"/>
                  <a:ext cx="779675" cy="30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187" h="1217" extrusionOk="0">
                      <a:moveTo>
                        <a:pt x="609" y="1"/>
                      </a:moveTo>
                      <a:cubicBezTo>
                        <a:pt x="274" y="1"/>
                        <a:pt x="1" y="275"/>
                        <a:pt x="1" y="609"/>
                      </a:cubicBezTo>
                      <a:cubicBezTo>
                        <a:pt x="1" y="974"/>
                        <a:pt x="274" y="1217"/>
                        <a:pt x="609" y="1217"/>
                      </a:cubicBezTo>
                      <a:lnTo>
                        <a:pt x="30579" y="1217"/>
                      </a:lnTo>
                      <a:cubicBezTo>
                        <a:pt x="30913" y="1217"/>
                        <a:pt x="31187" y="913"/>
                        <a:pt x="31187" y="609"/>
                      </a:cubicBezTo>
                      <a:cubicBezTo>
                        <a:pt x="31187" y="275"/>
                        <a:pt x="30913" y="1"/>
                        <a:pt x="3057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00000">
                      <a:srgbClr val="F9F8FF">
                        <a:alpha val="86666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36" name="Google Shape;1236;p69"/>
                <p:cNvSpPr/>
                <p:nvPr/>
              </p:nvSpPr>
              <p:spPr>
                <a:xfrm>
                  <a:off x="5092913" y="4365950"/>
                  <a:ext cx="295625" cy="30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25" h="1216" extrusionOk="0">
                      <a:moveTo>
                        <a:pt x="609" y="0"/>
                      </a:moveTo>
                      <a:cubicBezTo>
                        <a:pt x="274" y="0"/>
                        <a:pt x="1" y="274"/>
                        <a:pt x="1" y="608"/>
                      </a:cubicBezTo>
                      <a:cubicBezTo>
                        <a:pt x="1" y="942"/>
                        <a:pt x="274" y="1216"/>
                        <a:pt x="609" y="1216"/>
                      </a:cubicBezTo>
                      <a:lnTo>
                        <a:pt x="11217" y="1216"/>
                      </a:lnTo>
                      <a:cubicBezTo>
                        <a:pt x="11551" y="1216"/>
                        <a:pt x="11825" y="942"/>
                        <a:pt x="11825" y="608"/>
                      </a:cubicBezTo>
                      <a:cubicBezTo>
                        <a:pt x="11825" y="274"/>
                        <a:pt x="11551" y="0"/>
                        <a:pt x="11217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00000">
                      <a:srgbClr val="F9F8FF">
                        <a:alpha val="86666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237" name="Google Shape;1237;p69"/>
              <p:cNvSpPr/>
              <p:nvPr/>
            </p:nvSpPr>
            <p:spPr>
              <a:xfrm>
                <a:off x="5246855" y="2672675"/>
                <a:ext cx="1076178" cy="835033"/>
              </a:xfrm>
              <a:custGeom>
                <a:avLst/>
                <a:gdLst/>
                <a:ahLst/>
                <a:cxnLst/>
                <a:rect l="l" t="t" r="r" b="b"/>
                <a:pathLst>
                  <a:path w="28300" h="28299" extrusionOk="0">
                    <a:moveTo>
                      <a:pt x="25260" y="28298"/>
                    </a:moveTo>
                    <a:lnTo>
                      <a:pt x="3040" y="28298"/>
                    </a:lnTo>
                    <a:cubicBezTo>
                      <a:pt x="1369" y="28298"/>
                      <a:pt x="1" y="26931"/>
                      <a:pt x="1" y="25259"/>
                    </a:cubicBezTo>
                    <a:lnTo>
                      <a:pt x="1" y="3040"/>
                    </a:lnTo>
                    <a:cubicBezTo>
                      <a:pt x="1" y="1368"/>
                      <a:pt x="1369" y="0"/>
                      <a:pt x="3040" y="0"/>
                    </a:cubicBezTo>
                    <a:lnTo>
                      <a:pt x="25260" y="0"/>
                    </a:lnTo>
                    <a:cubicBezTo>
                      <a:pt x="26931" y="0"/>
                      <a:pt x="28299" y="1368"/>
                      <a:pt x="28299" y="3040"/>
                    </a:cubicBezTo>
                    <a:lnTo>
                      <a:pt x="28299" y="25259"/>
                    </a:lnTo>
                    <a:cubicBezTo>
                      <a:pt x="28299" y="26931"/>
                      <a:pt x="26931" y="28298"/>
                      <a:pt x="25260" y="28298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71438" dist="47625" dir="5400000" algn="bl" rotWithShape="0">
                  <a:schemeClr val="dk1">
                    <a:alpha val="18000"/>
                  </a:schemeClr>
                </a:outerShdw>
                <a:reflection stA="5000" endPos="28000" dist="762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238" name="Google Shape;1238;p69"/>
              <p:cNvGrpSpPr/>
              <p:nvPr/>
            </p:nvGrpSpPr>
            <p:grpSpPr>
              <a:xfrm>
                <a:off x="5999093" y="1884550"/>
                <a:ext cx="707500" cy="707475"/>
                <a:chOff x="5921438" y="1923500"/>
                <a:chExt cx="707500" cy="707475"/>
              </a:xfrm>
            </p:grpSpPr>
            <p:sp>
              <p:nvSpPr>
                <p:cNvPr id="1239" name="Google Shape;1239;p69"/>
                <p:cNvSpPr/>
                <p:nvPr/>
              </p:nvSpPr>
              <p:spPr>
                <a:xfrm>
                  <a:off x="5921438" y="1923500"/>
                  <a:ext cx="707500" cy="707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300" h="28299" extrusionOk="0">
                      <a:moveTo>
                        <a:pt x="25260" y="28298"/>
                      </a:moveTo>
                      <a:lnTo>
                        <a:pt x="3040" y="28298"/>
                      </a:lnTo>
                      <a:cubicBezTo>
                        <a:pt x="1369" y="28298"/>
                        <a:pt x="1" y="26931"/>
                        <a:pt x="1" y="25259"/>
                      </a:cubicBezTo>
                      <a:lnTo>
                        <a:pt x="1" y="3040"/>
                      </a:lnTo>
                      <a:cubicBezTo>
                        <a:pt x="1" y="1368"/>
                        <a:pt x="1369" y="0"/>
                        <a:pt x="3040" y="0"/>
                      </a:cubicBezTo>
                      <a:lnTo>
                        <a:pt x="25260" y="0"/>
                      </a:lnTo>
                      <a:cubicBezTo>
                        <a:pt x="26931" y="0"/>
                        <a:pt x="28299" y="1368"/>
                        <a:pt x="28299" y="3040"/>
                      </a:cubicBezTo>
                      <a:lnTo>
                        <a:pt x="28299" y="25259"/>
                      </a:lnTo>
                      <a:cubicBezTo>
                        <a:pt x="28299" y="26931"/>
                        <a:pt x="26931" y="28298"/>
                        <a:pt x="25260" y="28298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  <a:effectLst>
                  <a:outerShdw blurRad="57150" dist="28575" dir="5400000" algn="bl" rotWithShape="0">
                    <a:schemeClr val="dk1">
                      <a:alpha val="18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40" name="Google Shape;1240;p69"/>
                <p:cNvSpPr/>
                <p:nvPr/>
              </p:nvSpPr>
              <p:spPr>
                <a:xfrm>
                  <a:off x="6070750" y="2199097"/>
                  <a:ext cx="404418" cy="2448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876" h="11429" extrusionOk="0">
                      <a:moveTo>
                        <a:pt x="11976" y="0"/>
                      </a:moveTo>
                      <a:lnTo>
                        <a:pt x="8085" y="6262"/>
                      </a:lnTo>
                      <a:lnTo>
                        <a:pt x="5654" y="2249"/>
                      </a:lnTo>
                      <a:lnTo>
                        <a:pt x="0" y="11429"/>
                      </a:lnTo>
                      <a:lnTo>
                        <a:pt x="18876" y="11429"/>
                      </a:lnTo>
                      <a:lnTo>
                        <a:pt x="11976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  <a:effectLst>
                  <a:outerShdw blurRad="57150" dist="19050" dir="5460000" algn="bl" rotWithShape="0">
                    <a:schemeClr val="dk1">
                      <a:alpha val="1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41" name="Google Shape;1241;p69"/>
                <p:cNvSpPr/>
                <p:nvPr/>
              </p:nvSpPr>
              <p:spPr>
                <a:xfrm>
                  <a:off x="6146294" y="2120938"/>
                  <a:ext cx="89878" cy="898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95" h="4196" extrusionOk="0">
                      <a:moveTo>
                        <a:pt x="2097" y="1"/>
                      </a:moveTo>
                      <a:cubicBezTo>
                        <a:pt x="942" y="1"/>
                        <a:pt x="0" y="943"/>
                        <a:pt x="0" y="2098"/>
                      </a:cubicBezTo>
                      <a:cubicBezTo>
                        <a:pt x="0" y="3223"/>
                        <a:pt x="942" y="4195"/>
                        <a:pt x="2097" y="4195"/>
                      </a:cubicBezTo>
                      <a:cubicBezTo>
                        <a:pt x="3222" y="4195"/>
                        <a:pt x="4195" y="3223"/>
                        <a:pt x="4195" y="2098"/>
                      </a:cubicBezTo>
                      <a:cubicBezTo>
                        <a:pt x="4195" y="943"/>
                        <a:pt x="3222" y="1"/>
                        <a:pt x="2097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57150" dist="19050" dir="5460000" algn="bl" rotWithShape="0">
                    <a:schemeClr val="dk1">
                      <a:alpha val="15000"/>
                    </a:schemeClr>
                  </a:outerShdw>
                  <a:reflection stA="10000" endPos="24000" dist="76200" dir="5400000" fadeDir="5400012" sy="-100000" algn="bl" rotWithShape="0"/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242" name="Google Shape;1242;p69"/>
              <p:cNvSpPr/>
              <p:nvPr/>
            </p:nvSpPr>
            <p:spPr>
              <a:xfrm>
                <a:off x="7230732" y="2571057"/>
                <a:ext cx="21" cy="21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1" y="1"/>
                    </a:moveTo>
                    <a:close/>
                  </a:path>
                </a:pathLst>
              </a:custGeom>
              <a:solidFill>
                <a:srgbClr val="E5D7FF"/>
              </a:solidFill>
              <a:ln>
                <a:noFill/>
              </a:ln>
              <a:effectLst>
                <a:outerShdw blurRad="57150" dist="19050" dir="5460000" algn="bl" rotWithShape="0">
                  <a:schemeClr val="dk1">
                    <a:alpha val="15000"/>
                  </a:schemeClr>
                </a:outerShdw>
                <a:reflection stA="10000" endPos="24000" dist="762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243" name="Google Shape;1243;p69"/>
              <p:cNvGrpSpPr/>
              <p:nvPr/>
            </p:nvGrpSpPr>
            <p:grpSpPr>
              <a:xfrm>
                <a:off x="6917447" y="2127681"/>
                <a:ext cx="560809" cy="513696"/>
                <a:chOff x="2820743" y="2218101"/>
                <a:chExt cx="814064" cy="745676"/>
              </a:xfrm>
            </p:grpSpPr>
            <p:sp>
              <p:nvSpPr>
                <p:cNvPr id="1244" name="Google Shape;1244;p69"/>
                <p:cNvSpPr/>
                <p:nvPr/>
              </p:nvSpPr>
              <p:spPr>
                <a:xfrm>
                  <a:off x="3133976" y="2218101"/>
                  <a:ext cx="500831" cy="7079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376" h="33041" extrusionOk="0">
                      <a:moveTo>
                        <a:pt x="16263" y="0"/>
                      </a:moveTo>
                      <a:lnTo>
                        <a:pt x="1" y="16475"/>
                      </a:lnTo>
                      <a:lnTo>
                        <a:pt x="16779" y="33040"/>
                      </a:lnTo>
                      <a:cubicBezTo>
                        <a:pt x="20852" y="28815"/>
                        <a:pt x="23375" y="23101"/>
                        <a:pt x="23375" y="16779"/>
                      </a:cubicBezTo>
                      <a:cubicBezTo>
                        <a:pt x="23375" y="10213"/>
                        <a:pt x="20640" y="4256"/>
                        <a:pt x="16263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  <a:effectLst>
                  <a:outerShdw blurRad="57150" dist="19050" dir="5460000" algn="bl" rotWithShape="0">
                    <a:schemeClr val="dk1">
                      <a:alpha val="1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45" name="Google Shape;1245;p69"/>
                <p:cNvSpPr/>
                <p:nvPr/>
              </p:nvSpPr>
              <p:spPr>
                <a:xfrm>
                  <a:off x="3133976" y="2263030"/>
                  <a:ext cx="217528" cy="3080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53" h="14378" extrusionOk="0">
                      <a:moveTo>
                        <a:pt x="1" y="1"/>
                      </a:moveTo>
                      <a:lnTo>
                        <a:pt x="1" y="14378"/>
                      </a:lnTo>
                      <a:lnTo>
                        <a:pt x="10153" y="4134"/>
                      </a:lnTo>
                      <a:cubicBezTo>
                        <a:pt x="7539" y="1551"/>
                        <a:pt x="3952" y="1"/>
                        <a:pt x="1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57150" dist="19050" dir="5460000" algn="bl" rotWithShape="0">
                    <a:schemeClr val="dk1">
                      <a:alpha val="15000"/>
                    </a:schemeClr>
                  </a:outerShdw>
                  <a:reflection stA="10000" endPos="24000" dist="76200" dir="5400000" fadeDir="5400012" sy="-100000" algn="bl" rotWithShape="0"/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46" name="Google Shape;1246;p69"/>
                <p:cNvSpPr/>
                <p:nvPr/>
              </p:nvSpPr>
              <p:spPr>
                <a:xfrm>
                  <a:off x="3133976" y="2571057"/>
                  <a:ext cx="278761" cy="3927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011" h="18330" extrusionOk="0">
                      <a:moveTo>
                        <a:pt x="1" y="1"/>
                      </a:moveTo>
                      <a:lnTo>
                        <a:pt x="1" y="18329"/>
                      </a:lnTo>
                      <a:cubicBezTo>
                        <a:pt x="5107" y="18329"/>
                        <a:pt x="9697" y="16232"/>
                        <a:pt x="13010" y="12828"/>
                      </a:cubicBez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rgbClr val="8859F7"/>
                </a:solidFill>
                <a:ln>
                  <a:noFill/>
                </a:ln>
                <a:effectLst>
                  <a:outerShdw blurRad="57150" dist="19050" dir="5460000" algn="bl" rotWithShape="0">
                    <a:schemeClr val="dk1">
                      <a:alpha val="1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47" name="Google Shape;1247;p69"/>
                <p:cNvSpPr/>
                <p:nvPr/>
              </p:nvSpPr>
              <p:spPr>
                <a:xfrm>
                  <a:off x="2820743" y="2351601"/>
                  <a:ext cx="311969" cy="4409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561" h="20579" extrusionOk="0">
                      <a:moveTo>
                        <a:pt x="4438" y="0"/>
                      </a:moveTo>
                      <a:cubicBezTo>
                        <a:pt x="1703" y="2645"/>
                        <a:pt x="1" y="6353"/>
                        <a:pt x="1" y="10456"/>
                      </a:cubicBezTo>
                      <a:cubicBezTo>
                        <a:pt x="1" y="14408"/>
                        <a:pt x="1551" y="17964"/>
                        <a:pt x="4104" y="20578"/>
                      </a:cubicBezTo>
                      <a:lnTo>
                        <a:pt x="14560" y="10244"/>
                      </a:lnTo>
                      <a:lnTo>
                        <a:pt x="4438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  <a:effectLst>
                  <a:outerShdw blurRad="57150" dist="19050" dir="5460000" algn="bl" rotWithShape="0">
                    <a:schemeClr val="dk1">
                      <a:alpha val="1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48" name="Google Shape;1248;p69"/>
                <p:cNvSpPr/>
                <p:nvPr/>
              </p:nvSpPr>
              <p:spPr>
                <a:xfrm>
                  <a:off x="2917134" y="2263030"/>
                  <a:ext cx="216864" cy="3080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22" h="14378" extrusionOk="0">
                      <a:moveTo>
                        <a:pt x="10122" y="1"/>
                      </a:moveTo>
                      <a:cubicBezTo>
                        <a:pt x="6170" y="1"/>
                        <a:pt x="2614" y="1551"/>
                        <a:pt x="0" y="4104"/>
                      </a:cubicBezTo>
                      <a:lnTo>
                        <a:pt x="10122" y="14378"/>
                      </a:lnTo>
                      <a:lnTo>
                        <a:pt x="10122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ffectLst>
                  <a:outerShdw blurRad="57150" dist="19050" dir="5460000" algn="bl" rotWithShape="0">
                    <a:schemeClr val="dk1">
                      <a:alpha val="1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49" name="Google Shape;1249;p69"/>
                <p:cNvSpPr/>
                <p:nvPr/>
              </p:nvSpPr>
              <p:spPr>
                <a:xfrm>
                  <a:off x="2910621" y="2571057"/>
                  <a:ext cx="223377" cy="3171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26" h="14804" extrusionOk="0">
                      <a:moveTo>
                        <a:pt x="10426" y="1"/>
                      </a:moveTo>
                      <a:lnTo>
                        <a:pt x="0" y="10335"/>
                      </a:lnTo>
                      <a:cubicBezTo>
                        <a:pt x="2645" y="13071"/>
                        <a:pt x="6322" y="14803"/>
                        <a:pt x="10426" y="14803"/>
                      </a:cubicBezTo>
                      <a:lnTo>
                        <a:pt x="10426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ffectLst>
                  <a:outerShdw blurRad="57150" dist="19050" dir="5460000" algn="bl" rotWithShape="0">
                    <a:schemeClr val="dk1">
                      <a:alpha val="15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250" name="Google Shape;1250;p69"/>
              <p:cNvGrpSpPr/>
              <p:nvPr/>
            </p:nvGrpSpPr>
            <p:grpSpPr>
              <a:xfrm>
                <a:off x="6693855" y="1446700"/>
                <a:ext cx="1718949" cy="389816"/>
                <a:chOff x="6153850" y="1669725"/>
                <a:chExt cx="1718949" cy="389816"/>
              </a:xfrm>
            </p:grpSpPr>
            <p:sp>
              <p:nvSpPr>
                <p:cNvPr id="1251" name="Google Shape;1251;p69"/>
                <p:cNvSpPr/>
                <p:nvPr/>
              </p:nvSpPr>
              <p:spPr>
                <a:xfrm>
                  <a:off x="6156586" y="1672448"/>
                  <a:ext cx="1714402" cy="3731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045" h="30698" extrusionOk="0">
                      <a:moveTo>
                        <a:pt x="2924" y="0"/>
                      </a:moveTo>
                      <a:cubicBezTo>
                        <a:pt x="1386" y="0"/>
                        <a:pt x="0" y="1386"/>
                        <a:pt x="0" y="3093"/>
                      </a:cubicBezTo>
                      <a:lnTo>
                        <a:pt x="0" y="27603"/>
                      </a:lnTo>
                      <a:cubicBezTo>
                        <a:pt x="0" y="29311"/>
                        <a:pt x="1386" y="30697"/>
                        <a:pt x="3093" y="30697"/>
                      </a:cubicBezTo>
                      <a:lnTo>
                        <a:pt x="137951" y="30697"/>
                      </a:lnTo>
                      <a:cubicBezTo>
                        <a:pt x="139659" y="30697"/>
                        <a:pt x="141045" y="29311"/>
                        <a:pt x="141045" y="27603"/>
                      </a:cubicBezTo>
                      <a:lnTo>
                        <a:pt x="141045" y="3093"/>
                      </a:lnTo>
                      <a:cubicBezTo>
                        <a:pt x="141045" y="1386"/>
                        <a:pt x="139659" y="0"/>
                        <a:pt x="137782" y="0"/>
                      </a:cubicBezTo>
                      <a:close/>
                    </a:path>
                  </a:pathLst>
                </a:custGeom>
                <a:solidFill>
                  <a:srgbClr val="A97FFF"/>
                </a:solidFill>
                <a:ln>
                  <a:noFill/>
                </a:ln>
                <a:effectLst>
                  <a:outerShdw blurRad="28575" dist="19050" dir="5280000" algn="bl" rotWithShape="0">
                    <a:schemeClr val="dk1">
                      <a:alpha val="17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52" name="Google Shape;1252;p69"/>
                <p:cNvSpPr/>
                <p:nvPr/>
              </p:nvSpPr>
              <p:spPr>
                <a:xfrm>
                  <a:off x="6153850" y="1669725"/>
                  <a:ext cx="1718949" cy="3898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437" h="30090" extrusionOk="0">
                      <a:moveTo>
                        <a:pt x="2789" y="0"/>
                      </a:moveTo>
                      <a:cubicBezTo>
                        <a:pt x="1251" y="0"/>
                        <a:pt x="1" y="1251"/>
                        <a:pt x="1" y="2789"/>
                      </a:cubicBezTo>
                      <a:lnTo>
                        <a:pt x="1" y="27299"/>
                      </a:lnTo>
                      <a:cubicBezTo>
                        <a:pt x="1" y="28838"/>
                        <a:pt x="1251" y="30089"/>
                        <a:pt x="2789" y="30089"/>
                      </a:cubicBezTo>
                      <a:lnTo>
                        <a:pt x="137647" y="30089"/>
                      </a:lnTo>
                      <a:cubicBezTo>
                        <a:pt x="139186" y="30089"/>
                        <a:pt x="140437" y="28838"/>
                        <a:pt x="140437" y="27299"/>
                      </a:cubicBezTo>
                      <a:lnTo>
                        <a:pt x="140437" y="2789"/>
                      </a:lnTo>
                      <a:cubicBezTo>
                        <a:pt x="140437" y="1251"/>
                        <a:pt x="139186" y="0"/>
                        <a:pt x="137647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00000">
                      <a:schemeClr val="lt2"/>
                    </a:gs>
                  </a:gsLst>
                  <a:lin ang="5400012" scaled="0"/>
                </a:gradFill>
                <a:ln>
                  <a:noFill/>
                </a:ln>
                <a:effectLst>
                  <a:outerShdw blurRad="42863" dist="47625" dir="5280000" algn="bl" rotWithShape="0">
                    <a:schemeClr val="dk1">
                      <a:alpha val="19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53" name="Google Shape;1253;p69"/>
                <p:cNvSpPr/>
                <p:nvPr/>
              </p:nvSpPr>
              <p:spPr>
                <a:xfrm>
                  <a:off x="6246166" y="1742495"/>
                  <a:ext cx="233011" cy="233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170" h="19170" extrusionOk="0">
                      <a:moveTo>
                        <a:pt x="9584" y="1"/>
                      </a:moveTo>
                      <a:cubicBezTo>
                        <a:pt x="4294" y="1"/>
                        <a:pt x="0" y="4294"/>
                        <a:pt x="0" y="9586"/>
                      </a:cubicBezTo>
                      <a:cubicBezTo>
                        <a:pt x="0" y="14876"/>
                        <a:pt x="4294" y="19170"/>
                        <a:pt x="9584" y="19170"/>
                      </a:cubicBezTo>
                      <a:cubicBezTo>
                        <a:pt x="14876" y="19170"/>
                        <a:pt x="19169" y="14876"/>
                        <a:pt x="19169" y="9586"/>
                      </a:cubicBezTo>
                      <a:cubicBezTo>
                        <a:pt x="19169" y="4294"/>
                        <a:pt x="14876" y="1"/>
                        <a:pt x="9584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BF6F4"/>
                    </a:gs>
                    <a:gs pos="100000">
                      <a:srgbClr val="4EE0DB"/>
                    </a:gs>
                  </a:gsLst>
                  <a:lin ang="5400012" scaled="0"/>
                </a:gradFill>
                <a:ln>
                  <a:noFill/>
                </a:ln>
                <a:effectLst>
                  <a:outerShdw blurRad="28575" dist="19050" dir="5280000" algn="bl" rotWithShape="0">
                    <a:schemeClr val="dk1">
                      <a:alpha val="17000"/>
                    </a:schemeClr>
                  </a:outerShdw>
                  <a:reflection stA="6000" endPos="25000" dist="76200" dir="5400000" fadeDir="5400012" sy="-100000" algn="bl" rotWithShape="0"/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54" name="Google Shape;1254;p69"/>
                <p:cNvSpPr/>
                <p:nvPr/>
              </p:nvSpPr>
              <p:spPr>
                <a:xfrm>
                  <a:off x="6579205" y="1795915"/>
                  <a:ext cx="674967" cy="376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530" h="3095" extrusionOk="0">
                      <a:moveTo>
                        <a:pt x="1556" y="1"/>
                      </a:moveTo>
                      <a:cubicBezTo>
                        <a:pt x="694" y="1"/>
                        <a:pt x="1" y="694"/>
                        <a:pt x="1" y="1540"/>
                      </a:cubicBezTo>
                      <a:cubicBezTo>
                        <a:pt x="1" y="2401"/>
                        <a:pt x="694" y="3095"/>
                        <a:pt x="1556" y="3095"/>
                      </a:cubicBezTo>
                      <a:lnTo>
                        <a:pt x="53975" y="3095"/>
                      </a:lnTo>
                      <a:cubicBezTo>
                        <a:pt x="54836" y="3095"/>
                        <a:pt x="55530" y="2401"/>
                        <a:pt x="55530" y="1540"/>
                      </a:cubicBezTo>
                      <a:cubicBezTo>
                        <a:pt x="55530" y="694"/>
                        <a:pt x="54836" y="1"/>
                        <a:pt x="5397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  <a:effectLst>
                  <a:outerShdw blurRad="28575" dist="19050" dir="5280000" algn="bl" rotWithShape="0">
                    <a:schemeClr val="dk1">
                      <a:alpha val="17000"/>
                    </a:schemeClr>
                  </a:outerShdw>
                  <a:reflection stA="6000" endPos="25000" dist="76200" dir="5400000" fadeDir="5400012" sy="-100000" algn="bl" rotWithShape="0"/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55" name="Google Shape;1255;p69"/>
                <p:cNvSpPr/>
                <p:nvPr/>
              </p:nvSpPr>
              <p:spPr>
                <a:xfrm>
                  <a:off x="7302010" y="1795915"/>
                  <a:ext cx="477315" cy="376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269" h="3095" extrusionOk="0">
                      <a:moveTo>
                        <a:pt x="1540" y="1"/>
                      </a:moveTo>
                      <a:cubicBezTo>
                        <a:pt x="695" y="1"/>
                        <a:pt x="1" y="694"/>
                        <a:pt x="1" y="1540"/>
                      </a:cubicBezTo>
                      <a:cubicBezTo>
                        <a:pt x="1" y="2401"/>
                        <a:pt x="695" y="3095"/>
                        <a:pt x="1540" y="3095"/>
                      </a:cubicBezTo>
                      <a:lnTo>
                        <a:pt x="37714" y="3095"/>
                      </a:lnTo>
                      <a:cubicBezTo>
                        <a:pt x="38575" y="3095"/>
                        <a:pt x="39269" y="2401"/>
                        <a:pt x="39269" y="1540"/>
                      </a:cubicBezTo>
                      <a:cubicBezTo>
                        <a:pt x="39269" y="694"/>
                        <a:pt x="38575" y="1"/>
                        <a:pt x="37714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  <a:effectLst>
                  <a:outerShdw blurRad="28575" dist="19050" dir="5280000" algn="bl" rotWithShape="0">
                    <a:schemeClr val="dk1">
                      <a:alpha val="17000"/>
                    </a:schemeClr>
                  </a:outerShdw>
                  <a:reflection stA="6000" endPos="25000" dist="76200" dir="5400000" fadeDir="5400012" sy="-100000" algn="bl" rotWithShape="0"/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56" name="Google Shape;1256;p69"/>
                <p:cNvSpPr/>
                <p:nvPr/>
              </p:nvSpPr>
              <p:spPr>
                <a:xfrm>
                  <a:off x="6579205" y="1890844"/>
                  <a:ext cx="265064" cy="376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807" h="3095" extrusionOk="0">
                      <a:moveTo>
                        <a:pt x="1556" y="0"/>
                      </a:moveTo>
                      <a:cubicBezTo>
                        <a:pt x="694" y="0"/>
                        <a:pt x="1" y="694"/>
                        <a:pt x="1" y="1539"/>
                      </a:cubicBezTo>
                      <a:cubicBezTo>
                        <a:pt x="1" y="2401"/>
                        <a:pt x="694" y="3094"/>
                        <a:pt x="1556" y="3094"/>
                      </a:cubicBezTo>
                      <a:lnTo>
                        <a:pt x="20269" y="3094"/>
                      </a:lnTo>
                      <a:cubicBezTo>
                        <a:pt x="21114" y="3094"/>
                        <a:pt x="21806" y="2401"/>
                        <a:pt x="21806" y="1539"/>
                      </a:cubicBezTo>
                      <a:cubicBezTo>
                        <a:pt x="21806" y="694"/>
                        <a:pt x="21114" y="0"/>
                        <a:pt x="2026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  <a:effectLst>
                  <a:outerShdw blurRad="28575" dist="19050" dir="5280000" algn="bl" rotWithShape="0">
                    <a:schemeClr val="dk1">
                      <a:alpha val="17000"/>
                    </a:schemeClr>
                  </a:outerShdw>
                  <a:reflection stA="6000" endPos="25000" dist="76200" dir="5400000" fadeDir="5400012" sy="-100000" algn="bl" rotWithShape="0"/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257" name="Google Shape;1257;p69"/>
              <p:cNvGrpSpPr/>
              <p:nvPr/>
            </p:nvGrpSpPr>
            <p:grpSpPr>
              <a:xfrm>
                <a:off x="5293648" y="1384678"/>
                <a:ext cx="459836" cy="389787"/>
                <a:chOff x="5215992" y="1423628"/>
                <a:chExt cx="459836" cy="389787"/>
              </a:xfrm>
            </p:grpSpPr>
            <p:sp>
              <p:nvSpPr>
                <p:cNvPr id="1258" name="Google Shape;1258;p69"/>
                <p:cNvSpPr/>
                <p:nvPr/>
              </p:nvSpPr>
              <p:spPr>
                <a:xfrm>
                  <a:off x="5215992" y="1423628"/>
                  <a:ext cx="459836" cy="3897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831" h="32068" extrusionOk="0">
                      <a:moveTo>
                        <a:pt x="4445" y="0"/>
                      </a:moveTo>
                      <a:cubicBezTo>
                        <a:pt x="1995" y="0"/>
                        <a:pt x="0" y="1995"/>
                        <a:pt x="0" y="4446"/>
                      </a:cubicBezTo>
                      <a:lnTo>
                        <a:pt x="0" y="23868"/>
                      </a:lnTo>
                      <a:cubicBezTo>
                        <a:pt x="0" y="26320"/>
                        <a:pt x="1995" y="28314"/>
                        <a:pt x="4445" y="28314"/>
                      </a:cubicBezTo>
                      <a:lnTo>
                        <a:pt x="15162" y="28314"/>
                      </a:lnTo>
                      <a:lnTo>
                        <a:pt x="18915" y="32067"/>
                      </a:lnTo>
                      <a:lnTo>
                        <a:pt x="22667" y="28314"/>
                      </a:lnTo>
                      <a:lnTo>
                        <a:pt x="33384" y="28314"/>
                      </a:lnTo>
                      <a:cubicBezTo>
                        <a:pt x="35836" y="28314"/>
                        <a:pt x="37831" y="26320"/>
                        <a:pt x="37831" y="23868"/>
                      </a:cubicBezTo>
                      <a:lnTo>
                        <a:pt x="37831" y="4446"/>
                      </a:lnTo>
                      <a:cubicBezTo>
                        <a:pt x="37831" y="1995"/>
                        <a:pt x="35836" y="0"/>
                        <a:pt x="333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FFFFF"/>
                    </a:gs>
                    <a:gs pos="100000">
                      <a:srgbClr val="FC809B"/>
                    </a:gs>
                  </a:gsLst>
                  <a:lin ang="5400012" scaled="0"/>
                </a:gradFill>
                <a:ln>
                  <a:noFill/>
                </a:ln>
                <a:effectLst>
                  <a:outerShdw blurRad="57150" dist="19050" dir="5400000" algn="bl" rotWithShape="0">
                    <a:srgbClr val="5352EE">
                      <a:alpha val="18000"/>
                    </a:srgbClr>
                  </a:outerShdw>
                  <a:reflection stA="6000" endPos="26000" dist="76200" dir="5400000" fadeDir="5400012" sy="-100000" algn="bl" rotWithShape="0"/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59" name="Google Shape;1259;p69"/>
                <p:cNvSpPr/>
                <p:nvPr/>
              </p:nvSpPr>
              <p:spPr>
                <a:xfrm>
                  <a:off x="5360634" y="1526348"/>
                  <a:ext cx="170547" cy="1387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31" h="11412" extrusionOk="0">
                      <a:moveTo>
                        <a:pt x="3685" y="1"/>
                      </a:moveTo>
                      <a:cubicBezTo>
                        <a:pt x="1657" y="1"/>
                        <a:pt x="0" y="1641"/>
                        <a:pt x="0" y="3686"/>
                      </a:cubicBezTo>
                      <a:cubicBezTo>
                        <a:pt x="0" y="4565"/>
                        <a:pt x="0" y="6881"/>
                        <a:pt x="5004" y="10109"/>
                      </a:cubicBezTo>
                      <a:lnTo>
                        <a:pt x="7015" y="11412"/>
                      </a:lnTo>
                      <a:lnTo>
                        <a:pt x="9027" y="10109"/>
                      </a:lnTo>
                      <a:cubicBezTo>
                        <a:pt x="14030" y="6881"/>
                        <a:pt x="14030" y="4565"/>
                        <a:pt x="14030" y="3686"/>
                      </a:cubicBezTo>
                      <a:cubicBezTo>
                        <a:pt x="14030" y="1641"/>
                        <a:pt x="12390" y="1"/>
                        <a:pt x="10345" y="1"/>
                      </a:cubicBezTo>
                      <a:cubicBezTo>
                        <a:pt x="8874" y="1"/>
                        <a:pt x="7623" y="846"/>
                        <a:pt x="7015" y="2081"/>
                      </a:cubicBezTo>
                      <a:cubicBezTo>
                        <a:pt x="6424" y="846"/>
                        <a:pt x="5155" y="1"/>
                        <a:pt x="3685" y="1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  <a:effectLst>
                  <a:outerShdw blurRad="57150" dist="19050" dir="5400000" algn="bl" rotWithShape="0">
                    <a:srgbClr val="5352EE">
                      <a:alpha val="25000"/>
                    </a:srgbClr>
                  </a:outerShdw>
                  <a:reflection stA="6000" endPos="26000" dist="76200" dir="5400000" fadeDir="5400012" sy="-100000" algn="bl" rotWithShape="0"/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260" name="Google Shape;1260;p69"/>
              <p:cNvGrpSpPr/>
              <p:nvPr/>
            </p:nvGrpSpPr>
            <p:grpSpPr>
              <a:xfrm>
                <a:off x="6134530" y="1282487"/>
                <a:ext cx="436632" cy="284986"/>
                <a:chOff x="4842900" y="2922987"/>
                <a:chExt cx="436632" cy="284986"/>
              </a:xfrm>
            </p:grpSpPr>
            <p:sp>
              <p:nvSpPr>
                <p:cNvPr id="1261" name="Google Shape;1261;p69"/>
                <p:cNvSpPr/>
                <p:nvPr/>
              </p:nvSpPr>
              <p:spPr>
                <a:xfrm>
                  <a:off x="4842900" y="2922987"/>
                  <a:ext cx="436632" cy="2849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922" h="23446" extrusionOk="0">
                      <a:moveTo>
                        <a:pt x="3448" y="1"/>
                      </a:moveTo>
                      <a:cubicBezTo>
                        <a:pt x="1555" y="1"/>
                        <a:pt x="0" y="1538"/>
                        <a:pt x="0" y="3432"/>
                      </a:cubicBezTo>
                      <a:lnTo>
                        <a:pt x="0" y="15552"/>
                      </a:lnTo>
                      <a:cubicBezTo>
                        <a:pt x="0" y="17446"/>
                        <a:pt x="1555" y="18983"/>
                        <a:pt x="3448" y="18983"/>
                      </a:cubicBezTo>
                      <a:lnTo>
                        <a:pt x="24950" y="18983"/>
                      </a:lnTo>
                      <a:lnTo>
                        <a:pt x="29074" y="23446"/>
                      </a:lnTo>
                      <a:lnTo>
                        <a:pt x="29074" y="18983"/>
                      </a:lnTo>
                      <a:lnTo>
                        <a:pt x="32473" y="18983"/>
                      </a:lnTo>
                      <a:cubicBezTo>
                        <a:pt x="34382" y="18983"/>
                        <a:pt x="35921" y="17446"/>
                        <a:pt x="35921" y="15552"/>
                      </a:cubicBezTo>
                      <a:lnTo>
                        <a:pt x="35921" y="3432"/>
                      </a:lnTo>
                      <a:cubicBezTo>
                        <a:pt x="35921" y="1538"/>
                        <a:pt x="34382" y="1"/>
                        <a:pt x="32473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1EEEB"/>
                    </a:gs>
                    <a:gs pos="100000">
                      <a:srgbClr val="3AE4DF"/>
                    </a:gs>
                  </a:gsLst>
                  <a:lin ang="8099331" scaled="0"/>
                </a:gradFill>
                <a:ln>
                  <a:noFill/>
                </a:ln>
                <a:effectLst>
                  <a:outerShdw blurRad="57150" dist="19050" dir="5400000" algn="bl" rotWithShape="0">
                    <a:srgbClr val="5352EE">
                      <a:alpha val="18000"/>
                    </a:srgbClr>
                  </a:outerShdw>
                  <a:reflection stA="6000" endPos="26000" dist="76200" dir="5400000" fadeDir="5400012" sy="-100000" algn="bl" rotWithShape="0"/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62" name="Google Shape;1262;p69"/>
                <p:cNvSpPr/>
                <p:nvPr/>
              </p:nvSpPr>
              <p:spPr>
                <a:xfrm>
                  <a:off x="4917676" y="3006198"/>
                  <a:ext cx="287065" cy="608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617" h="5004" extrusionOk="0">
                      <a:moveTo>
                        <a:pt x="2503" y="0"/>
                      </a:moveTo>
                      <a:cubicBezTo>
                        <a:pt x="1117" y="0"/>
                        <a:pt x="1" y="1116"/>
                        <a:pt x="1" y="2502"/>
                      </a:cubicBezTo>
                      <a:cubicBezTo>
                        <a:pt x="1" y="3888"/>
                        <a:pt x="1117" y="5004"/>
                        <a:pt x="2503" y="5004"/>
                      </a:cubicBezTo>
                      <a:cubicBezTo>
                        <a:pt x="3873" y="5004"/>
                        <a:pt x="4988" y="3888"/>
                        <a:pt x="4988" y="2502"/>
                      </a:cubicBezTo>
                      <a:cubicBezTo>
                        <a:pt x="4988" y="1116"/>
                        <a:pt x="3873" y="0"/>
                        <a:pt x="2503" y="0"/>
                      </a:cubicBezTo>
                      <a:close/>
                      <a:moveTo>
                        <a:pt x="11817" y="0"/>
                      </a:moveTo>
                      <a:cubicBezTo>
                        <a:pt x="10431" y="0"/>
                        <a:pt x="9316" y="1116"/>
                        <a:pt x="9316" y="2502"/>
                      </a:cubicBezTo>
                      <a:cubicBezTo>
                        <a:pt x="9316" y="3888"/>
                        <a:pt x="10431" y="5004"/>
                        <a:pt x="11817" y="5004"/>
                      </a:cubicBezTo>
                      <a:cubicBezTo>
                        <a:pt x="13186" y="5004"/>
                        <a:pt x="14301" y="3888"/>
                        <a:pt x="14301" y="2502"/>
                      </a:cubicBezTo>
                      <a:cubicBezTo>
                        <a:pt x="14301" y="1116"/>
                        <a:pt x="13186" y="0"/>
                        <a:pt x="11817" y="0"/>
                      </a:cubicBezTo>
                      <a:close/>
                      <a:moveTo>
                        <a:pt x="21131" y="0"/>
                      </a:moveTo>
                      <a:cubicBezTo>
                        <a:pt x="19744" y="0"/>
                        <a:pt x="18629" y="1116"/>
                        <a:pt x="18629" y="2502"/>
                      </a:cubicBezTo>
                      <a:cubicBezTo>
                        <a:pt x="18629" y="3888"/>
                        <a:pt x="19744" y="5004"/>
                        <a:pt x="21131" y="5004"/>
                      </a:cubicBezTo>
                      <a:cubicBezTo>
                        <a:pt x="22500" y="5004"/>
                        <a:pt x="23616" y="3888"/>
                        <a:pt x="23616" y="2502"/>
                      </a:cubicBezTo>
                      <a:cubicBezTo>
                        <a:pt x="23616" y="1116"/>
                        <a:pt x="22500" y="0"/>
                        <a:pt x="21131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ffectLst>
                  <a:outerShdw blurRad="57150" dist="19050" dir="5400000" algn="bl" rotWithShape="0">
                    <a:srgbClr val="5352EE">
                      <a:alpha val="18000"/>
                    </a:srgbClr>
                  </a:outerShdw>
                  <a:reflection stA="6000" endPos="26000" dist="76200" dir="5400000" fadeDir="5400012" sy="-100000" algn="bl" rotWithShape="0"/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263" name="Google Shape;1263;p69"/>
              <p:cNvGrpSpPr/>
              <p:nvPr/>
            </p:nvGrpSpPr>
            <p:grpSpPr>
              <a:xfrm>
                <a:off x="6571165" y="3364761"/>
                <a:ext cx="767400" cy="767700"/>
                <a:chOff x="3375684" y="2512136"/>
                <a:chExt cx="767400" cy="767700"/>
              </a:xfrm>
            </p:grpSpPr>
            <p:sp>
              <p:nvSpPr>
                <p:cNvPr id="1264" name="Google Shape;1264;p69"/>
                <p:cNvSpPr/>
                <p:nvPr/>
              </p:nvSpPr>
              <p:spPr>
                <a:xfrm>
                  <a:off x="3375684" y="2512136"/>
                  <a:ext cx="767400" cy="767700"/>
                </a:xfrm>
                <a:prstGeom prst="ellipse">
                  <a:avLst/>
                </a:prstGeom>
                <a:gradFill>
                  <a:gsLst>
                    <a:gs pos="0">
                      <a:schemeClr val="lt1"/>
                    </a:gs>
                    <a:gs pos="100000">
                      <a:srgbClr val="66BEE9">
                        <a:alpha val="34509"/>
                      </a:srgbClr>
                    </a:gs>
                  </a:gsLst>
                  <a:lin ang="5400012" scaled="0"/>
                </a:gradFill>
                <a:ln>
                  <a:noFill/>
                </a:ln>
                <a:effectLst>
                  <a:outerShdw blurRad="157163" dist="85725" dir="5400000" algn="bl" rotWithShape="0">
                    <a:schemeClr val="dk1">
                      <a:alpha val="38000"/>
                    </a:schemeClr>
                  </a:outerShdw>
                  <a:reflection stA="6000" endPos="26000" dist="76200" dir="5400000" fadeDir="5400012" sy="-100000" algn="bl" rotWithShape="0"/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265" name="Google Shape;1265;p69"/>
                <p:cNvGrpSpPr/>
                <p:nvPr/>
              </p:nvGrpSpPr>
              <p:grpSpPr>
                <a:xfrm>
                  <a:off x="3531930" y="2668504"/>
                  <a:ext cx="454894" cy="454955"/>
                  <a:chOff x="7325238" y="1448084"/>
                  <a:chExt cx="269999" cy="269987"/>
                </a:xfrm>
              </p:grpSpPr>
              <p:sp>
                <p:nvSpPr>
                  <p:cNvPr id="1266" name="Google Shape;1266;p69"/>
                  <p:cNvSpPr/>
                  <p:nvPr/>
                </p:nvSpPr>
                <p:spPr>
                  <a:xfrm>
                    <a:off x="7325238" y="1448084"/>
                    <a:ext cx="269999" cy="26998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213" h="22212" extrusionOk="0">
                        <a:moveTo>
                          <a:pt x="11106" y="0"/>
                        </a:moveTo>
                        <a:cubicBezTo>
                          <a:pt x="4987" y="0"/>
                          <a:pt x="1" y="4986"/>
                          <a:pt x="1" y="11105"/>
                        </a:cubicBezTo>
                        <a:cubicBezTo>
                          <a:pt x="1" y="17242"/>
                          <a:pt x="4987" y="22212"/>
                          <a:pt x="11106" y="22212"/>
                        </a:cubicBezTo>
                        <a:cubicBezTo>
                          <a:pt x="17225" y="22212"/>
                          <a:pt x="22212" y="17242"/>
                          <a:pt x="22212" y="11105"/>
                        </a:cubicBezTo>
                        <a:cubicBezTo>
                          <a:pt x="22212" y="4986"/>
                          <a:pt x="17225" y="0"/>
                          <a:pt x="11106" y="0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rgbClr val="5352EE">
                        <a:alpha val="18000"/>
                      </a:srgbClr>
                    </a:outerShdw>
                    <a:reflection stA="6000" endPos="26000" dist="76200" dir="5400000" fadeDir="5400012" sy="-100000" algn="bl" rotWithShape="0"/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67" name="Google Shape;1267;p69"/>
                  <p:cNvSpPr/>
                  <p:nvPr/>
                </p:nvSpPr>
                <p:spPr>
                  <a:xfrm>
                    <a:off x="7412764" y="1486894"/>
                    <a:ext cx="97191" cy="9619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996" h="7914" extrusionOk="0">
                        <a:moveTo>
                          <a:pt x="4011" y="1"/>
                        </a:moveTo>
                        <a:cubicBezTo>
                          <a:pt x="1859" y="1"/>
                          <a:pt x="84" y="1730"/>
                          <a:pt x="51" y="3889"/>
                        </a:cubicBezTo>
                        <a:cubicBezTo>
                          <a:pt x="1" y="6070"/>
                          <a:pt x="1741" y="7879"/>
                          <a:pt x="3922" y="7912"/>
                        </a:cubicBezTo>
                        <a:cubicBezTo>
                          <a:pt x="3954" y="7913"/>
                          <a:pt x="3986" y="7913"/>
                          <a:pt x="4017" y="7913"/>
                        </a:cubicBezTo>
                        <a:cubicBezTo>
                          <a:pt x="6171" y="7913"/>
                          <a:pt x="7912" y="6191"/>
                          <a:pt x="7962" y="4042"/>
                        </a:cubicBezTo>
                        <a:cubicBezTo>
                          <a:pt x="7995" y="1861"/>
                          <a:pt x="6255" y="53"/>
                          <a:pt x="4074" y="1"/>
                        </a:cubicBezTo>
                        <a:cubicBezTo>
                          <a:pt x="4053" y="1"/>
                          <a:pt x="4032" y="1"/>
                          <a:pt x="4011" y="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rgbClr val="5352EE">
                        <a:alpha val="18000"/>
                      </a:srgbClr>
                    </a:outerShdw>
                    <a:reflection stA="6000" endPos="26000" dist="76200" dir="5400000" fadeDir="5400012" sy="-100000" algn="bl" rotWithShape="0"/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68" name="Google Shape;1268;p69"/>
                  <p:cNvSpPr/>
                  <p:nvPr/>
                </p:nvSpPr>
                <p:spPr>
                  <a:xfrm>
                    <a:off x="7366528" y="1603992"/>
                    <a:ext cx="184732" cy="10567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198" h="8694" extrusionOk="0">
                        <a:moveTo>
                          <a:pt x="7551" y="1"/>
                        </a:moveTo>
                        <a:cubicBezTo>
                          <a:pt x="4102" y="1"/>
                          <a:pt x="1150" y="2179"/>
                          <a:pt x="1" y="5243"/>
                        </a:cubicBezTo>
                        <a:cubicBezTo>
                          <a:pt x="1860" y="7305"/>
                          <a:pt x="4531" y="8641"/>
                          <a:pt x="7540" y="8691"/>
                        </a:cubicBezTo>
                        <a:cubicBezTo>
                          <a:pt x="7618" y="8693"/>
                          <a:pt x="7697" y="8694"/>
                          <a:pt x="7775" y="8694"/>
                        </a:cubicBezTo>
                        <a:cubicBezTo>
                          <a:pt x="10690" y="8694"/>
                          <a:pt x="13321" y="7473"/>
                          <a:pt x="15198" y="5531"/>
                        </a:cubicBezTo>
                        <a:cubicBezTo>
                          <a:pt x="14150" y="2369"/>
                          <a:pt x="11208" y="54"/>
                          <a:pt x="7709" y="3"/>
                        </a:cubicBezTo>
                        <a:cubicBezTo>
                          <a:pt x="7656" y="2"/>
                          <a:pt x="7603" y="1"/>
                          <a:pt x="7551" y="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  <a:effectLst>
                    <a:outerShdw blurRad="57150" dist="19050" dir="5400000" algn="bl" rotWithShape="0">
                      <a:srgbClr val="5352EE">
                        <a:alpha val="18000"/>
                      </a:srgbClr>
                    </a:outerShdw>
                    <a:reflection stA="6000" endPos="26000" dist="76200" dir="5400000" fadeDir="5400012" sy="-100000" algn="bl" rotWithShape="0"/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grpSp>
            <p:nvGrpSpPr>
              <p:cNvPr id="1269" name="Google Shape;1269;p69"/>
              <p:cNvGrpSpPr/>
              <p:nvPr/>
            </p:nvGrpSpPr>
            <p:grpSpPr>
              <a:xfrm>
                <a:off x="5236755" y="1884550"/>
                <a:ext cx="707500" cy="707475"/>
                <a:chOff x="5146250" y="3137125"/>
                <a:chExt cx="707500" cy="707475"/>
              </a:xfrm>
            </p:grpSpPr>
            <p:sp>
              <p:nvSpPr>
                <p:cNvPr id="1270" name="Google Shape;1270;p69"/>
                <p:cNvSpPr/>
                <p:nvPr/>
              </p:nvSpPr>
              <p:spPr>
                <a:xfrm>
                  <a:off x="5146250" y="3137125"/>
                  <a:ext cx="707500" cy="707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300" h="28299" extrusionOk="0">
                      <a:moveTo>
                        <a:pt x="25260" y="28298"/>
                      </a:moveTo>
                      <a:lnTo>
                        <a:pt x="3040" y="28298"/>
                      </a:lnTo>
                      <a:cubicBezTo>
                        <a:pt x="1369" y="28298"/>
                        <a:pt x="1" y="26931"/>
                        <a:pt x="1" y="25259"/>
                      </a:cubicBezTo>
                      <a:lnTo>
                        <a:pt x="1" y="3040"/>
                      </a:lnTo>
                      <a:cubicBezTo>
                        <a:pt x="1" y="1368"/>
                        <a:pt x="1369" y="0"/>
                        <a:pt x="3040" y="0"/>
                      </a:cubicBezTo>
                      <a:lnTo>
                        <a:pt x="25260" y="0"/>
                      </a:lnTo>
                      <a:cubicBezTo>
                        <a:pt x="26931" y="0"/>
                        <a:pt x="28299" y="1368"/>
                        <a:pt x="28299" y="3040"/>
                      </a:cubicBezTo>
                      <a:lnTo>
                        <a:pt x="28299" y="25259"/>
                      </a:lnTo>
                      <a:cubicBezTo>
                        <a:pt x="28299" y="26931"/>
                        <a:pt x="26931" y="28298"/>
                        <a:pt x="25260" y="28298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  <a:effectLst>
                  <a:outerShdw blurRad="57150" dist="38100" dir="5400000" algn="bl" rotWithShape="0">
                    <a:schemeClr val="dk1">
                      <a:alpha val="2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71" name="Google Shape;1271;p69"/>
                <p:cNvSpPr/>
                <p:nvPr/>
              </p:nvSpPr>
              <p:spPr>
                <a:xfrm>
                  <a:off x="5241250" y="3704000"/>
                  <a:ext cx="297150" cy="47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86" h="1916" extrusionOk="0">
                      <a:moveTo>
                        <a:pt x="10943" y="1915"/>
                      </a:moveTo>
                      <a:lnTo>
                        <a:pt x="943" y="1915"/>
                      </a:lnTo>
                      <a:cubicBezTo>
                        <a:pt x="426" y="1915"/>
                        <a:pt x="0" y="1490"/>
                        <a:pt x="0" y="942"/>
                      </a:cubicBezTo>
                      <a:lnTo>
                        <a:pt x="0" y="942"/>
                      </a:lnTo>
                      <a:cubicBezTo>
                        <a:pt x="0" y="426"/>
                        <a:pt x="426" y="0"/>
                        <a:pt x="943" y="0"/>
                      </a:cubicBezTo>
                      <a:lnTo>
                        <a:pt x="10943" y="0"/>
                      </a:lnTo>
                      <a:cubicBezTo>
                        <a:pt x="11459" y="0"/>
                        <a:pt x="11885" y="426"/>
                        <a:pt x="11885" y="942"/>
                      </a:cubicBezTo>
                      <a:lnTo>
                        <a:pt x="11885" y="942"/>
                      </a:lnTo>
                      <a:cubicBezTo>
                        <a:pt x="11885" y="1490"/>
                        <a:pt x="11459" y="1915"/>
                        <a:pt x="10943" y="1915"/>
                      </a:cubicBezTo>
                      <a:close/>
                    </a:path>
                  </a:pathLst>
                </a:custGeom>
                <a:solidFill>
                  <a:srgbClr val="DEDBF9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16000"/>
                    </a:schemeClr>
                  </a:outerShdw>
                  <a:reflection stA="5000" endPos="28000" dist="76200" dir="5400000" fadeDir="5400012" sy="-100000" algn="bl" rotWithShape="0"/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72" name="Google Shape;1272;p69"/>
                <p:cNvSpPr/>
                <p:nvPr/>
              </p:nvSpPr>
              <p:spPr>
                <a:xfrm>
                  <a:off x="5241250" y="3704000"/>
                  <a:ext cx="297150" cy="47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86" h="1916" fill="none" extrusionOk="0">
                      <a:moveTo>
                        <a:pt x="10943" y="1915"/>
                      </a:moveTo>
                      <a:lnTo>
                        <a:pt x="943" y="1915"/>
                      </a:lnTo>
                      <a:cubicBezTo>
                        <a:pt x="426" y="1915"/>
                        <a:pt x="0" y="1490"/>
                        <a:pt x="0" y="942"/>
                      </a:cubicBezTo>
                      <a:lnTo>
                        <a:pt x="0" y="942"/>
                      </a:lnTo>
                      <a:cubicBezTo>
                        <a:pt x="0" y="426"/>
                        <a:pt x="426" y="0"/>
                        <a:pt x="943" y="0"/>
                      </a:cubicBezTo>
                      <a:lnTo>
                        <a:pt x="10943" y="0"/>
                      </a:lnTo>
                      <a:cubicBezTo>
                        <a:pt x="11459" y="0"/>
                        <a:pt x="11885" y="426"/>
                        <a:pt x="11885" y="942"/>
                      </a:cubicBezTo>
                      <a:lnTo>
                        <a:pt x="11885" y="942"/>
                      </a:lnTo>
                      <a:cubicBezTo>
                        <a:pt x="11885" y="1490"/>
                        <a:pt x="11459" y="1915"/>
                        <a:pt x="10943" y="1915"/>
                      </a:cubicBezTo>
                      <a:close/>
                    </a:path>
                  </a:pathLst>
                </a:custGeom>
                <a:noFill/>
                <a:ln w="9875" cap="flat" cmpd="sng">
                  <a:solidFill>
                    <a:srgbClr val="E0DDFB"/>
                  </a:solidFill>
                  <a:prstDash val="solid"/>
                  <a:miter lim="30395"/>
                  <a:headEnd type="none" w="sm" len="sm"/>
                  <a:tailEnd type="none" w="sm" len="sm"/>
                </a:ln>
                <a:effectLst>
                  <a:outerShdw blurRad="57150" dist="19050" dir="5400000" algn="bl" rotWithShape="0">
                    <a:schemeClr val="dk1">
                      <a:alpha val="16000"/>
                    </a:schemeClr>
                  </a:outerShdw>
                  <a:reflection stA="5000" endPos="28000" dist="76200" dir="5400000" fadeDir="5400012" sy="-100000" algn="bl" rotWithShape="0"/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73" name="Google Shape;1273;p69"/>
                <p:cNvSpPr/>
                <p:nvPr/>
              </p:nvSpPr>
              <p:spPr>
                <a:xfrm>
                  <a:off x="5582425" y="3704000"/>
                  <a:ext cx="176325" cy="47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53" h="1916" extrusionOk="0">
                      <a:moveTo>
                        <a:pt x="6111" y="1915"/>
                      </a:moveTo>
                      <a:lnTo>
                        <a:pt x="943" y="1915"/>
                      </a:lnTo>
                      <a:cubicBezTo>
                        <a:pt x="396" y="1915"/>
                        <a:pt x="1" y="1490"/>
                        <a:pt x="1" y="942"/>
                      </a:cubicBezTo>
                      <a:lnTo>
                        <a:pt x="1" y="942"/>
                      </a:lnTo>
                      <a:cubicBezTo>
                        <a:pt x="1" y="426"/>
                        <a:pt x="396" y="0"/>
                        <a:pt x="943" y="0"/>
                      </a:cubicBezTo>
                      <a:lnTo>
                        <a:pt x="6111" y="0"/>
                      </a:lnTo>
                      <a:cubicBezTo>
                        <a:pt x="6627" y="0"/>
                        <a:pt x="7053" y="426"/>
                        <a:pt x="7053" y="942"/>
                      </a:cubicBezTo>
                      <a:lnTo>
                        <a:pt x="7053" y="942"/>
                      </a:lnTo>
                      <a:cubicBezTo>
                        <a:pt x="7053" y="1490"/>
                        <a:pt x="6627" y="1915"/>
                        <a:pt x="6111" y="1915"/>
                      </a:cubicBezTo>
                      <a:close/>
                    </a:path>
                  </a:pathLst>
                </a:custGeom>
                <a:solidFill>
                  <a:srgbClr val="DEDBF9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16000"/>
                    </a:schemeClr>
                  </a:outerShdw>
                  <a:reflection stA="5000" endPos="28000" dist="76200" dir="5400000" fadeDir="5400012" sy="-100000" algn="bl" rotWithShape="0"/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74" name="Google Shape;1274;p69"/>
                <p:cNvSpPr/>
                <p:nvPr/>
              </p:nvSpPr>
              <p:spPr>
                <a:xfrm>
                  <a:off x="5582425" y="3704000"/>
                  <a:ext cx="176325" cy="47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53" h="1916" fill="none" extrusionOk="0">
                      <a:moveTo>
                        <a:pt x="6111" y="1915"/>
                      </a:moveTo>
                      <a:lnTo>
                        <a:pt x="943" y="1915"/>
                      </a:lnTo>
                      <a:cubicBezTo>
                        <a:pt x="396" y="1915"/>
                        <a:pt x="1" y="1490"/>
                        <a:pt x="1" y="942"/>
                      </a:cubicBezTo>
                      <a:lnTo>
                        <a:pt x="1" y="942"/>
                      </a:lnTo>
                      <a:cubicBezTo>
                        <a:pt x="1" y="426"/>
                        <a:pt x="396" y="0"/>
                        <a:pt x="943" y="0"/>
                      </a:cubicBezTo>
                      <a:lnTo>
                        <a:pt x="6111" y="0"/>
                      </a:lnTo>
                      <a:cubicBezTo>
                        <a:pt x="6627" y="0"/>
                        <a:pt x="7053" y="426"/>
                        <a:pt x="7053" y="942"/>
                      </a:cubicBezTo>
                      <a:lnTo>
                        <a:pt x="7053" y="942"/>
                      </a:lnTo>
                      <a:cubicBezTo>
                        <a:pt x="7053" y="1490"/>
                        <a:pt x="6627" y="1915"/>
                        <a:pt x="6111" y="1915"/>
                      </a:cubicBezTo>
                      <a:close/>
                    </a:path>
                  </a:pathLst>
                </a:custGeom>
                <a:noFill/>
                <a:ln w="9875" cap="flat" cmpd="sng">
                  <a:solidFill>
                    <a:srgbClr val="E0DDFB"/>
                  </a:solidFill>
                  <a:prstDash val="solid"/>
                  <a:miter lim="30395"/>
                  <a:headEnd type="none" w="sm" len="sm"/>
                  <a:tailEnd type="none" w="sm" len="sm"/>
                </a:ln>
                <a:effectLst>
                  <a:outerShdw blurRad="57150" dist="19050" dir="5400000" algn="bl" rotWithShape="0">
                    <a:schemeClr val="dk1">
                      <a:alpha val="16000"/>
                    </a:schemeClr>
                  </a:outerShdw>
                  <a:reflection stA="5000" endPos="28000" dist="76200" dir="5400000" fadeDir="5400012" sy="-100000" algn="bl" rotWithShape="0"/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75" name="Google Shape;1275;p69"/>
                <p:cNvSpPr/>
                <p:nvPr/>
              </p:nvSpPr>
              <p:spPr>
                <a:xfrm>
                  <a:off x="5241250" y="3232850"/>
                  <a:ext cx="517500" cy="285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00" h="11430" extrusionOk="0">
                      <a:moveTo>
                        <a:pt x="19180" y="11430"/>
                      </a:moveTo>
                      <a:lnTo>
                        <a:pt x="1520" y="11430"/>
                      </a:lnTo>
                      <a:cubicBezTo>
                        <a:pt x="669" y="11430"/>
                        <a:pt x="0" y="10761"/>
                        <a:pt x="0" y="9910"/>
                      </a:cubicBezTo>
                      <a:lnTo>
                        <a:pt x="0" y="1521"/>
                      </a:lnTo>
                      <a:cubicBezTo>
                        <a:pt x="0" y="670"/>
                        <a:pt x="669" y="1"/>
                        <a:pt x="1520" y="1"/>
                      </a:cubicBezTo>
                      <a:lnTo>
                        <a:pt x="19180" y="1"/>
                      </a:lnTo>
                      <a:cubicBezTo>
                        <a:pt x="20031" y="1"/>
                        <a:pt x="20700" y="670"/>
                        <a:pt x="20700" y="1521"/>
                      </a:cubicBezTo>
                      <a:lnTo>
                        <a:pt x="20700" y="9910"/>
                      </a:lnTo>
                      <a:cubicBezTo>
                        <a:pt x="20700" y="10761"/>
                        <a:pt x="20031" y="11430"/>
                        <a:pt x="19180" y="1143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16000"/>
                    </a:schemeClr>
                  </a:outerShdw>
                  <a:reflection stA="5000" endPos="28000" dist="76200" dir="5400000" fadeDir="5400012" sy="-100000" algn="bl" rotWithShape="0"/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76" name="Google Shape;1276;p69"/>
                <p:cNvSpPr/>
                <p:nvPr/>
              </p:nvSpPr>
              <p:spPr>
                <a:xfrm>
                  <a:off x="5241250" y="3232850"/>
                  <a:ext cx="517500" cy="285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00" h="11430" fill="none" extrusionOk="0">
                      <a:moveTo>
                        <a:pt x="19180" y="11430"/>
                      </a:moveTo>
                      <a:lnTo>
                        <a:pt x="1520" y="11430"/>
                      </a:lnTo>
                      <a:cubicBezTo>
                        <a:pt x="669" y="11430"/>
                        <a:pt x="0" y="10761"/>
                        <a:pt x="0" y="9910"/>
                      </a:cubicBezTo>
                      <a:lnTo>
                        <a:pt x="0" y="1521"/>
                      </a:lnTo>
                      <a:cubicBezTo>
                        <a:pt x="0" y="670"/>
                        <a:pt x="669" y="1"/>
                        <a:pt x="1520" y="1"/>
                      </a:cubicBezTo>
                      <a:lnTo>
                        <a:pt x="19180" y="1"/>
                      </a:lnTo>
                      <a:cubicBezTo>
                        <a:pt x="20031" y="1"/>
                        <a:pt x="20700" y="670"/>
                        <a:pt x="20700" y="1521"/>
                      </a:cubicBezTo>
                      <a:lnTo>
                        <a:pt x="20700" y="9910"/>
                      </a:lnTo>
                      <a:cubicBezTo>
                        <a:pt x="20700" y="10761"/>
                        <a:pt x="20031" y="11430"/>
                        <a:pt x="19180" y="11430"/>
                      </a:cubicBezTo>
                      <a:close/>
                    </a:path>
                  </a:pathLst>
                </a:custGeom>
                <a:noFill/>
                <a:ln w="9875" cap="flat" cmpd="sng">
                  <a:solidFill>
                    <a:schemeClr val="lt1"/>
                  </a:solidFill>
                  <a:prstDash val="solid"/>
                  <a:miter lim="30395"/>
                  <a:headEnd type="none" w="sm" len="sm"/>
                  <a:tailEnd type="none" w="sm" len="sm"/>
                </a:ln>
                <a:effectLst>
                  <a:outerShdw blurRad="57150" dist="19050" dir="5400000" algn="bl" rotWithShape="0">
                    <a:schemeClr val="dk1">
                      <a:alpha val="16000"/>
                    </a:schemeClr>
                  </a:outerShdw>
                  <a:reflection stA="5000" endPos="28000" dist="76200" dir="5400000" fadeDir="5400012" sy="-100000" algn="bl" rotWithShape="0"/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77" name="Google Shape;1277;p69"/>
                <p:cNvSpPr/>
                <p:nvPr/>
              </p:nvSpPr>
              <p:spPr>
                <a:xfrm>
                  <a:off x="5458575" y="3324050"/>
                  <a:ext cx="86650" cy="101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6" h="4074" extrusionOk="0">
                      <a:moveTo>
                        <a:pt x="3222" y="1703"/>
                      </a:moveTo>
                      <a:lnTo>
                        <a:pt x="578" y="152"/>
                      </a:lnTo>
                      <a:cubicBezTo>
                        <a:pt x="304" y="0"/>
                        <a:pt x="0" y="183"/>
                        <a:pt x="0" y="487"/>
                      </a:cubicBezTo>
                      <a:lnTo>
                        <a:pt x="0" y="3557"/>
                      </a:lnTo>
                      <a:cubicBezTo>
                        <a:pt x="0" y="3861"/>
                        <a:pt x="304" y="4073"/>
                        <a:pt x="578" y="3921"/>
                      </a:cubicBezTo>
                      <a:lnTo>
                        <a:pt x="3222" y="2341"/>
                      </a:lnTo>
                      <a:cubicBezTo>
                        <a:pt x="3466" y="2250"/>
                        <a:pt x="3466" y="1855"/>
                        <a:pt x="3222" y="1703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16000"/>
                    </a:schemeClr>
                  </a:outerShdw>
                  <a:reflection stA="5000" endPos="28000" dist="76200" dir="5400000" fadeDir="5400012" sy="-100000" algn="bl" rotWithShape="0"/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78" name="Google Shape;1278;p69"/>
                <p:cNvSpPr/>
                <p:nvPr/>
              </p:nvSpPr>
              <p:spPr>
                <a:xfrm>
                  <a:off x="5257200" y="3608250"/>
                  <a:ext cx="48485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94" h="1" fill="none" extrusionOk="0">
                      <a:moveTo>
                        <a:pt x="1" y="0"/>
                      </a:moveTo>
                      <a:lnTo>
                        <a:pt x="19393" y="0"/>
                      </a:lnTo>
                    </a:path>
                  </a:pathLst>
                </a:custGeom>
                <a:noFill/>
                <a:ln w="19000" cap="rnd" cmpd="sng">
                  <a:solidFill>
                    <a:srgbClr val="DEDBF9"/>
                  </a:solidFill>
                  <a:prstDash val="solid"/>
                  <a:miter lim="30395"/>
                  <a:headEnd type="none" w="sm" len="sm"/>
                  <a:tailEnd type="none" w="sm" len="sm"/>
                </a:ln>
                <a:effectLst>
                  <a:outerShdw blurRad="57150" dist="19050" dir="5400000" algn="bl" rotWithShape="0">
                    <a:schemeClr val="dk1">
                      <a:alpha val="16000"/>
                    </a:schemeClr>
                  </a:outerShdw>
                  <a:reflection stA="5000" endPos="28000" dist="76200" dir="5400000" fadeDir="5400012" sy="-100000" algn="bl" rotWithShape="0"/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79" name="Google Shape;1279;p69"/>
                <p:cNvSpPr/>
                <p:nvPr/>
              </p:nvSpPr>
              <p:spPr>
                <a:xfrm>
                  <a:off x="5257200" y="3608250"/>
                  <a:ext cx="152775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11" h="1" fill="none" extrusionOk="0">
                      <a:moveTo>
                        <a:pt x="1" y="0"/>
                      </a:moveTo>
                      <a:lnTo>
                        <a:pt x="6110" y="0"/>
                      </a:lnTo>
                    </a:path>
                  </a:pathLst>
                </a:custGeom>
                <a:noFill/>
                <a:ln w="19000" cap="rnd" cmpd="sng">
                  <a:solidFill>
                    <a:srgbClr val="D074B5"/>
                  </a:solidFill>
                  <a:prstDash val="solid"/>
                  <a:miter lim="30395"/>
                  <a:headEnd type="none" w="sm" len="sm"/>
                  <a:tailEnd type="none" w="sm" len="sm"/>
                </a:ln>
                <a:effectLst>
                  <a:outerShdw blurRad="57150" dist="19050" dir="5400000" algn="bl" rotWithShape="0">
                    <a:schemeClr val="dk1">
                      <a:alpha val="16000"/>
                    </a:schemeClr>
                  </a:outerShdw>
                  <a:reflection stA="5000" endPos="28000" dist="76200" dir="5400000" fadeDir="5400012" sy="-100000" algn="bl" rotWithShape="0"/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80" name="Google Shape;1280;p69"/>
                <p:cNvSpPr/>
                <p:nvPr/>
              </p:nvSpPr>
              <p:spPr>
                <a:xfrm>
                  <a:off x="5365100" y="3576325"/>
                  <a:ext cx="63100" cy="63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24" h="2524" extrusionOk="0">
                      <a:moveTo>
                        <a:pt x="2524" y="1277"/>
                      </a:moveTo>
                      <a:cubicBezTo>
                        <a:pt x="2524" y="1976"/>
                        <a:pt x="1977" y="2524"/>
                        <a:pt x="1277" y="2524"/>
                      </a:cubicBezTo>
                      <a:cubicBezTo>
                        <a:pt x="578" y="2524"/>
                        <a:pt x="1" y="1976"/>
                        <a:pt x="1" y="1277"/>
                      </a:cubicBezTo>
                      <a:cubicBezTo>
                        <a:pt x="1" y="578"/>
                        <a:pt x="578" y="1"/>
                        <a:pt x="1277" y="1"/>
                      </a:cubicBezTo>
                      <a:cubicBezTo>
                        <a:pt x="1977" y="1"/>
                        <a:pt x="2524" y="578"/>
                        <a:pt x="2524" y="1277"/>
                      </a:cubicBezTo>
                      <a:close/>
                    </a:path>
                  </a:pathLst>
                </a:custGeom>
                <a:solidFill>
                  <a:srgbClr val="DD81C2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16000"/>
                    </a:schemeClr>
                  </a:outerShdw>
                  <a:reflection stA="5000" endPos="28000" dist="76200" dir="5400000" fadeDir="5400012" sy="-100000" algn="bl" rotWithShape="0"/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281" name="Google Shape;1281;p69"/>
              <p:cNvGrpSpPr/>
              <p:nvPr/>
            </p:nvGrpSpPr>
            <p:grpSpPr>
              <a:xfrm>
                <a:off x="5495867" y="2789445"/>
                <a:ext cx="622391" cy="623829"/>
                <a:chOff x="5096713" y="3964200"/>
                <a:chExt cx="324500" cy="325250"/>
              </a:xfrm>
            </p:grpSpPr>
            <p:sp>
              <p:nvSpPr>
                <p:cNvPr id="1282" name="Google Shape;1282;p69"/>
                <p:cNvSpPr/>
                <p:nvPr/>
              </p:nvSpPr>
              <p:spPr>
                <a:xfrm>
                  <a:off x="5096713" y="3964200"/>
                  <a:ext cx="324500" cy="32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80" h="13010" extrusionOk="0">
                      <a:moveTo>
                        <a:pt x="6445" y="699"/>
                      </a:moveTo>
                      <a:cubicBezTo>
                        <a:pt x="9636" y="699"/>
                        <a:pt x="12250" y="3313"/>
                        <a:pt x="12250" y="6505"/>
                      </a:cubicBezTo>
                      <a:cubicBezTo>
                        <a:pt x="12250" y="9697"/>
                        <a:pt x="9667" y="12311"/>
                        <a:pt x="6445" y="12311"/>
                      </a:cubicBezTo>
                      <a:cubicBezTo>
                        <a:pt x="3253" y="12311"/>
                        <a:pt x="639" y="9727"/>
                        <a:pt x="639" y="6505"/>
                      </a:cubicBezTo>
                      <a:cubicBezTo>
                        <a:pt x="639" y="3313"/>
                        <a:pt x="3253" y="699"/>
                        <a:pt x="6445" y="699"/>
                      </a:cubicBezTo>
                      <a:close/>
                      <a:moveTo>
                        <a:pt x="6475" y="0"/>
                      </a:moveTo>
                      <a:cubicBezTo>
                        <a:pt x="2919" y="0"/>
                        <a:pt x="1" y="2949"/>
                        <a:pt x="1" y="6505"/>
                      </a:cubicBezTo>
                      <a:cubicBezTo>
                        <a:pt x="1" y="10092"/>
                        <a:pt x="2888" y="13010"/>
                        <a:pt x="6475" y="13010"/>
                      </a:cubicBezTo>
                      <a:cubicBezTo>
                        <a:pt x="10062" y="13010"/>
                        <a:pt x="12980" y="10092"/>
                        <a:pt x="12980" y="6505"/>
                      </a:cubicBezTo>
                      <a:cubicBezTo>
                        <a:pt x="12980" y="2949"/>
                        <a:pt x="10062" y="0"/>
                        <a:pt x="6475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  <a:effectLst>
                  <a:outerShdw blurRad="57150" dist="57150" dir="5400000" algn="bl" rotWithShape="0">
                    <a:schemeClr val="dk1">
                      <a:alpha val="16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83" name="Google Shape;1283;p69"/>
                <p:cNvSpPr/>
                <p:nvPr/>
              </p:nvSpPr>
              <p:spPr>
                <a:xfrm>
                  <a:off x="5185638" y="3964200"/>
                  <a:ext cx="144400" cy="32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76" h="13010" extrusionOk="0">
                      <a:moveTo>
                        <a:pt x="2888" y="699"/>
                      </a:moveTo>
                      <a:cubicBezTo>
                        <a:pt x="3952" y="699"/>
                        <a:pt x="5137" y="3101"/>
                        <a:pt x="5137" y="6505"/>
                      </a:cubicBezTo>
                      <a:cubicBezTo>
                        <a:pt x="5137" y="9940"/>
                        <a:pt x="3952" y="12311"/>
                        <a:pt x="2888" y="12311"/>
                      </a:cubicBezTo>
                      <a:cubicBezTo>
                        <a:pt x="1824" y="12311"/>
                        <a:pt x="638" y="9940"/>
                        <a:pt x="638" y="6505"/>
                      </a:cubicBezTo>
                      <a:cubicBezTo>
                        <a:pt x="638" y="3101"/>
                        <a:pt x="1824" y="699"/>
                        <a:pt x="2888" y="699"/>
                      </a:cubicBezTo>
                      <a:close/>
                      <a:moveTo>
                        <a:pt x="2888" y="0"/>
                      </a:moveTo>
                      <a:cubicBezTo>
                        <a:pt x="1307" y="0"/>
                        <a:pt x="0" y="2857"/>
                        <a:pt x="0" y="6505"/>
                      </a:cubicBezTo>
                      <a:cubicBezTo>
                        <a:pt x="0" y="10152"/>
                        <a:pt x="1307" y="13010"/>
                        <a:pt x="2888" y="13010"/>
                      </a:cubicBezTo>
                      <a:cubicBezTo>
                        <a:pt x="4499" y="13010"/>
                        <a:pt x="5775" y="10152"/>
                        <a:pt x="5775" y="6505"/>
                      </a:cubicBezTo>
                      <a:cubicBezTo>
                        <a:pt x="5775" y="2857"/>
                        <a:pt x="4529" y="0"/>
                        <a:pt x="288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  <a:effectLst>
                  <a:outerShdw blurRad="57150" dist="57150" dir="5400000" algn="bl" rotWithShape="0">
                    <a:schemeClr val="dk1">
                      <a:alpha val="16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84" name="Google Shape;1284;p69"/>
                <p:cNvSpPr/>
                <p:nvPr/>
              </p:nvSpPr>
              <p:spPr>
                <a:xfrm>
                  <a:off x="5104313" y="4119225"/>
                  <a:ext cx="307800" cy="15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12" h="639" extrusionOk="0">
                      <a:moveTo>
                        <a:pt x="1" y="0"/>
                      </a:moveTo>
                      <a:lnTo>
                        <a:pt x="1" y="638"/>
                      </a:lnTo>
                      <a:lnTo>
                        <a:pt x="12311" y="638"/>
                      </a:lnTo>
                      <a:lnTo>
                        <a:pt x="1231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  <a:effectLst>
                  <a:outerShdw blurRad="57150" dist="57150" dir="5400000" algn="bl" rotWithShape="0">
                    <a:schemeClr val="dk1">
                      <a:alpha val="16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85" name="Google Shape;1285;p69"/>
                <p:cNvSpPr/>
                <p:nvPr/>
              </p:nvSpPr>
              <p:spPr>
                <a:xfrm>
                  <a:off x="5136238" y="4023475"/>
                  <a:ext cx="243200" cy="43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28" h="1733" extrusionOk="0">
                      <a:moveTo>
                        <a:pt x="456" y="0"/>
                      </a:moveTo>
                      <a:lnTo>
                        <a:pt x="0" y="456"/>
                      </a:lnTo>
                      <a:cubicBezTo>
                        <a:pt x="31" y="486"/>
                        <a:pt x="1307" y="1733"/>
                        <a:pt x="4864" y="1733"/>
                      </a:cubicBezTo>
                      <a:cubicBezTo>
                        <a:pt x="8420" y="1733"/>
                        <a:pt x="9697" y="486"/>
                        <a:pt x="9727" y="456"/>
                      </a:cubicBezTo>
                      <a:lnTo>
                        <a:pt x="9271" y="0"/>
                      </a:lnTo>
                      <a:cubicBezTo>
                        <a:pt x="9271" y="0"/>
                        <a:pt x="8147" y="1094"/>
                        <a:pt x="4864" y="1094"/>
                      </a:cubicBezTo>
                      <a:cubicBezTo>
                        <a:pt x="1581" y="1094"/>
                        <a:pt x="456" y="0"/>
                        <a:pt x="456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  <a:effectLst>
                  <a:outerShdw blurRad="57150" dist="57150" dir="5400000" algn="bl" rotWithShape="0">
                    <a:schemeClr val="dk1">
                      <a:alpha val="16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86" name="Google Shape;1286;p69"/>
                <p:cNvSpPr/>
                <p:nvPr/>
              </p:nvSpPr>
              <p:spPr>
                <a:xfrm>
                  <a:off x="5136238" y="4187600"/>
                  <a:ext cx="243200" cy="44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28" h="1764" extrusionOk="0">
                      <a:moveTo>
                        <a:pt x="4864" y="1"/>
                      </a:moveTo>
                      <a:cubicBezTo>
                        <a:pt x="1277" y="1"/>
                        <a:pt x="31" y="1247"/>
                        <a:pt x="0" y="1308"/>
                      </a:cubicBezTo>
                      <a:lnTo>
                        <a:pt x="456" y="1764"/>
                      </a:lnTo>
                      <a:cubicBezTo>
                        <a:pt x="456" y="1764"/>
                        <a:pt x="1581" y="639"/>
                        <a:pt x="4864" y="639"/>
                      </a:cubicBezTo>
                      <a:cubicBezTo>
                        <a:pt x="8147" y="639"/>
                        <a:pt x="9271" y="1764"/>
                        <a:pt x="9271" y="1764"/>
                      </a:cubicBezTo>
                      <a:lnTo>
                        <a:pt x="9727" y="1308"/>
                      </a:lnTo>
                      <a:cubicBezTo>
                        <a:pt x="9697" y="1247"/>
                        <a:pt x="8450" y="1"/>
                        <a:pt x="4864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  <a:effectLst>
                  <a:outerShdw blurRad="57150" dist="57150" dir="5400000" algn="bl" rotWithShape="0">
                    <a:schemeClr val="dk1">
                      <a:alpha val="16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pic>
          <p:nvPicPr>
            <p:cNvPr id="87" name="Picture 2" descr="D:\Арсений\проекты\сайт\logo (1).png">
              <a:extLst>
                <a:ext uri="{FF2B5EF4-FFF2-40B4-BE49-F238E27FC236}">
                  <a16:creationId xmlns:a16="http://schemas.microsoft.com/office/drawing/2014/main" id="{41D729DC-C680-4B38-B5A9-1DF64175A1F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38162" y="13636"/>
              <a:ext cx="1472978" cy="13252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800"/>
                                        <p:tgtEl>
                                          <p:spTgt spid="12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9" dur="800" fill="hold"/>
                                        <p:tgtEl>
                                          <p:spTgt spid="12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11" dur="800" fill="hold"/>
                                        <p:tgtEl>
                                          <p:spTgt spid="12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5" name="Google Shape;1845;p85"/>
          <p:cNvSpPr txBox="1">
            <a:spLocks noGrp="1"/>
          </p:cNvSpPr>
          <p:nvPr>
            <p:ph type="title"/>
          </p:nvPr>
        </p:nvSpPr>
        <p:spPr>
          <a:xfrm>
            <a:off x="4574850" y="1674196"/>
            <a:ext cx="2811000" cy="71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600" dirty="0"/>
              <a:t>Интернет-</a:t>
            </a:r>
            <a:endParaRPr sz="3600" dirty="0"/>
          </a:p>
        </p:txBody>
      </p:sp>
      <p:sp>
        <p:nvSpPr>
          <p:cNvPr id="1846" name="Google Shape;1846;p85"/>
          <p:cNvSpPr txBox="1">
            <a:spLocks noGrp="1"/>
          </p:cNvSpPr>
          <p:nvPr>
            <p:ph type="subTitle" idx="1"/>
          </p:nvPr>
        </p:nvSpPr>
        <p:spPr>
          <a:xfrm>
            <a:off x="4574775" y="2424696"/>
            <a:ext cx="3935152" cy="164672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Aft>
                <a:spcPts val="1200"/>
              </a:spcAft>
            </a:pPr>
            <a:r>
              <a:rPr lang="ru-RU" sz="2000" dirty="0"/>
              <a:t>это место, где можно учиться, играть, смотреть видео и общаться.</a:t>
            </a:r>
            <a:br>
              <a:rPr lang="ru-RU" sz="2000" dirty="0"/>
            </a:br>
            <a:r>
              <a:rPr lang="ru-RU" sz="2000" dirty="0"/>
              <a:t>Но в интернете нужно быть осторожным.</a:t>
            </a:r>
            <a:endParaRPr sz="2000" dirty="0"/>
          </a:p>
        </p:txBody>
      </p:sp>
      <p:grpSp>
        <p:nvGrpSpPr>
          <p:cNvPr id="1847" name="Google Shape;1847;p85"/>
          <p:cNvGrpSpPr/>
          <p:nvPr/>
        </p:nvGrpSpPr>
        <p:grpSpPr>
          <a:xfrm>
            <a:off x="1331101" y="1409959"/>
            <a:ext cx="1555447" cy="3146214"/>
            <a:chOff x="1336274" y="1409981"/>
            <a:chExt cx="1578653" cy="3193153"/>
          </a:xfrm>
        </p:grpSpPr>
        <p:grpSp>
          <p:nvGrpSpPr>
            <p:cNvPr id="1848" name="Google Shape;1848;p85"/>
            <p:cNvGrpSpPr/>
            <p:nvPr/>
          </p:nvGrpSpPr>
          <p:grpSpPr>
            <a:xfrm>
              <a:off x="1336274" y="1409981"/>
              <a:ext cx="1578653" cy="3193153"/>
              <a:chOff x="2135600" y="1562875"/>
              <a:chExt cx="1268300" cy="2565400"/>
            </a:xfrm>
          </p:grpSpPr>
          <p:sp>
            <p:nvSpPr>
              <p:cNvPr id="1849" name="Google Shape;1849;p85"/>
              <p:cNvSpPr/>
              <p:nvPr/>
            </p:nvSpPr>
            <p:spPr>
              <a:xfrm>
                <a:off x="2135600" y="1562875"/>
                <a:ext cx="1268300" cy="2565400"/>
              </a:xfrm>
              <a:custGeom>
                <a:avLst/>
                <a:gdLst/>
                <a:ahLst/>
                <a:cxnLst/>
                <a:rect l="l" t="t" r="r" b="b"/>
                <a:pathLst>
                  <a:path w="50732" h="102616" extrusionOk="0">
                    <a:moveTo>
                      <a:pt x="5715" y="0"/>
                    </a:moveTo>
                    <a:cubicBezTo>
                      <a:pt x="2554" y="0"/>
                      <a:pt x="1" y="2554"/>
                      <a:pt x="1" y="5684"/>
                    </a:cubicBezTo>
                    <a:lnTo>
                      <a:pt x="1" y="96932"/>
                    </a:lnTo>
                    <a:cubicBezTo>
                      <a:pt x="1" y="100063"/>
                      <a:pt x="2554" y="102616"/>
                      <a:pt x="5715" y="102616"/>
                    </a:cubicBezTo>
                    <a:lnTo>
                      <a:pt x="45047" y="102616"/>
                    </a:lnTo>
                    <a:cubicBezTo>
                      <a:pt x="48178" y="102616"/>
                      <a:pt x="50731" y="100063"/>
                      <a:pt x="50731" y="96932"/>
                    </a:cubicBezTo>
                    <a:lnTo>
                      <a:pt x="50731" y="5684"/>
                    </a:lnTo>
                    <a:cubicBezTo>
                      <a:pt x="50731" y="2554"/>
                      <a:pt x="48178" y="0"/>
                      <a:pt x="4504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47625" dir="5400000" algn="bl" rotWithShape="0">
                  <a:schemeClr val="dk1">
                    <a:alpha val="16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0" name="Google Shape;1850;p85"/>
              <p:cNvSpPr/>
              <p:nvPr/>
            </p:nvSpPr>
            <p:spPr>
              <a:xfrm>
                <a:off x="2161450" y="2933725"/>
                <a:ext cx="1215850" cy="1159600"/>
              </a:xfrm>
              <a:custGeom>
                <a:avLst/>
                <a:gdLst/>
                <a:ahLst/>
                <a:cxnLst/>
                <a:rect l="l" t="t" r="r" b="b"/>
                <a:pathLst>
                  <a:path w="48634" h="46384" extrusionOk="0">
                    <a:moveTo>
                      <a:pt x="0" y="0"/>
                    </a:moveTo>
                    <a:lnTo>
                      <a:pt x="0" y="41429"/>
                    </a:lnTo>
                    <a:cubicBezTo>
                      <a:pt x="0" y="44165"/>
                      <a:pt x="2219" y="46384"/>
                      <a:pt x="4955" y="46384"/>
                    </a:cubicBezTo>
                    <a:lnTo>
                      <a:pt x="43709" y="46384"/>
                    </a:lnTo>
                    <a:cubicBezTo>
                      <a:pt x="46415" y="46384"/>
                      <a:pt x="48634" y="44165"/>
                      <a:pt x="48634" y="41429"/>
                    </a:cubicBezTo>
                    <a:lnTo>
                      <a:pt x="4863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rgbClr val="66BEE9">
                      <a:alpha val="34509"/>
                    </a:srgbClr>
                  </a:gs>
                </a:gsLst>
                <a:lin ang="5400012" scaled="0"/>
              </a:gradFill>
              <a:ln>
                <a:noFill/>
              </a:ln>
              <a:effectLst>
                <a:outerShdw blurRad="57150" dist="47625" dir="5400000" algn="bl" rotWithShape="0">
                  <a:schemeClr val="dk1">
                    <a:alpha val="16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1" name="Google Shape;1851;p85"/>
              <p:cNvSpPr/>
              <p:nvPr/>
            </p:nvSpPr>
            <p:spPr>
              <a:xfrm>
                <a:off x="2161450" y="1598600"/>
                <a:ext cx="1215850" cy="180100"/>
              </a:xfrm>
              <a:custGeom>
                <a:avLst/>
                <a:gdLst/>
                <a:ahLst/>
                <a:cxnLst/>
                <a:rect l="l" t="t" r="r" b="b"/>
                <a:pathLst>
                  <a:path w="48634" h="7204" extrusionOk="0">
                    <a:moveTo>
                      <a:pt x="4955" y="0"/>
                    </a:moveTo>
                    <a:cubicBezTo>
                      <a:pt x="2219" y="0"/>
                      <a:pt x="0" y="2219"/>
                      <a:pt x="0" y="4954"/>
                    </a:cubicBezTo>
                    <a:lnTo>
                      <a:pt x="0" y="7204"/>
                    </a:lnTo>
                    <a:lnTo>
                      <a:pt x="48634" y="7204"/>
                    </a:lnTo>
                    <a:lnTo>
                      <a:pt x="48634" y="4954"/>
                    </a:lnTo>
                    <a:cubicBezTo>
                      <a:pt x="48634" y="2219"/>
                      <a:pt x="46415" y="0"/>
                      <a:pt x="43709" y="0"/>
                    </a:cubicBezTo>
                    <a:lnTo>
                      <a:pt x="26718" y="0"/>
                    </a:lnTo>
                    <a:cubicBezTo>
                      <a:pt x="25989" y="0"/>
                      <a:pt x="25381" y="456"/>
                      <a:pt x="25168" y="1125"/>
                    </a:cubicBezTo>
                    <a:cubicBezTo>
                      <a:pt x="25047" y="1459"/>
                      <a:pt x="24712" y="1702"/>
                      <a:pt x="24317" y="1702"/>
                    </a:cubicBezTo>
                    <a:cubicBezTo>
                      <a:pt x="23952" y="1702"/>
                      <a:pt x="23588" y="1489"/>
                      <a:pt x="23496" y="1125"/>
                    </a:cubicBezTo>
                    <a:cubicBezTo>
                      <a:pt x="23253" y="426"/>
                      <a:pt x="22615" y="0"/>
                      <a:pt x="2191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57150" dist="47625" dir="5400000" algn="bl" rotWithShape="0">
                  <a:schemeClr val="dk1">
                    <a:alpha val="16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2" name="Google Shape;1852;p85"/>
              <p:cNvSpPr/>
              <p:nvPr/>
            </p:nvSpPr>
            <p:spPr>
              <a:xfrm>
                <a:off x="2161450" y="1777150"/>
                <a:ext cx="1215850" cy="1155075"/>
              </a:xfrm>
              <a:custGeom>
                <a:avLst/>
                <a:gdLst/>
                <a:ahLst/>
                <a:cxnLst/>
                <a:rect l="l" t="t" r="r" b="b"/>
                <a:pathLst>
                  <a:path w="48634" h="46203" extrusionOk="0">
                    <a:moveTo>
                      <a:pt x="0" y="1"/>
                    </a:moveTo>
                    <a:lnTo>
                      <a:pt x="0" y="46202"/>
                    </a:lnTo>
                    <a:lnTo>
                      <a:pt x="48634" y="46202"/>
                    </a:lnTo>
                    <a:lnTo>
                      <a:pt x="4863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47625" dir="5400000" algn="bl" rotWithShape="0">
                  <a:schemeClr val="dk1">
                    <a:alpha val="16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3" name="Google Shape;1853;p85"/>
              <p:cNvSpPr/>
              <p:nvPr/>
            </p:nvSpPr>
            <p:spPr>
              <a:xfrm>
                <a:off x="2511750" y="2018800"/>
                <a:ext cx="515250" cy="514475"/>
              </a:xfrm>
              <a:custGeom>
                <a:avLst/>
                <a:gdLst/>
                <a:ahLst/>
                <a:cxnLst/>
                <a:rect l="l" t="t" r="r" b="b"/>
                <a:pathLst>
                  <a:path w="20610" h="20579" extrusionOk="0">
                    <a:moveTo>
                      <a:pt x="10305" y="1"/>
                    </a:moveTo>
                    <a:cubicBezTo>
                      <a:pt x="4651" y="1"/>
                      <a:pt x="1" y="4621"/>
                      <a:pt x="1" y="10305"/>
                    </a:cubicBezTo>
                    <a:cubicBezTo>
                      <a:pt x="1" y="15958"/>
                      <a:pt x="4651" y="20579"/>
                      <a:pt x="10305" y="20579"/>
                    </a:cubicBezTo>
                    <a:cubicBezTo>
                      <a:pt x="16019" y="20579"/>
                      <a:pt x="20609" y="15958"/>
                      <a:pt x="20609" y="10305"/>
                    </a:cubicBezTo>
                    <a:cubicBezTo>
                      <a:pt x="20609" y="4621"/>
                      <a:pt x="15959" y="1"/>
                      <a:pt x="1030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57150" dist="47625" dir="5400000" algn="bl" rotWithShape="0">
                  <a:schemeClr val="dk1">
                    <a:alpha val="16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4" name="Google Shape;1854;p85"/>
              <p:cNvSpPr/>
              <p:nvPr/>
            </p:nvSpPr>
            <p:spPr>
              <a:xfrm>
                <a:off x="2668300" y="2092125"/>
                <a:ext cx="202925" cy="184425"/>
              </a:xfrm>
              <a:custGeom>
                <a:avLst/>
                <a:gdLst/>
                <a:ahLst/>
                <a:cxnLst/>
                <a:rect l="l" t="t" r="r" b="b"/>
                <a:pathLst>
                  <a:path w="8117" h="7377" extrusionOk="0">
                    <a:moveTo>
                      <a:pt x="4017" y="0"/>
                    </a:moveTo>
                    <a:cubicBezTo>
                      <a:pt x="2363" y="0"/>
                      <a:pt x="870" y="1135"/>
                      <a:pt x="456" y="2843"/>
                    </a:cubicBezTo>
                    <a:cubicBezTo>
                      <a:pt x="0" y="4819"/>
                      <a:pt x="1216" y="6794"/>
                      <a:pt x="3192" y="7281"/>
                    </a:cubicBezTo>
                    <a:cubicBezTo>
                      <a:pt x="3472" y="7345"/>
                      <a:pt x="3753" y="7376"/>
                      <a:pt x="4030" y="7376"/>
                    </a:cubicBezTo>
                    <a:cubicBezTo>
                      <a:pt x="5706" y="7376"/>
                      <a:pt x="7238" y="6241"/>
                      <a:pt x="7630" y="4545"/>
                    </a:cubicBezTo>
                    <a:cubicBezTo>
                      <a:pt x="8116" y="2539"/>
                      <a:pt x="6870" y="563"/>
                      <a:pt x="4894" y="107"/>
                    </a:cubicBezTo>
                    <a:cubicBezTo>
                      <a:pt x="4600" y="35"/>
                      <a:pt x="4306" y="0"/>
                      <a:pt x="401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47625" dir="5400000" algn="bl" rotWithShape="0">
                  <a:schemeClr val="dk1">
                    <a:alpha val="16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5" name="Google Shape;1855;p85"/>
              <p:cNvSpPr/>
              <p:nvPr/>
            </p:nvSpPr>
            <p:spPr>
              <a:xfrm>
                <a:off x="2593075" y="2315175"/>
                <a:ext cx="353375" cy="202150"/>
              </a:xfrm>
              <a:custGeom>
                <a:avLst/>
                <a:gdLst/>
                <a:ahLst/>
                <a:cxnLst/>
                <a:rect l="l" t="t" r="r" b="b"/>
                <a:pathLst>
                  <a:path w="14135" h="8086" extrusionOk="0">
                    <a:moveTo>
                      <a:pt x="7052" y="0"/>
                    </a:moveTo>
                    <a:cubicBezTo>
                      <a:pt x="3800" y="0"/>
                      <a:pt x="1003" y="2097"/>
                      <a:pt x="0" y="5015"/>
                    </a:cubicBezTo>
                    <a:cubicBezTo>
                      <a:pt x="1763" y="6900"/>
                      <a:pt x="4286" y="8085"/>
                      <a:pt x="7052" y="8085"/>
                    </a:cubicBezTo>
                    <a:cubicBezTo>
                      <a:pt x="9818" y="8085"/>
                      <a:pt x="12341" y="6900"/>
                      <a:pt x="14134" y="5015"/>
                    </a:cubicBezTo>
                    <a:cubicBezTo>
                      <a:pt x="13101" y="2097"/>
                      <a:pt x="10335" y="0"/>
                      <a:pt x="705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47625" dir="5400000" algn="bl" rotWithShape="0">
                  <a:schemeClr val="dk1">
                    <a:alpha val="16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6" name="Google Shape;1856;p85"/>
              <p:cNvSpPr/>
              <p:nvPr/>
            </p:nvSpPr>
            <p:spPr>
              <a:xfrm>
                <a:off x="2552800" y="2625950"/>
                <a:ext cx="406550" cy="34225"/>
              </a:xfrm>
              <a:custGeom>
                <a:avLst/>
                <a:gdLst/>
                <a:ahLst/>
                <a:cxnLst/>
                <a:rect l="l" t="t" r="r" b="b"/>
                <a:pathLst>
                  <a:path w="16262" h="1369" extrusionOk="0">
                    <a:moveTo>
                      <a:pt x="699" y="1"/>
                    </a:moveTo>
                    <a:cubicBezTo>
                      <a:pt x="304" y="1"/>
                      <a:pt x="0" y="305"/>
                      <a:pt x="0" y="670"/>
                    </a:cubicBezTo>
                    <a:cubicBezTo>
                      <a:pt x="0" y="1065"/>
                      <a:pt x="304" y="1369"/>
                      <a:pt x="699" y="1369"/>
                    </a:cubicBezTo>
                    <a:lnTo>
                      <a:pt x="15593" y="1369"/>
                    </a:lnTo>
                    <a:cubicBezTo>
                      <a:pt x="15958" y="1369"/>
                      <a:pt x="16262" y="1065"/>
                      <a:pt x="16262" y="670"/>
                    </a:cubicBezTo>
                    <a:cubicBezTo>
                      <a:pt x="16262" y="305"/>
                      <a:pt x="15958" y="1"/>
                      <a:pt x="1556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47625" dir="5400000" algn="bl" rotWithShape="0">
                  <a:schemeClr val="dk1">
                    <a:alpha val="16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7" name="Google Shape;1857;p85"/>
              <p:cNvSpPr/>
              <p:nvPr/>
            </p:nvSpPr>
            <p:spPr>
              <a:xfrm>
                <a:off x="2634850" y="2712575"/>
                <a:ext cx="243200" cy="35000"/>
              </a:xfrm>
              <a:custGeom>
                <a:avLst/>
                <a:gdLst/>
                <a:ahLst/>
                <a:cxnLst/>
                <a:rect l="l" t="t" r="r" b="b"/>
                <a:pathLst>
                  <a:path w="9728" h="1400" extrusionOk="0">
                    <a:moveTo>
                      <a:pt x="670" y="1"/>
                    </a:moveTo>
                    <a:cubicBezTo>
                      <a:pt x="305" y="1"/>
                      <a:pt x="1" y="335"/>
                      <a:pt x="1" y="700"/>
                    </a:cubicBezTo>
                    <a:cubicBezTo>
                      <a:pt x="1" y="1095"/>
                      <a:pt x="305" y="1399"/>
                      <a:pt x="670" y="1399"/>
                    </a:cubicBezTo>
                    <a:lnTo>
                      <a:pt x="9028" y="1399"/>
                    </a:lnTo>
                    <a:cubicBezTo>
                      <a:pt x="9424" y="1399"/>
                      <a:pt x="9728" y="1095"/>
                      <a:pt x="9728" y="700"/>
                    </a:cubicBezTo>
                    <a:cubicBezTo>
                      <a:pt x="9728" y="335"/>
                      <a:pt x="9424" y="1"/>
                      <a:pt x="902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47625" dir="5400000" algn="bl" rotWithShape="0">
                  <a:schemeClr val="dk1">
                    <a:alpha val="16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858" name="Google Shape;1858;p85"/>
            <p:cNvSpPr/>
            <p:nvPr/>
          </p:nvSpPr>
          <p:spPr>
            <a:xfrm>
              <a:off x="1469112" y="3362515"/>
              <a:ext cx="1312800" cy="222300"/>
            </a:xfrm>
            <a:prstGeom prst="roundRect">
              <a:avLst>
                <a:gd name="adj" fmla="val 0"/>
              </a:avLst>
            </a:prstGeom>
            <a:solidFill>
              <a:schemeClr val="dk2"/>
            </a:solidFill>
            <a:ln w="9525" cap="flat" cmpd="sng">
              <a:solidFill>
                <a:srgbClr val="D2D6FF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 b="1">
                  <a:solidFill>
                    <a:schemeClr val="lt1"/>
                  </a:solidFill>
                  <a:latin typeface="Orbitron"/>
                  <a:ea typeface="Orbitron"/>
                  <a:cs typeface="Orbitron"/>
                  <a:sym typeface="Orbitron"/>
                </a:rPr>
                <a:t>USERNAME</a:t>
              </a:r>
              <a:endParaRPr sz="800" b="1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endParaRPr>
            </a:p>
          </p:txBody>
        </p:sp>
        <p:sp>
          <p:nvSpPr>
            <p:cNvPr id="1859" name="Google Shape;1859;p85"/>
            <p:cNvSpPr/>
            <p:nvPr/>
          </p:nvSpPr>
          <p:spPr>
            <a:xfrm>
              <a:off x="1469112" y="3682405"/>
              <a:ext cx="1312800" cy="222300"/>
            </a:xfrm>
            <a:prstGeom prst="roundRect">
              <a:avLst>
                <a:gd name="adj" fmla="val 0"/>
              </a:avLst>
            </a:prstGeom>
            <a:solidFill>
              <a:schemeClr val="dk2"/>
            </a:solidFill>
            <a:ln w="9525" cap="flat" cmpd="sng">
              <a:solidFill>
                <a:srgbClr val="D2D6FF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 b="1">
                  <a:solidFill>
                    <a:schemeClr val="lt1"/>
                  </a:solidFill>
                  <a:latin typeface="Orbitron"/>
                  <a:ea typeface="Orbitron"/>
                  <a:cs typeface="Orbitron"/>
                  <a:sym typeface="Orbitron"/>
                </a:rPr>
                <a:t>PASSWORD</a:t>
              </a:r>
              <a:endParaRPr sz="800" b="1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endParaRPr>
            </a:p>
          </p:txBody>
        </p:sp>
        <p:sp>
          <p:nvSpPr>
            <p:cNvPr id="1860" name="Google Shape;1860;p85"/>
            <p:cNvSpPr/>
            <p:nvPr/>
          </p:nvSpPr>
          <p:spPr>
            <a:xfrm>
              <a:off x="1469112" y="4050312"/>
              <a:ext cx="1312800" cy="2223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 w="9525" cap="flat" cmpd="sng">
              <a:solidFill>
                <a:srgbClr val="D2D6FF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 b="1">
                  <a:solidFill>
                    <a:schemeClr val="lt1"/>
                  </a:solidFill>
                  <a:latin typeface="Orbitron"/>
                  <a:ea typeface="Orbitron"/>
                  <a:cs typeface="Orbitron"/>
                  <a:sym typeface="Orbitron"/>
                </a:rPr>
                <a:t>LOGIN</a:t>
              </a:r>
              <a:endParaRPr sz="800" b="1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endParaRPr>
            </a:p>
          </p:txBody>
        </p:sp>
      </p:grpSp>
      <p:grpSp>
        <p:nvGrpSpPr>
          <p:cNvPr id="1861" name="Google Shape;1861;p85"/>
          <p:cNvGrpSpPr/>
          <p:nvPr/>
        </p:nvGrpSpPr>
        <p:grpSpPr>
          <a:xfrm>
            <a:off x="985929" y="1613692"/>
            <a:ext cx="588878" cy="410243"/>
            <a:chOff x="7718626" y="1238667"/>
            <a:chExt cx="627000" cy="436800"/>
          </a:xfrm>
        </p:grpSpPr>
        <p:sp>
          <p:nvSpPr>
            <p:cNvPr id="1862" name="Google Shape;1862;p85"/>
            <p:cNvSpPr/>
            <p:nvPr/>
          </p:nvSpPr>
          <p:spPr>
            <a:xfrm>
              <a:off x="7718626" y="1238667"/>
              <a:ext cx="627000" cy="436800"/>
            </a:xfrm>
            <a:prstGeom prst="wedgeRoundRectCallout">
              <a:avLst>
                <a:gd name="adj1" fmla="val -17374"/>
                <a:gd name="adj2" fmla="val 73101"/>
                <a:gd name="adj3" fmla="val 0"/>
              </a:avLst>
            </a:prstGeom>
            <a:solidFill>
              <a:schemeClr val="accent3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31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3" name="Google Shape;1863;p85"/>
            <p:cNvSpPr/>
            <p:nvPr/>
          </p:nvSpPr>
          <p:spPr>
            <a:xfrm>
              <a:off x="7973613" y="1296725"/>
              <a:ext cx="212025" cy="294850"/>
            </a:xfrm>
            <a:custGeom>
              <a:avLst/>
              <a:gdLst/>
              <a:ahLst/>
              <a:cxnLst/>
              <a:rect l="l" t="t" r="r" b="b"/>
              <a:pathLst>
                <a:path w="8481" h="11794" extrusionOk="0">
                  <a:moveTo>
                    <a:pt x="3496" y="0"/>
                  </a:moveTo>
                  <a:cubicBezTo>
                    <a:pt x="3161" y="0"/>
                    <a:pt x="2888" y="274"/>
                    <a:pt x="2888" y="608"/>
                  </a:cubicBezTo>
                  <a:lnTo>
                    <a:pt x="2888" y="1733"/>
                  </a:lnTo>
                  <a:lnTo>
                    <a:pt x="91" y="5411"/>
                  </a:lnTo>
                  <a:cubicBezTo>
                    <a:pt x="31" y="5471"/>
                    <a:pt x="0" y="5563"/>
                    <a:pt x="0" y="5623"/>
                  </a:cubicBezTo>
                  <a:lnTo>
                    <a:pt x="0" y="11399"/>
                  </a:lnTo>
                  <a:cubicBezTo>
                    <a:pt x="0" y="11642"/>
                    <a:pt x="152" y="11794"/>
                    <a:pt x="395" y="11794"/>
                  </a:cubicBezTo>
                  <a:lnTo>
                    <a:pt x="6870" y="11794"/>
                  </a:lnTo>
                  <a:cubicBezTo>
                    <a:pt x="7325" y="11794"/>
                    <a:pt x="7721" y="11399"/>
                    <a:pt x="7721" y="10943"/>
                  </a:cubicBezTo>
                  <a:cubicBezTo>
                    <a:pt x="7721" y="10487"/>
                    <a:pt x="7325" y="10122"/>
                    <a:pt x="6870" y="10122"/>
                  </a:cubicBezTo>
                  <a:lnTo>
                    <a:pt x="7173" y="10122"/>
                  </a:lnTo>
                  <a:cubicBezTo>
                    <a:pt x="7690" y="10122"/>
                    <a:pt x="8085" y="9696"/>
                    <a:pt x="8085" y="9210"/>
                  </a:cubicBezTo>
                  <a:cubicBezTo>
                    <a:pt x="8085" y="8724"/>
                    <a:pt x="7690" y="8298"/>
                    <a:pt x="7173" y="8298"/>
                  </a:cubicBezTo>
                  <a:lnTo>
                    <a:pt x="7325" y="8298"/>
                  </a:lnTo>
                  <a:cubicBezTo>
                    <a:pt x="7873" y="8298"/>
                    <a:pt x="8298" y="7873"/>
                    <a:pt x="8298" y="7356"/>
                  </a:cubicBezTo>
                  <a:cubicBezTo>
                    <a:pt x="8298" y="6809"/>
                    <a:pt x="7873" y="6383"/>
                    <a:pt x="7325" y="6383"/>
                  </a:cubicBezTo>
                  <a:lnTo>
                    <a:pt x="7477" y="6383"/>
                  </a:lnTo>
                  <a:cubicBezTo>
                    <a:pt x="7541" y="6397"/>
                    <a:pt x="7604" y="6403"/>
                    <a:pt x="7663" y="6403"/>
                  </a:cubicBezTo>
                  <a:cubicBezTo>
                    <a:pt x="8144" y="6403"/>
                    <a:pt x="8481" y="5992"/>
                    <a:pt x="8481" y="5532"/>
                  </a:cubicBezTo>
                  <a:cubicBezTo>
                    <a:pt x="8481" y="4985"/>
                    <a:pt x="8025" y="4529"/>
                    <a:pt x="7477" y="4529"/>
                  </a:cubicBezTo>
                  <a:lnTo>
                    <a:pt x="3982" y="4529"/>
                  </a:lnTo>
                  <a:cubicBezTo>
                    <a:pt x="4529" y="3739"/>
                    <a:pt x="4803" y="2797"/>
                    <a:pt x="4803" y="1794"/>
                  </a:cubicBezTo>
                  <a:lnTo>
                    <a:pt x="4803" y="1307"/>
                  </a:lnTo>
                  <a:cubicBezTo>
                    <a:pt x="4803" y="578"/>
                    <a:pt x="4225" y="0"/>
                    <a:pt x="3496" y="0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F9F8FF">
                    <a:alpha val="86666"/>
                  </a:srgbClr>
                </a:gs>
              </a:gsLst>
              <a:lin ang="5400700" scaled="0"/>
            </a:gradFill>
            <a:ln>
              <a:noFill/>
            </a:ln>
            <a:effectLst>
              <a:outerShdw blurRad="57150" dist="38100" dir="5400000" algn="bl" rotWithShape="0">
                <a:schemeClr val="dk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4" name="Google Shape;1864;p85"/>
            <p:cNvSpPr/>
            <p:nvPr/>
          </p:nvSpPr>
          <p:spPr>
            <a:xfrm>
              <a:off x="7878613" y="1426650"/>
              <a:ext cx="80575" cy="190775"/>
            </a:xfrm>
            <a:custGeom>
              <a:avLst/>
              <a:gdLst/>
              <a:ahLst/>
              <a:cxnLst/>
              <a:rect l="l" t="t" r="r" b="b"/>
              <a:pathLst>
                <a:path w="3223" h="7631" extrusionOk="0">
                  <a:moveTo>
                    <a:pt x="487" y="1"/>
                  </a:moveTo>
                  <a:cubicBezTo>
                    <a:pt x="244" y="1"/>
                    <a:pt x="1" y="244"/>
                    <a:pt x="1" y="518"/>
                  </a:cubicBezTo>
                  <a:lnTo>
                    <a:pt x="1" y="7113"/>
                  </a:lnTo>
                  <a:cubicBezTo>
                    <a:pt x="1" y="7387"/>
                    <a:pt x="244" y="7630"/>
                    <a:pt x="487" y="7630"/>
                  </a:cubicBezTo>
                  <a:lnTo>
                    <a:pt x="2706" y="7630"/>
                  </a:lnTo>
                  <a:cubicBezTo>
                    <a:pt x="3010" y="7630"/>
                    <a:pt x="3223" y="7387"/>
                    <a:pt x="3192" y="7113"/>
                  </a:cubicBezTo>
                  <a:lnTo>
                    <a:pt x="3192" y="518"/>
                  </a:lnTo>
                  <a:cubicBezTo>
                    <a:pt x="3192" y="244"/>
                    <a:pt x="2979" y="1"/>
                    <a:pt x="2706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F9F8FF">
                    <a:alpha val="86666"/>
                  </a:srgbClr>
                </a:gs>
              </a:gsLst>
              <a:lin ang="5400700" scaled="0"/>
            </a:gradFill>
            <a:ln>
              <a:noFill/>
            </a:ln>
            <a:effectLst>
              <a:outerShdw blurRad="57150" dist="19050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65" name="Google Shape;1865;p85"/>
          <p:cNvGrpSpPr/>
          <p:nvPr/>
        </p:nvGrpSpPr>
        <p:grpSpPr>
          <a:xfrm>
            <a:off x="2612434" y="2353140"/>
            <a:ext cx="1010747" cy="784263"/>
            <a:chOff x="1150100" y="2672675"/>
            <a:chExt cx="1076178" cy="835033"/>
          </a:xfrm>
        </p:grpSpPr>
        <p:sp>
          <p:nvSpPr>
            <p:cNvPr id="1866" name="Google Shape;1866;p85"/>
            <p:cNvSpPr/>
            <p:nvPr/>
          </p:nvSpPr>
          <p:spPr>
            <a:xfrm>
              <a:off x="1150100" y="2672675"/>
              <a:ext cx="1076178" cy="835033"/>
            </a:xfrm>
            <a:custGeom>
              <a:avLst/>
              <a:gdLst/>
              <a:ahLst/>
              <a:cxnLst/>
              <a:rect l="l" t="t" r="r" b="b"/>
              <a:pathLst>
                <a:path w="28300" h="28299" extrusionOk="0">
                  <a:moveTo>
                    <a:pt x="25260" y="28298"/>
                  </a:moveTo>
                  <a:lnTo>
                    <a:pt x="3040" y="28298"/>
                  </a:lnTo>
                  <a:cubicBezTo>
                    <a:pt x="1369" y="28298"/>
                    <a:pt x="1" y="26931"/>
                    <a:pt x="1" y="25259"/>
                  </a:cubicBezTo>
                  <a:lnTo>
                    <a:pt x="1" y="3040"/>
                  </a:lnTo>
                  <a:cubicBezTo>
                    <a:pt x="1" y="1368"/>
                    <a:pt x="1369" y="0"/>
                    <a:pt x="3040" y="0"/>
                  </a:cubicBezTo>
                  <a:lnTo>
                    <a:pt x="25260" y="0"/>
                  </a:lnTo>
                  <a:cubicBezTo>
                    <a:pt x="26931" y="0"/>
                    <a:pt x="28299" y="1368"/>
                    <a:pt x="28299" y="3040"/>
                  </a:cubicBezTo>
                  <a:lnTo>
                    <a:pt x="28299" y="25259"/>
                  </a:lnTo>
                  <a:cubicBezTo>
                    <a:pt x="28299" y="26931"/>
                    <a:pt x="26931" y="28298"/>
                    <a:pt x="25260" y="2829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71438" dist="47625" dir="5400000" algn="bl" rotWithShape="0">
                <a:schemeClr val="dk1">
                  <a:alpha val="18000"/>
                </a:schemeClr>
              </a:outerShdw>
              <a:reflection stA="5000" endPos="28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867" name="Google Shape;1867;p85"/>
            <p:cNvGrpSpPr/>
            <p:nvPr/>
          </p:nvGrpSpPr>
          <p:grpSpPr>
            <a:xfrm>
              <a:off x="1399112" y="2789445"/>
              <a:ext cx="622391" cy="623829"/>
              <a:chOff x="5096713" y="3964200"/>
              <a:chExt cx="324500" cy="325250"/>
            </a:xfrm>
          </p:grpSpPr>
          <p:sp>
            <p:nvSpPr>
              <p:cNvPr id="1868" name="Google Shape;1868;p85"/>
              <p:cNvSpPr/>
              <p:nvPr/>
            </p:nvSpPr>
            <p:spPr>
              <a:xfrm>
                <a:off x="5096713" y="3964200"/>
                <a:ext cx="324500" cy="325250"/>
              </a:xfrm>
              <a:custGeom>
                <a:avLst/>
                <a:gdLst/>
                <a:ahLst/>
                <a:cxnLst/>
                <a:rect l="l" t="t" r="r" b="b"/>
                <a:pathLst>
                  <a:path w="12980" h="13010" extrusionOk="0">
                    <a:moveTo>
                      <a:pt x="6445" y="699"/>
                    </a:moveTo>
                    <a:cubicBezTo>
                      <a:pt x="9636" y="699"/>
                      <a:pt x="12250" y="3313"/>
                      <a:pt x="12250" y="6505"/>
                    </a:cubicBezTo>
                    <a:cubicBezTo>
                      <a:pt x="12250" y="9697"/>
                      <a:pt x="9667" y="12311"/>
                      <a:pt x="6445" y="12311"/>
                    </a:cubicBezTo>
                    <a:cubicBezTo>
                      <a:pt x="3253" y="12311"/>
                      <a:pt x="639" y="9727"/>
                      <a:pt x="639" y="6505"/>
                    </a:cubicBezTo>
                    <a:cubicBezTo>
                      <a:pt x="639" y="3313"/>
                      <a:pt x="3253" y="699"/>
                      <a:pt x="6445" y="699"/>
                    </a:cubicBezTo>
                    <a:close/>
                    <a:moveTo>
                      <a:pt x="6475" y="0"/>
                    </a:moveTo>
                    <a:cubicBezTo>
                      <a:pt x="2919" y="0"/>
                      <a:pt x="1" y="2949"/>
                      <a:pt x="1" y="6505"/>
                    </a:cubicBezTo>
                    <a:cubicBezTo>
                      <a:pt x="1" y="10092"/>
                      <a:pt x="2888" y="13010"/>
                      <a:pt x="6475" y="13010"/>
                    </a:cubicBezTo>
                    <a:cubicBezTo>
                      <a:pt x="10062" y="13010"/>
                      <a:pt x="12980" y="10092"/>
                      <a:pt x="12980" y="6505"/>
                    </a:cubicBezTo>
                    <a:cubicBezTo>
                      <a:pt x="12980" y="2949"/>
                      <a:pt x="10062" y="0"/>
                      <a:pt x="647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57150" dir="5400000" algn="bl" rotWithShape="0">
                  <a:schemeClr val="dk1">
                    <a:alpha val="16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9" name="Google Shape;1869;p85"/>
              <p:cNvSpPr/>
              <p:nvPr/>
            </p:nvSpPr>
            <p:spPr>
              <a:xfrm>
                <a:off x="5185638" y="3964200"/>
                <a:ext cx="144400" cy="325250"/>
              </a:xfrm>
              <a:custGeom>
                <a:avLst/>
                <a:gdLst/>
                <a:ahLst/>
                <a:cxnLst/>
                <a:rect l="l" t="t" r="r" b="b"/>
                <a:pathLst>
                  <a:path w="5776" h="13010" extrusionOk="0">
                    <a:moveTo>
                      <a:pt x="2888" y="699"/>
                    </a:moveTo>
                    <a:cubicBezTo>
                      <a:pt x="3952" y="699"/>
                      <a:pt x="5137" y="3101"/>
                      <a:pt x="5137" y="6505"/>
                    </a:cubicBezTo>
                    <a:cubicBezTo>
                      <a:pt x="5137" y="9940"/>
                      <a:pt x="3952" y="12311"/>
                      <a:pt x="2888" y="12311"/>
                    </a:cubicBezTo>
                    <a:cubicBezTo>
                      <a:pt x="1824" y="12311"/>
                      <a:pt x="638" y="9940"/>
                      <a:pt x="638" y="6505"/>
                    </a:cubicBezTo>
                    <a:cubicBezTo>
                      <a:pt x="638" y="3101"/>
                      <a:pt x="1824" y="699"/>
                      <a:pt x="2888" y="699"/>
                    </a:cubicBezTo>
                    <a:close/>
                    <a:moveTo>
                      <a:pt x="2888" y="0"/>
                    </a:moveTo>
                    <a:cubicBezTo>
                      <a:pt x="1307" y="0"/>
                      <a:pt x="0" y="2857"/>
                      <a:pt x="0" y="6505"/>
                    </a:cubicBezTo>
                    <a:cubicBezTo>
                      <a:pt x="0" y="10152"/>
                      <a:pt x="1307" y="13010"/>
                      <a:pt x="2888" y="13010"/>
                    </a:cubicBezTo>
                    <a:cubicBezTo>
                      <a:pt x="4499" y="13010"/>
                      <a:pt x="5775" y="10152"/>
                      <a:pt x="5775" y="6505"/>
                    </a:cubicBezTo>
                    <a:cubicBezTo>
                      <a:pt x="5775" y="2857"/>
                      <a:pt x="4529" y="0"/>
                      <a:pt x="288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57150" dir="5400000" algn="bl" rotWithShape="0">
                  <a:schemeClr val="dk1">
                    <a:alpha val="16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0" name="Google Shape;1870;p85"/>
              <p:cNvSpPr/>
              <p:nvPr/>
            </p:nvSpPr>
            <p:spPr>
              <a:xfrm>
                <a:off x="5104313" y="4119225"/>
                <a:ext cx="307800" cy="15975"/>
              </a:xfrm>
              <a:custGeom>
                <a:avLst/>
                <a:gdLst/>
                <a:ahLst/>
                <a:cxnLst/>
                <a:rect l="l" t="t" r="r" b="b"/>
                <a:pathLst>
                  <a:path w="12312" h="639" extrusionOk="0">
                    <a:moveTo>
                      <a:pt x="1" y="0"/>
                    </a:moveTo>
                    <a:lnTo>
                      <a:pt x="1" y="638"/>
                    </a:lnTo>
                    <a:lnTo>
                      <a:pt x="12311" y="638"/>
                    </a:lnTo>
                    <a:lnTo>
                      <a:pt x="1231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57150" dir="5400000" algn="bl" rotWithShape="0">
                  <a:schemeClr val="dk1">
                    <a:alpha val="16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1" name="Google Shape;1871;p85"/>
              <p:cNvSpPr/>
              <p:nvPr/>
            </p:nvSpPr>
            <p:spPr>
              <a:xfrm>
                <a:off x="5136238" y="4023475"/>
                <a:ext cx="243200" cy="43325"/>
              </a:xfrm>
              <a:custGeom>
                <a:avLst/>
                <a:gdLst/>
                <a:ahLst/>
                <a:cxnLst/>
                <a:rect l="l" t="t" r="r" b="b"/>
                <a:pathLst>
                  <a:path w="9728" h="1733" extrusionOk="0">
                    <a:moveTo>
                      <a:pt x="456" y="0"/>
                    </a:moveTo>
                    <a:lnTo>
                      <a:pt x="0" y="456"/>
                    </a:lnTo>
                    <a:cubicBezTo>
                      <a:pt x="31" y="486"/>
                      <a:pt x="1307" y="1733"/>
                      <a:pt x="4864" y="1733"/>
                    </a:cubicBezTo>
                    <a:cubicBezTo>
                      <a:pt x="8420" y="1733"/>
                      <a:pt x="9697" y="486"/>
                      <a:pt x="9727" y="456"/>
                    </a:cubicBezTo>
                    <a:lnTo>
                      <a:pt x="9271" y="0"/>
                    </a:lnTo>
                    <a:cubicBezTo>
                      <a:pt x="9271" y="0"/>
                      <a:pt x="8147" y="1094"/>
                      <a:pt x="4864" y="1094"/>
                    </a:cubicBezTo>
                    <a:cubicBezTo>
                      <a:pt x="1581" y="1094"/>
                      <a:pt x="456" y="0"/>
                      <a:pt x="4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57150" dir="5400000" algn="bl" rotWithShape="0">
                  <a:schemeClr val="dk1">
                    <a:alpha val="16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2" name="Google Shape;1872;p85"/>
              <p:cNvSpPr/>
              <p:nvPr/>
            </p:nvSpPr>
            <p:spPr>
              <a:xfrm>
                <a:off x="5136238" y="4187600"/>
                <a:ext cx="243200" cy="44100"/>
              </a:xfrm>
              <a:custGeom>
                <a:avLst/>
                <a:gdLst/>
                <a:ahLst/>
                <a:cxnLst/>
                <a:rect l="l" t="t" r="r" b="b"/>
                <a:pathLst>
                  <a:path w="9728" h="1764" extrusionOk="0">
                    <a:moveTo>
                      <a:pt x="4864" y="1"/>
                    </a:moveTo>
                    <a:cubicBezTo>
                      <a:pt x="1277" y="1"/>
                      <a:pt x="31" y="1247"/>
                      <a:pt x="0" y="1308"/>
                    </a:cubicBezTo>
                    <a:lnTo>
                      <a:pt x="456" y="1764"/>
                    </a:lnTo>
                    <a:cubicBezTo>
                      <a:pt x="456" y="1764"/>
                      <a:pt x="1581" y="639"/>
                      <a:pt x="4864" y="639"/>
                    </a:cubicBezTo>
                    <a:cubicBezTo>
                      <a:pt x="8147" y="639"/>
                      <a:pt x="9271" y="1764"/>
                      <a:pt x="9271" y="1764"/>
                    </a:cubicBezTo>
                    <a:lnTo>
                      <a:pt x="9727" y="1308"/>
                    </a:lnTo>
                    <a:cubicBezTo>
                      <a:pt x="9697" y="1247"/>
                      <a:pt x="8450" y="1"/>
                      <a:pt x="486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57150" dir="5400000" algn="bl" rotWithShape="0">
                  <a:schemeClr val="dk1">
                    <a:alpha val="16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873" name="Google Shape;1873;p85"/>
          <p:cNvGrpSpPr/>
          <p:nvPr/>
        </p:nvGrpSpPr>
        <p:grpSpPr>
          <a:xfrm>
            <a:off x="3042546" y="3069061"/>
            <a:ext cx="712744" cy="301989"/>
            <a:chOff x="5021875" y="2898100"/>
            <a:chExt cx="622375" cy="263700"/>
          </a:xfrm>
        </p:grpSpPr>
        <p:sp>
          <p:nvSpPr>
            <p:cNvPr id="1874" name="Google Shape;1874;p85"/>
            <p:cNvSpPr/>
            <p:nvPr/>
          </p:nvSpPr>
          <p:spPr>
            <a:xfrm>
              <a:off x="5021875" y="2976375"/>
              <a:ext cx="622375" cy="185425"/>
            </a:xfrm>
            <a:custGeom>
              <a:avLst/>
              <a:gdLst/>
              <a:ahLst/>
              <a:cxnLst/>
              <a:rect l="l" t="t" r="r" b="b"/>
              <a:pathLst>
                <a:path w="24895" h="7417" extrusionOk="0">
                  <a:moveTo>
                    <a:pt x="0" y="0"/>
                  </a:moveTo>
                  <a:lnTo>
                    <a:pt x="0" y="5988"/>
                  </a:lnTo>
                  <a:cubicBezTo>
                    <a:pt x="0" y="6779"/>
                    <a:pt x="669" y="7417"/>
                    <a:pt x="1459" y="7417"/>
                  </a:cubicBezTo>
                  <a:lnTo>
                    <a:pt x="23466" y="7417"/>
                  </a:lnTo>
                  <a:cubicBezTo>
                    <a:pt x="24256" y="7417"/>
                    <a:pt x="24894" y="6748"/>
                    <a:pt x="24894" y="5988"/>
                  </a:cubicBezTo>
                  <a:lnTo>
                    <a:pt x="24894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F9F8FF">
                    <a:alpha val="86666"/>
                  </a:srgbClr>
                </a:gs>
              </a:gsLst>
              <a:lin ang="5400700" scaled="0"/>
            </a:gradFill>
            <a:ln>
              <a:noFill/>
            </a:ln>
            <a:effectLst>
              <a:outerShdw blurRad="57150" dist="57150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5" name="Google Shape;1875;p85"/>
            <p:cNvSpPr/>
            <p:nvPr/>
          </p:nvSpPr>
          <p:spPr>
            <a:xfrm>
              <a:off x="5021875" y="2898100"/>
              <a:ext cx="622375" cy="77525"/>
            </a:xfrm>
            <a:custGeom>
              <a:avLst/>
              <a:gdLst/>
              <a:ahLst/>
              <a:cxnLst/>
              <a:rect l="l" t="t" r="r" b="b"/>
              <a:pathLst>
                <a:path w="24895" h="3101" extrusionOk="0">
                  <a:moveTo>
                    <a:pt x="1459" y="1"/>
                  </a:moveTo>
                  <a:cubicBezTo>
                    <a:pt x="669" y="1"/>
                    <a:pt x="0" y="639"/>
                    <a:pt x="0" y="1429"/>
                  </a:cubicBezTo>
                  <a:lnTo>
                    <a:pt x="0" y="3101"/>
                  </a:lnTo>
                  <a:lnTo>
                    <a:pt x="24894" y="3101"/>
                  </a:lnTo>
                  <a:lnTo>
                    <a:pt x="24894" y="1429"/>
                  </a:lnTo>
                  <a:cubicBezTo>
                    <a:pt x="24894" y="639"/>
                    <a:pt x="24256" y="1"/>
                    <a:pt x="23466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rgbClr val="D2D6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6" name="Google Shape;1876;p85"/>
            <p:cNvSpPr/>
            <p:nvPr/>
          </p:nvSpPr>
          <p:spPr>
            <a:xfrm>
              <a:off x="5069750" y="2922425"/>
              <a:ext cx="24325" cy="25100"/>
            </a:xfrm>
            <a:custGeom>
              <a:avLst/>
              <a:gdLst/>
              <a:ahLst/>
              <a:cxnLst/>
              <a:rect l="l" t="t" r="r" b="b"/>
              <a:pathLst>
                <a:path w="973" h="1004" extrusionOk="0">
                  <a:moveTo>
                    <a:pt x="487" y="0"/>
                  </a:moveTo>
                  <a:cubicBezTo>
                    <a:pt x="213" y="0"/>
                    <a:pt x="0" y="243"/>
                    <a:pt x="0" y="487"/>
                  </a:cubicBezTo>
                  <a:cubicBezTo>
                    <a:pt x="0" y="760"/>
                    <a:pt x="213" y="1003"/>
                    <a:pt x="487" y="1003"/>
                  </a:cubicBezTo>
                  <a:cubicBezTo>
                    <a:pt x="760" y="1003"/>
                    <a:pt x="973" y="760"/>
                    <a:pt x="973" y="487"/>
                  </a:cubicBezTo>
                  <a:cubicBezTo>
                    <a:pt x="973" y="243"/>
                    <a:pt x="760" y="0"/>
                    <a:pt x="487" y="0"/>
                  </a:cubicBezTo>
                  <a:close/>
                </a:path>
              </a:pathLst>
            </a:custGeom>
            <a:solidFill>
              <a:srgbClr val="FFC3D0"/>
            </a:solidFill>
            <a:ln>
              <a:noFill/>
            </a:ln>
            <a:effectLst>
              <a:outerShdw blurRad="57150" dist="28575" dir="5400000" algn="bl" rotWithShape="0">
                <a:schemeClr val="dk1">
                  <a:alpha val="17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7" name="Google Shape;1877;p85"/>
            <p:cNvSpPr/>
            <p:nvPr/>
          </p:nvSpPr>
          <p:spPr>
            <a:xfrm>
              <a:off x="5122925" y="29224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0"/>
                  </a:moveTo>
                  <a:cubicBezTo>
                    <a:pt x="214" y="0"/>
                    <a:pt x="1" y="243"/>
                    <a:pt x="1" y="487"/>
                  </a:cubicBezTo>
                  <a:cubicBezTo>
                    <a:pt x="1" y="760"/>
                    <a:pt x="214" y="1003"/>
                    <a:pt x="487" y="1003"/>
                  </a:cubicBezTo>
                  <a:cubicBezTo>
                    <a:pt x="761" y="1003"/>
                    <a:pt x="974" y="760"/>
                    <a:pt x="974" y="487"/>
                  </a:cubicBezTo>
                  <a:cubicBezTo>
                    <a:pt x="974" y="243"/>
                    <a:pt x="791" y="0"/>
                    <a:pt x="487" y="0"/>
                  </a:cubicBezTo>
                  <a:close/>
                </a:path>
              </a:pathLst>
            </a:custGeom>
            <a:solidFill>
              <a:srgbClr val="F5D79B"/>
            </a:solidFill>
            <a:ln>
              <a:noFill/>
            </a:ln>
            <a:effectLst>
              <a:outerShdw blurRad="57150" dist="28575" dir="5400000" algn="bl" rotWithShape="0">
                <a:schemeClr val="dk1">
                  <a:alpha val="17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8" name="Google Shape;1878;p85"/>
            <p:cNvSpPr/>
            <p:nvPr/>
          </p:nvSpPr>
          <p:spPr>
            <a:xfrm>
              <a:off x="5176875" y="2922425"/>
              <a:ext cx="24350" cy="25100"/>
            </a:xfrm>
            <a:custGeom>
              <a:avLst/>
              <a:gdLst/>
              <a:ahLst/>
              <a:cxnLst/>
              <a:rect l="l" t="t" r="r" b="b"/>
              <a:pathLst>
                <a:path w="974" h="1004" extrusionOk="0">
                  <a:moveTo>
                    <a:pt x="487" y="0"/>
                  </a:moveTo>
                  <a:cubicBezTo>
                    <a:pt x="214" y="0"/>
                    <a:pt x="1" y="243"/>
                    <a:pt x="1" y="487"/>
                  </a:cubicBezTo>
                  <a:cubicBezTo>
                    <a:pt x="1" y="760"/>
                    <a:pt x="214" y="1003"/>
                    <a:pt x="487" y="1003"/>
                  </a:cubicBezTo>
                  <a:cubicBezTo>
                    <a:pt x="761" y="1003"/>
                    <a:pt x="974" y="760"/>
                    <a:pt x="974" y="487"/>
                  </a:cubicBezTo>
                  <a:cubicBezTo>
                    <a:pt x="974" y="243"/>
                    <a:pt x="761" y="0"/>
                    <a:pt x="487" y="0"/>
                  </a:cubicBezTo>
                  <a:close/>
                </a:path>
              </a:pathLst>
            </a:custGeom>
            <a:solidFill>
              <a:srgbClr val="6AEBE7"/>
            </a:solidFill>
            <a:ln>
              <a:noFill/>
            </a:ln>
            <a:effectLst>
              <a:outerShdw blurRad="57150" dist="28575" dir="5400000" algn="bl" rotWithShape="0">
                <a:schemeClr val="dk1">
                  <a:alpha val="17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9" name="Google Shape;1879;p85"/>
            <p:cNvSpPr/>
            <p:nvPr/>
          </p:nvSpPr>
          <p:spPr>
            <a:xfrm>
              <a:off x="5088750" y="3020450"/>
              <a:ext cx="95000" cy="95000"/>
            </a:xfrm>
            <a:custGeom>
              <a:avLst/>
              <a:gdLst/>
              <a:ahLst/>
              <a:cxnLst/>
              <a:rect l="l" t="t" r="r" b="b"/>
              <a:pathLst>
                <a:path w="3800" h="3800" extrusionOk="0">
                  <a:moveTo>
                    <a:pt x="1885" y="0"/>
                  </a:moveTo>
                  <a:cubicBezTo>
                    <a:pt x="821" y="0"/>
                    <a:pt x="0" y="821"/>
                    <a:pt x="0" y="1885"/>
                  </a:cubicBezTo>
                  <a:cubicBezTo>
                    <a:pt x="0" y="2949"/>
                    <a:pt x="821" y="3800"/>
                    <a:pt x="1885" y="3800"/>
                  </a:cubicBezTo>
                  <a:cubicBezTo>
                    <a:pt x="2948" y="3800"/>
                    <a:pt x="3800" y="2949"/>
                    <a:pt x="3800" y="1885"/>
                  </a:cubicBezTo>
                  <a:cubicBezTo>
                    <a:pt x="3800" y="821"/>
                    <a:pt x="2918" y="0"/>
                    <a:pt x="188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dist="19050" dir="5400000" algn="bl" rotWithShape="0">
                <a:schemeClr val="dk1">
                  <a:alpha val="18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0" name="Google Shape;1880;p85"/>
            <p:cNvSpPr/>
            <p:nvPr/>
          </p:nvSpPr>
          <p:spPr>
            <a:xfrm>
              <a:off x="5225525" y="3031850"/>
              <a:ext cx="335125" cy="22825"/>
            </a:xfrm>
            <a:custGeom>
              <a:avLst/>
              <a:gdLst/>
              <a:ahLst/>
              <a:cxnLst/>
              <a:rect l="l" t="t" r="r" b="b"/>
              <a:pathLst>
                <a:path w="13405" h="913" extrusionOk="0">
                  <a:moveTo>
                    <a:pt x="426" y="0"/>
                  </a:moveTo>
                  <a:cubicBezTo>
                    <a:pt x="183" y="0"/>
                    <a:pt x="0" y="183"/>
                    <a:pt x="0" y="426"/>
                  </a:cubicBezTo>
                  <a:lnTo>
                    <a:pt x="0" y="487"/>
                  </a:lnTo>
                  <a:cubicBezTo>
                    <a:pt x="0" y="730"/>
                    <a:pt x="183" y="912"/>
                    <a:pt x="426" y="912"/>
                  </a:cubicBezTo>
                  <a:lnTo>
                    <a:pt x="12979" y="912"/>
                  </a:lnTo>
                  <a:cubicBezTo>
                    <a:pt x="13222" y="912"/>
                    <a:pt x="13405" y="730"/>
                    <a:pt x="13405" y="487"/>
                  </a:cubicBezTo>
                  <a:lnTo>
                    <a:pt x="13405" y="426"/>
                  </a:lnTo>
                  <a:cubicBezTo>
                    <a:pt x="13405" y="183"/>
                    <a:pt x="13222" y="0"/>
                    <a:pt x="1297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85725" dist="19050" dir="5400000" algn="bl" rotWithShape="0">
                <a:schemeClr val="dk1">
                  <a:alpha val="18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1" name="Google Shape;1881;p85"/>
            <p:cNvSpPr/>
            <p:nvPr/>
          </p:nvSpPr>
          <p:spPr>
            <a:xfrm>
              <a:off x="5225525" y="3086550"/>
              <a:ext cx="186950" cy="22825"/>
            </a:xfrm>
            <a:custGeom>
              <a:avLst/>
              <a:gdLst/>
              <a:ahLst/>
              <a:cxnLst/>
              <a:rect l="l" t="t" r="r" b="b"/>
              <a:pathLst>
                <a:path w="7478" h="913" extrusionOk="0">
                  <a:moveTo>
                    <a:pt x="426" y="1"/>
                  </a:moveTo>
                  <a:cubicBezTo>
                    <a:pt x="183" y="1"/>
                    <a:pt x="0" y="183"/>
                    <a:pt x="0" y="426"/>
                  </a:cubicBezTo>
                  <a:lnTo>
                    <a:pt x="0" y="517"/>
                  </a:lnTo>
                  <a:cubicBezTo>
                    <a:pt x="0" y="730"/>
                    <a:pt x="183" y="913"/>
                    <a:pt x="426" y="913"/>
                  </a:cubicBezTo>
                  <a:lnTo>
                    <a:pt x="7052" y="913"/>
                  </a:lnTo>
                  <a:cubicBezTo>
                    <a:pt x="7295" y="913"/>
                    <a:pt x="7478" y="730"/>
                    <a:pt x="7478" y="517"/>
                  </a:cubicBezTo>
                  <a:lnTo>
                    <a:pt x="7478" y="426"/>
                  </a:lnTo>
                  <a:cubicBezTo>
                    <a:pt x="7478" y="183"/>
                    <a:pt x="7295" y="1"/>
                    <a:pt x="705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85725" dist="19050" dir="5400000" algn="bl" rotWithShape="0">
                <a:schemeClr val="dk1">
                  <a:alpha val="18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2" name="Google Shape;1882;p85"/>
            <p:cNvSpPr/>
            <p:nvPr/>
          </p:nvSpPr>
          <p:spPr>
            <a:xfrm>
              <a:off x="5434500" y="3086550"/>
              <a:ext cx="53975" cy="22825"/>
            </a:xfrm>
            <a:custGeom>
              <a:avLst/>
              <a:gdLst/>
              <a:ahLst/>
              <a:cxnLst/>
              <a:rect l="l" t="t" r="r" b="b"/>
              <a:pathLst>
                <a:path w="2159" h="913" extrusionOk="0">
                  <a:moveTo>
                    <a:pt x="456" y="1"/>
                  </a:moveTo>
                  <a:cubicBezTo>
                    <a:pt x="183" y="1"/>
                    <a:pt x="0" y="244"/>
                    <a:pt x="0" y="457"/>
                  </a:cubicBezTo>
                  <a:cubicBezTo>
                    <a:pt x="0" y="730"/>
                    <a:pt x="213" y="913"/>
                    <a:pt x="456" y="913"/>
                  </a:cubicBezTo>
                  <a:lnTo>
                    <a:pt x="1702" y="913"/>
                  </a:lnTo>
                  <a:cubicBezTo>
                    <a:pt x="1945" y="913"/>
                    <a:pt x="2128" y="730"/>
                    <a:pt x="2158" y="457"/>
                  </a:cubicBezTo>
                  <a:cubicBezTo>
                    <a:pt x="2158" y="214"/>
                    <a:pt x="1945" y="1"/>
                    <a:pt x="17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85725" dist="19050" dir="5400000" algn="bl" rotWithShape="0">
                <a:schemeClr val="dk1">
                  <a:alpha val="18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83" name="Google Shape;1883;p85"/>
          <p:cNvSpPr/>
          <p:nvPr/>
        </p:nvSpPr>
        <p:spPr>
          <a:xfrm>
            <a:off x="3253050" y="1354263"/>
            <a:ext cx="356425" cy="355650"/>
          </a:xfrm>
          <a:custGeom>
            <a:avLst/>
            <a:gdLst/>
            <a:ahLst/>
            <a:cxnLst/>
            <a:rect l="l" t="t" r="r" b="b"/>
            <a:pathLst>
              <a:path w="14257" h="14226" extrusionOk="0">
                <a:moveTo>
                  <a:pt x="7160" y="4895"/>
                </a:moveTo>
                <a:cubicBezTo>
                  <a:pt x="8066" y="4895"/>
                  <a:pt x="8891" y="5467"/>
                  <a:pt x="9180" y="6383"/>
                </a:cubicBezTo>
                <a:cubicBezTo>
                  <a:pt x="9575" y="7508"/>
                  <a:pt x="8967" y="8724"/>
                  <a:pt x="7812" y="9119"/>
                </a:cubicBezTo>
                <a:cubicBezTo>
                  <a:pt x="7591" y="9191"/>
                  <a:pt x="7367" y="9225"/>
                  <a:pt x="7145" y="9225"/>
                </a:cubicBezTo>
                <a:cubicBezTo>
                  <a:pt x="6241" y="9225"/>
                  <a:pt x="5394" y="8655"/>
                  <a:pt x="5077" y="7751"/>
                </a:cubicBezTo>
                <a:cubicBezTo>
                  <a:pt x="4712" y="6596"/>
                  <a:pt x="5320" y="5380"/>
                  <a:pt x="6444" y="5016"/>
                </a:cubicBezTo>
                <a:cubicBezTo>
                  <a:pt x="6683" y="4934"/>
                  <a:pt x="6924" y="4895"/>
                  <a:pt x="7160" y="4895"/>
                </a:cubicBezTo>
                <a:close/>
                <a:moveTo>
                  <a:pt x="6080" y="0"/>
                </a:moveTo>
                <a:lnTo>
                  <a:pt x="3526" y="851"/>
                </a:lnTo>
                <a:lnTo>
                  <a:pt x="4226" y="2827"/>
                </a:lnTo>
                <a:cubicBezTo>
                  <a:pt x="3830" y="3101"/>
                  <a:pt x="3526" y="3374"/>
                  <a:pt x="3222" y="3709"/>
                </a:cubicBezTo>
                <a:lnTo>
                  <a:pt x="1368" y="2797"/>
                </a:lnTo>
                <a:lnTo>
                  <a:pt x="183" y="5228"/>
                </a:lnTo>
                <a:lnTo>
                  <a:pt x="2037" y="6140"/>
                </a:lnTo>
                <a:cubicBezTo>
                  <a:pt x="1976" y="6566"/>
                  <a:pt x="1946" y="7022"/>
                  <a:pt x="1976" y="7478"/>
                </a:cubicBezTo>
                <a:lnTo>
                  <a:pt x="0" y="8146"/>
                </a:lnTo>
                <a:lnTo>
                  <a:pt x="852" y="10700"/>
                </a:lnTo>
                <a:lnTo>
                  <a:pt x="2827" y="10031"/>
                </a:lnTo>
                <a:cubicBezTo>
                  <a:pt x="3101" y="10396"/>
                  <a:pt x="3374" y="10700"/>
                  <a:pt x="3709" y="11004"/>
                </a:cubicBezTo>
                <a:lnTo>
                  <a:pt x="2797" y="12858"/>
                </a:lnTo>
                <a:lnTo>
                  <a:pt x="5229" y="14043"/>
                </a:lnTo>
                <a:lnTo>
                  <a:pt x="6140" y="12189"/>
                </a:lnTo>
                <a:cubicBezTo>
                  <a:pt x="6441" y="12232"/>
                  <a:pt x="6757" y="12275"/>
                  <a:pt x="7078" y="12275"/>
                </a:cubicBezTo>
                <a:cubicBezTo>
                  <a:pt x="7211" y="12275"/>
                  <a:pt x="7344" y="12268"/>
                  <a:pt x="7478" y="12250"/>
                </a:cubicBezTo>
                <a:lnTo>
                  <a:pt x="8147" y="14225"/>
                </a:lnTo>
                <a:lnTo>
                  <a:pt x="10700" y="13374"/>
                </a:lnTo>
                <a:lnTo>
                  <a:pt x="10031" y="11399"/>
                </a:lnTo>
                <a:cubicBezTo>
                  <a:pt x="10396" y="11125"/>
                  <a:pt x="10700" y="10852"/>
                  <a:pt x="11004" y="10517"/>
                </a:cubicBezTo>
                <a:lnTo>
                  <a:pt x="12858" y="11429"/>
                </a:lnTo>
                <a:lnTo>
                  <a:pt x="14043" y="8997"/>
                </a:lnTo>
                <a:lnTo>
                  <a:pt x="12189" y="8086"/>
                </a:lnTo>
                <a:cubicBezTo>
                  <a:pt x="12280" y="7660"/>
                  <a:pt x="12311" y="7204"/>
                  <a:pt x="12280" y="6748"/>
                </a:cubicBezTo>
                <a:lnTo>
                  <a:pt x="14256" y="6079"/>
                </a:lnTo>
                <a:lnTo>
                  <a:pt x="13375" y="3526"/>
                </a:lnTo>
                <a:lnTo>
                  <a:pt x="11399" y="4195"/>
                </a:lnTo>
                <a:cubicBezTo>
                  <a:pt x="11125" y="3830"/>
                  <a:pt x="10852" y="3526"/>
                  <a:pt x="10517" y="3222"/>
                </a:cubicBezTo>
                <a:lnTo>
                  <a:pt x="11429" y="1368"/>
                </a:lnTo>
                <a:lnTo>
                  <a:pt x="8998" y="183"/>
                </a:lnTo>
                <a:lnTo>
                  <a:pt x="8086" y="2037"/>
                </a:lnTo>
                <a:cubicBezTo>
                  <a:pt x="7785" y="1994"/>
                  <a:pt x="7469" y="1951"/>
                  <a:pt x="7148" y="1951"/>
                </a:cubicBezTo>
                <a:cubicBezTo>
                  <a:pt x="7015" y="1951"/>
                  <a:pt x="6882" y="1958"/>
                  <a:pt x="6748" y="1976"/>
                </a:cubicBezTo>
                <a:lnTo>
                  <a:pt x="608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57150" dist="57150" dir="5400000" algn="bl" rotWithShape="0">
              <a:schemeClr val="dk1">
                <a:alpha val="16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4" name="Google Shape;1884;p85"/>
          <p:cNvSpPr/>
          <p:nvPr/>
        </p:nvSpPr>
        <p:spPr>
          <a:xfrm>
            <a:off x="922750" y="3969013"/>
            <a:ext cx="250775" cy="250775"/>
          </a:xfrm>
          <a:custGeom>
            <a:avLst/>
            <a:gdLst/>
            <a:ahLst/>
            <a:cxnLst/>
            <a:rect l="l" t="t" r="r" b="b"/>
            <a:pathLst>
              <a:path w="10031" h="10031" extrusionOk="0">
                <a:moveTo>
                  <a:pt x="5047" y="3455"/>
                </a:moveTo>
                <a:cubicBezTo>
                  <a:pt x="5309" y="3455"/>
                  <a:pt x="5573" y="3526"/>
                  <a:pt x="5806" y="3678"/>
                </a:cubicBezTo>
                <a:cubicBezTo>
                  <a:pt x="6535" y="4134"/>
                  <a:pt x="6778" y="5046"/>
                  <a:pt x="6353" y="5775"/>
                </a:cubicBezTo>
                <a:cubicBezTo>
                  <a:pt x="6074" y="6254"/>
                  <a:pt x="5572" y="6523"/>
                  <a:pt x="5055" y="6523"/>
                </a:cubicBezTo>
                <a:cubicBezTo>
                  <a:pt x="4783" y="6523"/>
                  <a:pt x="4507" y="6449"/>
                  <a:pt x="4256" y="6292"/>
                </a:cubicBezTo>
                <a:cubicBezTo>
                  <a:pt x="3526" y="5897"/>
                  <a:pt x="3283" y="4924"/>
                  <a:pt x="3739" y="4225"/>
                </a:cubicBezTo>
                <a:cubicBezTo>
                  <a:pt x="4002" y="3739"/>
                  <a:pt x="4522" y="3455"/>
                  <a:pt x="5047" y="3455"/>
                </a:cubicBezTo>
                <a:close/>
                <a:moveTo>
                  <a:pt x="4681" y="0"/>
                </a:moveTo>
                <a:lnTo>
                  <a:pt x="2857" y="456"/>
                </a:lnTo>
                <a:lnTo>
                  <a:pt x="3222" y="1854"/>
                </a:lnTo>
                <a:cubicBezTo>
                  <a:pt x="2979" y="2006"/>
                  <a:pt x="2705" y="2189"/>
                  <a:pt x="2462" y="2432"/>
                </a:cubicBezTo>
                <a:lnTo>
                  <a:pt x="1216" y="1672"/>
                </a:lnTo>
                <a:lnTo>
                  <a:pt x="274" y="3313"/>
                </a:lnTo>
                <a:lnTo>
                  <a:pt x="1520" y="4073"/>
                </a:lnTo>
                <a:cubicBezTo>
                  <a:pt x="1459" y="4377"/>
                  <a:pt x="1398" y="4681"/>
                  <a:pt x="1398" y="4985"/>
                </a:cubicBezTo>
                <a:lnTo>
                  <a:pt x="0" y="5350"/>
                </a:lnTo>
                <a:lnTo>
                  <a:pt x="456" y="7173"/>
                </a:lnTo>
                <a:lnTo>
                  <a:pt x="1854" y="6809"/>
                </a:lnTo>
                <a:cubicBezTo>
                  <a:pt x="2006" y="7052"/>
                  <a:pt x="2189" y="7325"/>
                  <a:pt x="2432" y="7569"/>
                </a:cubicBezTo>
                <a:lnTo>
                  <a:pt x="1672" y="8815"/>
                </a:lnTo>
                <a:lnTo>
                  <a:pt x="3313" y="9757"/>
                </a:lnTo>
                <a:lnTo>
                  <a:pt x="4073" y="8511"/>
                </a:lnTo>
                <a:cubicBezTo>
                  <a:pt x="4377" y="8572"/>
                  <a:pt x="4681" y="8632"/>
                  <a:pt x="4985" y="8632"/>
                </a:cubicBezTo>
                <a:lnTo>
                  <a:pt x="5350" y="10031"/>
                </a:lnTo>
                <a:lnTo>
                  <a:pt x="7174" y="9575"/>
                </a:lnTo>
                <a:lnTo>
                  <a:pt x="6809" y="8176"/>
                </a:lnTo>
                <a:cubicBezTo>
                  <a:pt x="7052" y="8024"/>
                  <a:pt x="7326" y="7812"/>
                  <a:pt x="7569" y="7599"/>
                </a:cubicBezTo>
                <a:lnTo>
                  <a:pt x="8815" y="8359"/>
                </a:lnTo>
                <a:lnTo>
                  <a:pt x="9757" y="6717"/>
                </a:lnTo>
                <a:lnTo>
                  <a:pt x="8511" y="5958"/>
                </a:lnTo>
                <a:cubicBezTo>
                  <a:pt x="8572" y="5654"/>
                  <a:pt x="8633" y="5350"/>
                  <a:pt x="8633" y="5046"/>
                </a:cubicBezTo>
                <a:lnTo>
                  <a:pt x="10031" y="4681"/>
                </a:lnTo>
                <a:lnTo>
                  <a:pt x="9575" y="2857"/>
                </a:lnTo>
                <a:lnTo>
                  <a:pt x="8177" y="3222"/>
                </a:lnTo>
                <a:cubicBezTo>
                  <a:pt x="8025" y="2948"/>
                  <a:pt x="7842" y="2705"/>
                  <a:pt x="7599" y="2462"/>
                </a:cubicBezTo>
                <a:lnTo>
                  <a:pt x="8359" y="1216"/>
                </a:lnTo>
                <a:lnTo>
                  <a:pt x="6718" y="274"/>
                </a:lnTo>
                <a:lnTo>
                  <a:pt x="5958" y="1520"/>
                </a:lnTo>
                <a:cubicBezTo>
                  <a:pt x="5654" y="1429"/>
                  <a:pt x="5350" y="1398"/>
                  <a:pt x="5046" y="1398"/>
                </a:cubicBezTo>
                <a:lnTo>
                  <a:pt x="46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  <a:effectLst>
            <a:outerShdw blurRad="57150" dist="476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800"/>
                                        <p:tgtEl>
                                          <p:spTgt spid="18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800"/>
                                        <p:tgtEl>
                                          <p:spTgt spid="18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800"/>
                                        <p:tgtEl>
                                          <p:spTgt spid="18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800"/>
                                        <p:tgtEl>
                                          <p:spTgt spid="18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800"/>
                            </p:stCondLst>
                            <p:childTnLst>
                              <p:par>
                                <p:cTn id="18" presetID="8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19" dur="800" fill="hold"/>
                                        <p:tgtEl>
                                          <p:spTgt spid="188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0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21" dur="800" fill="hold"/>
                                        <p:tgtEl>
                                          <p:spTgt spid="188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8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5" grpId="0"/>
      <p:bldP spid="1846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04" name="Google Shape;1304;p71"/>
          <p:cNvGrpSpPr/>
          <p:nvPr/>
        </p:nvGrpSpPr>
        <p:grpSpPr>
          <a:xfrm>
            <a:off x="719975" y="1539905"/>
            <a:ext cx="3010825" cy="1776300"/>
            <a:chOff x="719975" y="1114972"/>
            <a:chExt cx="3010825" cy="1776300"/>
          </a:xfrm>
        </p:grpSpPr>
        <p:sp>
          <p:nvSpPr>
            <p:cNvPr id="1305" name="Google Shape;1305;p71"/>
            <p:cNvSpPr/>
            <p:nvPr/>
          </p:nvSpPr>
          <p:spPr>
            <a:xfrm>
              <a:off x="720000" y="1114972"/>
              <a:ext cx="3010800" cy="1776300"/>
            </a:xfrm>
            <a:prstGeom prst="roundRect">
              <a:avLst>
                <a:gd name="adj" fmla="val 12355"/>
              </a:avLst>
            </a:prstGeom>
            <a:gradFill>
              <a:gsLst>
                <a:gs pos="0">
                  <a:schemeClr val="lt1"/>
                </a:gs>
                <a:gs pos="100000">
                  <a:srgbClr val="F9F8FF">
                    <a:alpha val="86666"/>
                  </a:srgbClr>
                </a:gs>
              </a:gsLst>
              <a:lin ang="5400012" scaled="0"/>
            </a:gradFill>
            <a:ln>
              <a:noFill/>
            </a:ln>
            <a:effectLst>
              <a:outerShdw blurRad="57150" dist="47625" dir="5460000" algn="bl" rotWithShape="0">
                <a:schemeClr val="dk1">
                  <a:alpha val="22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Google Shape;1306;p71"/>
            <p:cNvSpPr/>
            <p:nvPr/>
          </p:nvSpPr>
          <p:spPr>
            <a:xfrm>
              <a:off x="719975" y="1114975"/>
              <a:ext cx="3010800" cy="3552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dk2"/>
            </a:solidFill>
            <a:ln w="9525" cap="flat" cmpd="sng">
              <a:solidFill>
                <a:srgbClr val="D2D6FF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47625" dir="5400000" algn="bl" rotWithShape="0">
                <a:schemeClr val="dk1">
                  <a:alpha val="1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07" name="Google Shape;1307;p71"/>
            <p:cNvGrpSpPr/>
            <p:nvPr/>
          </p:nvGrpSpPr>
          <p:grpSpPr>
            <a:xfrm rot="10800000" flipH="1">
              <a:off x="881412" y="1244995"/>
              <a:ext cx="429322" cy="93999"/>
              <a:chOff x="5840230" y="744468"/>
              <a:chExt cx="431653" cy="94500"/>
            </a:xfrm>
          </p:grpSpPr>
          <p:sp>
            <p:nvSpPr>
              <p:cNvPr id="1308" name="Google Shape;1308;p71"/>
              <p:cNvSpPr/>
              <p:nvPr/>
            </p:nvSpPr>
            <p:spPr>
              <a:xfrm>
                <a:off x="5840230" y="744468"/>
                <a:ext cx="94500" cy="94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rgbClr val="5352E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9" name="Google Shape;1309;p71"/>
              <p:cNvSpPr/>
              <p:nvPr/>
            </p:nvSpPr>
            <p:spPr>
              <a:xfrm>
                <a:off x="6008807" y="744468"/>
                <a:ext cx="94500" cy="945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rgbClr val="5352E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0" name="Google Shape;1310;p71"/>
              <p:cNvSpPr/>
              <p:nvPr/>
            </p:nvSpPr>
            <p:spPr>
              <a:xfrm>
                <a:off x="6177384" y="744468"/>
                <a:ext cx="94500" cy="945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rgbClr val="5352E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311" name="Google Shape;1311;p71"/>
          <p:cNvSpPr txBox="1">
            <a:spLocks noGrp="1"/>
          </p:cNvSpPr>
          <p:nvPr>
            <p:ph type="title" idx="5"/>
          </p:nvPr>
        </p:nvSpPr>
        <p:spPr>
          <a:xfrm>
            <a:off x="3900975" y="1703097"/>
            <a:ext cx="983700" cy="86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1</a:t>
            </a:r>
            <a:endParaRPr dirty="0"/>
          </a:p>
        </p:txBody>
      </p:sp>
      <p:sp>
        <p:nvSpPr>
          <p:cNvPr id="1312" name="Google Shape;1312;p71"/>
          <p:cNvSpPr txBox="1">
            <a:spLocks noGrp="1"/>
          </p:cNvSpPr>
          <p:nvPr>
            <p:ph type="ctrTitle"/>
          </p:nvPr>
        </p:nvSpPr>
        <p:spPr>
          <a:xfrm>
            <a:off x="4178207" y="900005"/>
            <a:ext cx="4195595" cy="367500"/>
          </a:xfrm>
          <a:prstGeom prst="rect">
            <a:avLst/>
          </a:prstGeom>
        </p:spPr>
        <p:txBody>
          <a:bodyPr spcFirstLastPara="1" wrap="square" lIns="91425" tIns="91425" rIns="0" bIns="91425" anchor="ctr" anchorCtr="0">
            <a:noAutofit/>
          </a:bodyPr>
          <a:lstStyle/>
          <a:p>
            <a:pPr lvl="0"/>
            <a:r>
              <a:rPr lang="ru-RU" sz="2400" dirty="0"/>
              <a:t>В интернете могут быть:</a:t>
            </a:r>
            <a:endParaRPr sz="2400" dirty="0"/>
          </a:p>
        </p:txBody>
      </p:sp>
      <p:sp>
        <p:nvSpPr>
          <p:cNvPr id="1314" name="Google Shape;1314;p71"/>
          <p:cNvSpPr txBox="1">
            <a:spLocks noGrp="1"/>
          </p:cNvSpPr>
          <p:nvPr>
            <p:ph type="ctrTitle" idx="6"/>
          </p:nvPr>
        </p:nvSpPr>
        <p:spPr>
          <a:xfrm>
            <a:off x="4884650" y="2827542"/>
            <a:ext cx="3489000" cy="367500"/>
          </a:xfrm>
          <a:prstGeom prst="rect">
            <a:avLst/>
          </a:prstGeom>
        </p:spPr>
        <p:txBody>
          <a:bodyPr spcFirstLastPara="1" wrap="square" lIns="91425" tIns="91425" rIns="45700" bIns="91425" anchor="ctr" anchorCtr="0">
            <a:noAutofit/>
          </a:bodyPr>
          <a:lstStyle/>
          <a:p>
            <a:pPr lvl="0"/>
            <a:r>
              <a:rPr lang="ru-RU" sz="2400" dirty="0"/>
              <a:t>Опасные сайты</a:t>
            </a:r>
            <a:endParaRPr sz="2400" dirty="0"/>
          </a:p>
        </p:txBody>
      </p:sp>
      <p:sp>
        <p:nvSpPr>
          <p:cNvPr id="1315" name="Google Shape;1315;p71"/>
          <p:cNvSpPr txBox="1">
            <a:spLocks noGrp="1"/>
          </p:cNvSpPr>
          <p:nvPr>
            <p:ph type="ctrTitle" idx="3"/>
          </p:nvPr>
        </p:nvSpPr>
        <p:spPr>
          <a:xfrm>
            <a:off x="4884822" y="1950297"/>
            <a:ext cx="3489000" cy="36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ru-RU" sz="2400" dirty="0"/>
              <a:t>Незнакомые люди</a:t>
            </a:r>
            <a:endParaRPr sz="2400" dirty="0"/>
          </a:p>
        </p:txBody>
      </p:sp>
      <p:sp>
        <p:nvSpPr>
          <p:cNvPr id="1316" name="Google Shape;1316;p71"/>
          <p:cNvSpPr txBox="1">
            <a:spLocks noGrp="1"/>
          </p:cNvSpPr>
          <p:nvPr>
            <p:ph type="ctrTitle" idx="14"/>
          </p:nvPr>
        </p:nvSpPr>
        <p:spPr>
          <a:xfrm>
            <a:off x="4884375" y="3703480"/>
            <a:ext cx="3488700" cy="36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ru-RU" sz="2400" dirty="0"/>
              <a:t>Ложная информация</a:t>
            </a:r>
            <a:endParaRPr sz="2400" dirty="0"/>
          </a:p>
        </p:txBody>
      </p:sp>
      <p:sp>
        <p:nvSpPr>
          <p:cNvPr id="1319" name="Google Shape;1319;p71"/>
          <p:cNvSpPr txBox="1">
            <a:spLocks noGrp="1"/>
          </p:cNvSpPr>
          <p:nvPr>
            <p:ph type="title" idx="8"/>
          </p:nvPr>
        </p:nvSpPr>
        <p:spPr>
          <a:xfrm>
            <a:off x="3900975" y="2573935"/>
            <a:ext cx="983700" cy="86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2</a:t>
            </a:r>
            <a:endParaRPr dirty="0"/>
          </a:p>
        </p:txBody>
      </p:sp>
      <p:sp>
        <p:nvSpPr>
          <p:cNvPr id="1321" name="Google Shape;1321;p71"/>
          <p:cNvSpPr txBox="1">
            <a:spLocks noGrp="1"/>
          </p:cNvSpPr>
          <p:nvPr>
            <p:ph type="title" idx="13"/>
          </p:nvPr>
        </p:nvSpPr>
        <p:spPr>
          <a:xfrm>
            <a:off x="3900975" y="3453730"/>
            <a:ext cx="983400" cy="86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3</a:t>
            </a:r>
            <a:endParaRPr dirty="0"/>
          </a:p>
        </p:txBody>
      </p:sp>
      <p:sp>
        <p:nvSpPr>
          <p:cNvPr id="1322" name="Google Shape;1322;p71"/>
          <p:cNvSpPr txBox="1">
            <a:spLocks noGrp="1"/>
          </p:cNvSpPr>
          <p:nvPr>
            <p:ph type="title" idx="15"/>
          </p:nvPr>
        </p:nvSpPr>
        <p:spPr>
          <a:xfrm>
            <a:off x="822750" y="1983087"/>
            <a:ext cx="2835900" cy="111164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ru-RU" sz="2600" dirty="0"/>
              <a:t>Почему важно соблюдать правила?</a:t>
            </a:r>
            <a:endParaRPr sz="2600" dirty="0"/>
          </a:p>
        </p:txBody>
      </p:sp>
      <p:grpSp>
        <p:nvGrpSpPr>
          <p:cNvPr id="1323" name="Google Shape;1323;p71"/>
          <p:cNvGrpSpPr/>
          <p:nvPr/>
        </p:nvGrpSpPr>
        <p:grpSpPr>
          <a:xfrm>
            <a:off x="1964262" y="3133859"/>
            <a:ext cx="1422619" cy="908118"/>
            <a:chOff x="1964262" y="3133859"/>
            <a:chExt cx="1422619" cy="908118"/>
          </a:xfrm>
        </p:grpSpPr>
        <p:grpSp>
          <p:nvGrpSpPr>
            <p:cNvPr id="1324" name="Google Shape;1324;p71"/>
            <p:cNvGrpSpPr/>
            <p:nvPr/>
          </p:nvGrpSpPr>
          <p:grpSpPr>
            <a:xfrm>
              <a:off x="2627043" y="3133859"/>
              <a:ext cx="759839" cy="908118"/>
              <a:chOff x="7948975" y="1691400"/>
              <a:chExt cx="623125" cy="744725"/>
            </a:xfrm>
          </p:grpSpPr>
          <p:sp>
            <p:nvSpPr>
              <p:cNvPr id="1325" name="Google Shape;1325;p71"/>
              <p:cNvSpPr/>
              <p:nvPr/>
            </p:nvSpPr>
            <p:spPr>
              <a:xfrm>
                <a:off x="7948975" y="1770425"/>
                <a:ext cx="623125" cy="665700"/>
              </a:xfrm>
              <a:custGeom>
                <a:avLst/>
                <a:gdLst/>
                <a:ahLst/>
                <a:cxnLst/>
                <a:rect l="l" t="t" r="r" b="b"/>
                <a:pathLst>
                  <a:path w="24925" h="26628" extrusionOk="0">
                    <a:moveTo>
                      <a:pt x="1" y="1"/>
                    </a:moveTo>
                    <a:lnTo>
                      <a:pt x="1" y="25199"/>
                    </a:lnTo>
                    <a:cubicBezTo>
                      <a:pt x="1" y="25989"/>
                      <a:pt x="639" y="26627"/>
                      <a:pt x="1429" y="26627"/>
                    </a:cubicBezTo>
                    <a:lnTo>
                      <a:pt x="23436" y="26627"/>
                    </a:lnTo>
                    <a:cubicBezTo>
                      <a:pt x="24226" y="26627"/>
                      <a:pt x="24864" y="25989"/>
                      <a:pt x="24925" y="25199"/>
                    </a:cubicBezTo>
                    <a:lnTo>
                      <a:pt x="2492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rgbClr val="F9F8FF">
                      <a:alpha val="86666"/>
                    </a:srgbClr>
                  </a:gs>
                </a:gsLst>
                <a:lin ang="5400700" scaled="0"/>
              </a:gradFill>
              <a:ln>
                <a:noFill/>
              </a:ln>
              <a:effectLst>
                <a:outerShdw blurRad="57150" dist="57150" dir="5400000" algn="bl" rotWithShape="0">
                  <a:schemeClr val="dk1">
                    <a:alpha val="1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6" name="Google Shape;1326;p71"/>
              <p:cNvSpPr/>
              <p:nvPr/>
            </p:nvSpPr>
            <p:spPr>
              <a:xfrm>
                <a:off x="7948975" y="1691400"/>
                <a:ext cx="623125" cy="78300"/>
              </a:xfrm>
              <a:custGeom>
                <a:avLst/>
                <a:gdLst/>
                <a:ahLst/>
                <a:cxnLst/>
                <a:rect l="l" t="t" r="r" b="b"/>
                <a:pathLst>
                  <a:path w="24925" h="3132" extrusionOk="0">
                    <a:moveTo>
                      <a:pt x="1429" y="0"/>
                    </a:moveTo>
                    <a:cubicBezTo>
                      <a:pt x="639" y="0"/>
                      <a:pt x="1" y="639"/>
                      <a:pt x="1" y="1459"/>
                    </a:cubicBezTo>
                    <a:lnTo>
                      <a:pt x="1" y="3131"/>
                    </a:lnTo>
                    <a:lnTo>
                      <a:pt x="24925" y="3131"/>
                    </a:lnTo>
                    <a:lnTo>
                      <a:pt x="24925" y="1459"/>
                    </a:lnTo>
                    <a:cubicBezTo>
                      <a:pt x="24864" y="639"/>
                      <a:pt x="24226" y="0"/>
                      <a:pt x="2343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rgbClr val="D2D6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7" name="Google Shape;1327;p71"/>
              <p:cNvSpPr/>
              <p:nvPr/>
            </p:nvSpPr>
            <p:spPr>
              <a:xfrm>
                <a:off x="7995325" y="1717225"/>
                <a:ext cx="24350" cy="24350"/>
              </a:xfrm>
              <a:custGeom>
                <a:avLst/>
                <a:gdLst/>
                <a:ahLst/>
                <a:cxnLst/>
                <a:rect l="l" t="t" r="r" b="b"/>
                <a:pathLst>
                  <a:path w="974" h="974" extrusionOk="0">
                    <a:moveTo>
                      <a:pt x="487" y="1"/>
                    </a:moveTo>
                    <a:cubicBezTo>
                      <a:pt x="213" y="1"/>
                      <a:pt x="1" y="214"/>
                      <a:pt x="1" y="487"/>
                    </a:cubicBezTo>
                    <a:cubicBezTo>
                      <a:pt x="1" y="761"/>
                      <a:pt x="213" y="974"/>
                      <a:pt x="487" y="974"/>
                    </a:cubicBezTo>
                    <a:cubicBezTo>
                      <a:pt x="761" y="974"/>
                      <a:pt x="973" y="761"/>
                      <a:pt x="973" y="487"/>
                    </a:cubicBezTo>
                    <a:cubicBezTo>
                      <a:pt x="973" y="214"/>
                      <a:pt x="791" y="1"/>
                      <a:pt x="487" y="1"/>
                    </a:cubicBezTo>
                    <a:close/>
                  </a:path>
                </a:pathLst>
              </a:custGeom>
              <a:solidFill>
                <a:srgbClr val="FFC3D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8" name="Google Shape;1328;p71"/>
              <p:cNvSpPr/>
              <p:nvPr/>
            </p:nvSpPr>
            <p:spPr>
              <a:xfrm>
                <a:off x="8049275" y="1717225"/>
                <a:ext cx="24350" cy="24350"/>
              </a:xfrm>
              <a:custGeom>
                <a:avLst/>
                <a:gdLst/>
                <a:ahLst/>
                <a:cxnLst/>
                <a:rect l="l" t="t" r="r" b="b"/>
                <a:pathLst>
                  <a:path w="974" h="974" extrusionOk="0">
                    <a:moveTo>
                      <a:pt x="487" y="1"/>
                    </a:moveTo>
                    <a:cubicBezTo>
                      <a:pt x="244" y="1"/>
                      <a:pt x="1" y="214"/>
                      <a:pt x="1" y="487"/>
                    </a:cubicBezTo>
                    <a:cubicBezTo>
                      <a:pt x="1" y="761"/>
                      <a:pt x="214" y="974"/>
                      <a:pt x="487" y="974"/>
                    </a:cubicBezTo>
                    <a:cubicBezTo>
                      <a:pt x="761" y="974"/>
                      <a:pt x="973" y="761"/>
                      <a:pt x="973" y="487"/>
                    </a:cubicBezTo>
                    <a:cubicBezTo>
                      <a:pt x="973" y="214"/>
                      <a:pt x="761" y="1"/>
                      <a:pt x="487" y="1"/>
                    </a:cubicBezTo>
                    <a:close/>
                  </a:path>
                </a:pathLst>
              </a:custGeom>
              <a:solidFill>
                <a:srgbClr val="F5D7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9" name="Google Shape;1329;p71"/>
              <p:cNvSpPr/>
              <p:nvPr/>
            </p:nvSpPr>
            <p:spPr>
              <a:xfrm>
                <a:off x="8103225" y="1717225"/>
                <a:ext cx="25100" cy="24350"/>
              </a:xfrm>
              <a:custGeom>
                <a:avLst/>
                <a:gdLst/>
                <a:ahLst/>
                <a:cxnLst/>
                <a:rect l="l" t="t" r="r" b="b"/>
                <a:pathLst>
                  <a:path w="1004" h="974" extrusionOk="0">
                    <a:moveTo>
                      <a:pt x="518" y="1"/>
                    </a:moveTo>
                    <a:cubicBezTo>
                      <a:pt x="244" y="1"/>
                      <a:pt x="1" y="214"/>
                      <a:pt x="1" y="487"/>
                    </a:cubicBezTo>
                    <a:cubicBezTo>
                      <a:pt x="1" y="761"/>
                      <a:pt x="244" y="974"/>
                      <a:pt x="518" y="974"/>
                    </a:cubicBezTo>
                    <a:cubicBezTo>
                      <a:pt x="761" y="974"/>
                      <a:pt x="1004" y="761"/>
                      <a:pt x="1004" y="487"/>
                    </a:cubicBezTo>
                    <a:cubicBezTo>
                      <a:pt x="1004" y="214"/>
                      <a:pt x="761" y="1"/>
                      <a:pt x="518" y="1"/>
                    </a:cubicBezTo>
                    <a:close/>
                  </a:path>
                </a:pathLst>
              </a:custGeom>
              <a:solidFill>
                <a:srgbClr val="6AEBE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0" name="Google Shape;1330;p71"/>
              <p:cNvSpPr/>
              <p:nvPr/>
            </p:nvSpPr>
            <p:spPr>
              <a:xfrm>
                <a:off x="8015075" y="1863125"/>
                <a:ext cx="95025" cy="95025"/>
              </a:xfrm>
              <a:custGeom>
                <a:avLst/>
                <a:gdLst/>
                <a:ahLst/>
                <a:cxnLst/>
                <a:rect l="l" t="t" r="r" b="b"/>
                <a:pathLst>
                  <a:path w="3801" h="3801" extrusionOk="0">
                    <a:moveTo>
                      <a:pt x="1916" y="1"/>
                    </a:moveTo>
                    <a:cubicBezTo>
                      <a:pt x="852" y="1"/>
                      <a:pt x="1" y="852"/>
                      <a:pt x="1" y="1916"/>
                    </a:cubicBezTo>
                    <a:cubicBezTo>
                      <a:pt x="1" y="2980"/>
                      <a:pt x="852" y="3800"/>
                      <a:pt x="1916" y="3800"/>
                    </a:cubicBezTo>
                    <a:cubicBezTo>
                      <a:pt x="2980" y="3800"/>
                      <a:pt x="3800" y="2980"/>
                      <a:pt x="3800" y="1916"/>
                    </a:cubicBezTo>
                    <a:cubicBezTo>
                      <a:pt x="3800" y="852"/>
                      <a:pt x="2980" y="1"/>
                      <a:pt x="191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1" name="Google Shape;1331;p71"/>
              <p:cNvSpPr/>
              <p:nvPr/>
            </p:nvSpPr>
            <p:spPr>
              <a:xfrm>
                <a:off x="8151100" y="1874525"/>
                <a:ext cx="335900" cy="22825"/>
              </a:xfrm>
              <a:custGeom>
                <a:avLst/>
                <a:gdLst/>
                <a:ahLst/>
                <a:cxnLst/>
                <a:rect l="l" t="t" r="r" b="b"/>
                <a:pathLst>
                  <a:path w="13436" h="913" extrusionOk="0">
                    <a:moveTo>
                      <a:pt x="426" y="1"/>
                    </a:moveTo>
                    <a:cubicBezTo>
                      <a:pt x="183" y="1"/>
                      <a:pt x="1" y="214"/>
                      <a:pt x="1" y="426"/>
                    </a:cubicBezTo>
                    <a:lnTo>
                      <a:pt x="1" y="518"/>
                    </a:lnTo>
                    <a:cubicBezTo>
                      <a:pt x="1" y="730"/>
                      <a:pt x="183" y="913"/>
                      <a:pt x="426" y="913"/>
                    </a:cubicBezTo>
                    <a:lnTo>
                      <a:pt x="13041" y="913"/>
                    </a:lnTo>
                    <a:cubicBezTo>
                      <a:pt x="13253" y="913"/>
                      <a:pt x="13436" y="730"/>
                      <a:pt x="13405" y="518"/>
                    </a:cubicBezTo>
                    <a:lnTo>
                      <a:pt x="13405" y="426"/>
                    </a:lnTo>
                    <a:cubicBezTo>
                      <a:pt x="13405" y="214"/>
                      <a:pt x="13223" y="1"/>
                      <a:pt x="1298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2" name="Google Shape;1332;p71"/>
              <p:cNvSpPr/>
              <p:nvPr/>
            </p:nvSpPr>
            <p:spPr>
              <a:xfrm>
                <a:off x="8151100" y="1930000"/>
                <a:ext cx="186975" cy="22825"/>
              </a:xfrm>
              <a:custGeom>
                <a:avLst/>
                <a:gdLst/>
                <a:ahLst/>
                <a:cxnLst/>
                <a:rect l="l" t="t" r="r" b="b"/>
                <a:pathLst>
                  <a:path w="7479" h="913" extrusionOk="0">
                    <a:moveTo>
                      <a:pt x="426" y="1"/>
                    </a:moveTo>
                    <a:cubicBezTo>
                      <a:pt x="183" y="1"/>
                      <a:pt x="1" y="183"/>
                      <a:pt x="1" y="426"/>
                    </a:cubicBezTo>
                    <a:lnTo>
                      <a:pt x="1" y="487"/>
                    </a:lnTo>
                    <a:cubicBezTo>
                      <a:pt x="1" y="730"/>
                      <a:pt x="183" y="913"/>
                      <a:pt x="426" y="913"/>
                    </a:cubicBezTo>
                    <a:lnTo>
                      <a:pt x="7113" y="913"/>
                    </a:lnTo>
                    <a:cubicBezTo>
                      <a:pt x="7326" y="913"/>
                      <a:pt x="7478" y="730"/>
                      <a:pt x="7478" y="487"/>
                    </a:cubicBezTo>
                    <a:lnTo>
                      <a:pt x="7478" y="426"/>
                    </a:lnTo>
                    <a:cubicBezTo>
                      <a:pt x="7478" y="183"/>
                      <a:pt x="7296" y="1"/>
                      <a:pt x="705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3" name="Google Shape;1333;p71"/>
              <p:cNvSpPr/>
              <p:nvPr/>
            </p:nvSpPr>
            <p:spPr>
              <a:xfrm>
                <a:off x="8360825" y="1930000"/>
                <a:ext cx="54000" cy="22825"/>
              </a:xfrm>
              <a:custGeom>
                <a:avLst/>
                <a:gdLst/>
                <a:ahLst/>
                <a:cxnLst/>
                <a:rect l="l" t="t" r="r" b="b"/>
                <a:pathLst>
                  <a:path w="2160" h="913" extrusionOk="0">
                    <a:moveTo>
                      <a:pt x="457" y="1"/>
                    </a:moveTo>
                    <a:cubicBezTo>
                      <a:pt x="183" y="1"/>
                      <a:pt x="1" y="213"/>
                      <a:pt x="1" y="457"/>
                    </a:cubicBezTo>
                    <a:cubicBezTo>
                      <a:pt x="1" y="730"/>
                      <a:pt x="244" y="913"/>
                      <a:pt x="457" y="913"/>
                    </a:cubicBezTo>
                    <a:lnTo>
                      <a:pt x="1703" y="913"/>
                    </a:lnTo>
                    <a:cubicBezTo>
                      <a:pt x="1946" y="913"/>
                      <a:pt x="2129" y="730"/>
                      <a:pt x="2159" y="457"/>
                    </a:cubicBezTo>
                    <a:cubicBezTo>
                      <a:pt x="2159" y="183"/>
                      <a:pt x="1946" y="1"/>
                      <a:pt x="170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4" name="Google Shape;1334;p71"/>
              <p:cNvSpPr/>
              <p:nvPr/>
            </p:nvSpPr>
            <p:spPr>
              <a:xfrm>
                <a:off x="8015075" y="2030300"/>
                <a:ext cx="95025" cy="95025"/>
              </a:xfrm>
              <a:custGeom>
                <a:avLst/>
                <a:gdLst/>
                <a:ahLst/>
                <a:cxnLst/>
                <a:rect l="l" t="t" r="r" b="b"/>
                <a:pathLst>
                  <a:path w="3801" h="3801" extrusionOk="0">
                    <a:moveTo>
                      <a:pt x="1916" y="1"/>
                    </a:moveTo>
                    <a:cubicBezTo>
                      <a:pt x="852" y="1"/>
                      <a:pt x="1" y="852"/>
                      <a:pt x="1" y="1916"/>
                    </a:cubicBezTo>
                    <a:cubicBezTo>
                      <a:pt x="1" y="2980"/>
                      <a:pt x="852" y="3800"/>
                      <a:pt x="1916" y="3800"/>
                    </a:cubicBezTo>
                    <a:cubicBezTo>
                      <a:pt x="2980" y="3800"/>
                      <a:pt x="3800" y="2980"/>
                      <a:pt x="3800" y="1916"/>
                    </a:cubicBezTo>
                    <a:cubicBezTo>
                      <a:pt x="3800" y="852"/>
                      <a:pt x="2980" y="1"/>
                      <a:pt x="191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5" name="Google Shape;1335;p71"/>
              <p:cNvSpPr/>
              <p:nvPr/>
            </p:nvSpPr>
            <p:spPr>
              <a:xfrm>
                <a:off x="8151100" y="2041700"/>
                <a:ext cx="335900" cy="22825"/>
              </a:xfrm>
              <a:custGeom>
                <a:avLst/>
                <a:gdLst/>
                <a:ahLst/>
                <a:cxnLst/>
                <a:rect l="l" t="t" r="r" b="b"/>
                <a:pathLst>
                  <a:path w="13436" h="913" extrusionOk="0">
                    <a:moveTo>
                      <a:pt x="426" y="1"/>
                    </a:moveTo>
                    <a:cubicBezTo>
                      <a:pt x="183" y="1"/>
                      <a:pt x="1" y="214"/>
                      <a:pt x="1" y="426"/>
                    </a:cubicBezTo>
                    <a:lnTo>
                      <a:pt x="1" y="518"/>
                    </a:lnTo>
                    <a:cubicBezTo>
                      <a:pt x="1" y="730"/>
                      <a:pt x="183" y="913"/>
                      <a:pt x="426" y="913"/>
                    </a:cubicBezTo>
                    <a:lnTo>
                      <a:pt x="13041" y="913"/>
                    </a:lnTo>
                    <a:cubicBezTo>
                      <a:pt x="13253" y="913"/>
                      <a:pt x="13436" y="730"/>
                      <a:pt x="13405" y="518"/>
                    </a:cubicBezTo>
                    <a:lnTo>
                      <a:pt x="13405" y="426"/>
                    </a:lnTo>
                    <a:cubicBezTo>
                      <a:pt x="13405" y="214"/>
                      <a:pt x="13223" y="1"/>
                      <a:pt x="1298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6" name="Google Shape;1336;p71"/>
              <p:cNvSpPr/>
              <p:nvPr/>
            </p:nvSpPr>
            <p:spPr>
              <a:xfrm>
                <a:off x="8151100" y="2097175"/>
                <a:ext cx="186975" cy="22825"/>
              </a:xfrm>
              <a:custGeom>
                <a:avLst/>
                <a:gdLst/>
                <a:ahLst/>
                <a:cxnLst/>
                <a:rect l="l" t="t" r="r" b="b"/>
                <a:pathLst>
                  <a:path w="7479" h="913" extrusionOk="0">
                    <a:moveTo>
                      <a:pt x="426" y="1"/>
                    </a:moveTo>
                    <a:cubicBezTo>
                      <a:pt x="183" y="1"/>
                      <a:pt x="1" y="183"/>
                      <a:pt x="1" y="426"/>
                    </a:cubicBezTo>
                    <a:lnTo>
                      <a:pt x="1" y="487"/>
                    </a:lnTo>
                    <a:cubicBezTo>
                      <a:pt x="1" y="730"/>
                      <a:pt x="183" y="913"/>
                      <a:pt x="426" y="913"/>
                    </a:cubicBezTo>
                    <a:lnTo>
                      <a:pt x="7113" y="913"/>
                    </a:lnTo>
                    <a:cubicBezTo>
                      <a:pt x="7326" y="913"/>
                      <a:pt x="7478" y="730"/>
                      <a:pt x="7478" y="487"/>
                    </a:cubicBezTo>
                    <a:lnTo>
                      <a:pt x="7478" y="426"/>
                    </a:lnTo>
                    <a:cubicBezTo>
                      <a:pt x="7478" y="183"/>
                      <a:pt x="7296" y="1"/>
                      <a:pt x="705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7" name="Google Shape;1337;p71"/>
              <p:cNvSpPr/>
              <p:nvPr/>
            </p:nvSpPr>
            <p:spPr>
              <a:xfrm>
                <a:off x="8360825" y="2097175"/>
                <a:ext cx="54000" cy="22825"/>
              </a:xfrm>
              <a:custGeom>
                <a:avLst/>
                <a:gdLst/>
                <a:ahLst/>
                <a:cxnLst/>
                <a:rect l="l" t="t" r="r" b="b"/>
                <a:pathLst>
                  <a:path w="2160" h="913" extrusionOk="0">
                    <a:moveTo>
                      <a:pt x="457" y="1"/>
                    </a:moveTo>
                    <a:cubicBezTo>
                      <a:pt x="183" y="1"/>
                      <a:pt x="1" y="213"/>
                      <a:pt x="1" y="457"/>
                    </a:cubicBezTo>
                    <a:cubicBezTo>
                      <a:pt x="1" y="730"/>
                      <a:pt x="244" y="913"/>
                      <a:pt x="457" y="913"/>
                    </a:cubicBezTo>
                    <a:lnTo>
                      <a:pt x="1703" y="913"/>
                    </a:lnTo>
                    <a:cubicBezTo>
                      <a:pt x="1946" y="913"/>
                      <a:pt x="2129" y="730"/>
                      <a:pt x="2159" y="457"/>
                    </a:cubicBezTo>
                    <a:cubicBezTo>
                      <a:pt x="2159" y="183"/>
                      <a:pt x="1946" y="1"/>
                      <a:pt x="170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8" name="Google Shape;1338;p71"/>
              <p:cNvSpPr/>
              <p:nvPr/>
            </p:nvSpPr>
            <p:spPr>
              <a:xfrm>
                <a:off x="8015075" y="2197475"/>
                <a:ext cx="95025" cy="95025"/>
              </a:xfrm>
              <a:custGeom>
                <a:avLst/>
                <a:gdLst/>
                <a:ahLst/>
                <a:cxnLst/>
                <a:rect l="l" t="t" r="r" b="b"/>
                <a:pathLst>
                  <a:path w="3801" h="3801" extrusionOk="0">
                    <a:moveTo>
                      <a:pt x="1916" y="1"/>
                    </a:moveTo>
                    <a:cubicBezTo>
                      <a:pt x="852" y="1"/>
                      <a:pt x="1" y="852"/>
                      <a:pt x="1" y="1916"/>
                    </a:cubicBezTo>
                    <a:cubicBezTo>
                      <a:pt x="1" y="2980"/>
                      <a:pt x="852" y="3800"/>
                      <a:pt x="1916" y="3800"/>
                    </a:cubicBezTo>
                    <a:cubicBezTo>
                      <a:pt x="2980" y="3800"/>
                      <a:pt x="3800" y="2980"/>
                      <a:pt x="3800" y="1916"/>
                    </a:cubicBezTo>
                    <a:cubicBezTo>
                      <a:pt x="3800" y="852"/>
                      <a:pt x="2980" y="1"/>
                      <a:pt x="191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9" name="Google Shape;1339;p71"/>
              <p:cNvSpPr/>
              <p:nvPr/>
            </p:nvSpPr>
            <p:spPr>
              <a:xfrm>
                <a:off x="8151100" y="2208875"/>
                <a:ext cx="335900" cy="22825"/>
              </a:xfrm>
              <a:custGeom>
                <a:avLst/>
                <a:gdLst/>
                <a:ahLst/>
                <a:cxnLst/>
                <a:rect l="l" t="t" r="r" b="b"/>
                <a:pathLst>
                  <a:path w="13436" h="913" extrusionOk="0">
                    <a:moveTo>
                      <a:pt x="426" y="1"/>
                    </a:moveTo>
                    <a:cubicBezTo>
                      <a:pt x="183" y="1"/>
                      <a:pt x="1" y="214"/>
                      <a:pt x="1" y="426"/>
                    </a:cubicBezTo>
                    <a:lnTo>
                      <a:pt x="1" y="518"/>
                    </a:lnTo>
                    <a:cubicBezTo>
                      <a:pt x="1" y="730"/>
                      <a:pt x="183" y="913"/>
                      <a:pt x="426" y="913"/>
                    </a:cubicBezTo>
                    <a:lnTo>
                      <a:pt x="13041" y="913"/>
                    </a:lnTo>
                    <a:cubicBezTo>
                      <a:pt x="13253" y="913"/>
                      <a:pt x="13436" y="730"/>
                      <a:pt x="13405" y="518"/>
                    </a:cubicBezTo>
                    <a:lnTo>
                      <a:pt x="13405" y="426"/>
                    </a:lnTo>
                    <a:cubicBezTo>
                      <a:pt x="13405" y="214"/>
                      <a:pt x="13223" y="1"/>
                      <a:pt x="1298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0" name="Google Shape;1340;p71"/>
              <p:cNvSpPr/>
              <p:nvPr/>
            </p:nvSpPr>
            <p:spPr>
              <a:xfrm>
                <a:off x="8151100" y="2264350"/>
                <a:ext cx="186975" cy="22825"/>
              </a:xfrm>
              <a:custGeom>
                <a:avLst/>
                <a:gdLst/>
                <a:ahLst/>
                <a:cxnLst/>
                <a:rect l="l" t="t" r="r" b="b"/>
                <a:pathLst>
                  <a:path w="7479" h="913" extrusionOk="0">
                    <a:moveTo>
                      <a:pt x="426" y="1"/>
                    </a:moveTo>
                    <a:cubicBezTo>
                      <a:pt x="183" y="1"/>
                      <a:pt x="1" y="183"/>
                      <a:pt x="1" y="426"/>
                    </a:cubicBezTo>
                    <a:lnTo>
                      <a:pt x="1" y="487"/>
                    </a:lnTo>
                    <a:cubicBezTo>
                      <a:pt x="1" y="730"/>
                      <a:pt x="183" y="913"/>
                      <a:pt x="426" y="913"/>
                    </a:cubicBezTo>
                    <a:lnTo>
                      <a:pt x="7113" y="913"/>
                    </a:lnTo>
                    <a:cubicBezTo>
                      <a:pt x="7326" y="913"/>
                      <a:pt x="7478" y="730"/>
                      <a:pt x="7478" y="487"/>
                    </a:cubicBezTo>
                    <a:lnTo>
                      <a:pt x="7478" y="426"/>
                    </a:lnTo>
                    <a:cubicBezTo>
                      <a:pt x="7478" y="183"/>
                      <a:pt x="7296" y="1"/>
                      <a:pt x="705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1" name="Google Shape;1341;p71"/>
              <p:cNvSpPr/>
              <p:nvPr/>
            </p:nvSpPr>
            <p:spPr>
              <a:xfrm>
                <a:off x="8360825" y="2264350"/>
                <a:ext cx="54000" cy="22825"/>
              </a:xfrm>
              <a:custGeom>
                <a:avLst/>
                <a:gdLst/>
                <a:ahLst/>
                <a:cxnLst/>
                <a:rect l="l" t="t" r="r" b="b"/>
                <a:pathLst>
                  <a:path w="2160" h="913" extrusionOk="0">
                    <a:moveTo>
                      <a:pt x="457" y="1"/>
                    </a:moveTo>
                    <a:cubicBezTo>
                      <a:pt x="183" y="1"/>
                      <a:pt x="1" y="214"/>
                      <a:pt x="1" y="457"/>
                    </a:cubicBezTo>
                    <a:cubicBezTo>
                      <a:pt x="1" y="730"/>
                      <a:pt x="244" y="913"/>
                      <a:pt x="457" y="913"/>
                    </a:cubicBezTo>
                    <a:lnTo>
                      <a:pt x="1703" y="913"/>
                    </a:lnTo>
                    <a:cubicBezTo>
                      <a:pt x="1946" y="913"/>
                      <a:pt x="2129" y="730"/>
                      <a:pt x="2159" y="457"/>
                    </a:cubicBezTo>
                    <a:cubicBezTo>
                      <a:pt x="2159" y="183"/>
                      <a:pt x="1946" y="1"/>
                      <a:pt x="170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42" name="Google Shape;1342;p71"/>
            <p:cNvGrpSpPr/>
            <p:nvPr/>
          </p:nvGrpSpPr>
          <p:grpSpPr>
            <a:xfrm>
              <a:off x="1964262" y="3226627"/>
              <a:ext cx="758924" cy="321556"/>
              <a:chOff x="5021875" y="2898100"/>
              <a:chExt cx="622375" cy="263700"/>
            </a:xfrm>
          </p:grpSpPr>
          <p:sp>
            <p:nvSpPr>
              <p:cNvPr id="1343" name="Google Shape;1343;p71"/>
              <p:cNvSpPr/>
              <p:nvPr/>
            </p:nvSpPr>
            <p:spPr>
              <a:xfrm>
                <a:off x="5021875" y="2976375"/>
                <a:ext cx="622375" cy="185425"/>
              </a:xfrm>
              <a:custGeom>
                <a:avLst/>
                <a:gdLst/>
                <a:ahLst/>
                <a:cxnLst/>
                <a:rect l="l" t="t" r="r" b="b"/>
                <a:pathLst>
                  <a:path w="24895" h="7417" extrusionOk="0">
                    <a:moveTo>
                      <a:pt x="0" y="0"/>
                    </a:moveTo>
                    <a:lnTo>
                      <a:pt x="0" y="5988"/>
                    </a:lnTo>
                    <a:cubicBezTo>
                      <a:pt x="0" y="6779"/>
                      <a:pt x="669" y="7417"/>
                      <a:pt x="1459" y="7417"/>
                    </a:cubicBezTo>
                    <a:lnTo>
                      <a:pt x="23466" y="7417"/>
                    </a:lnTo>
                    <a:cubicBezTo>
                      <a:pt x="24256" y="7417"/>
                      <a:pt x="24894" y="6748"/>
                      <a:pt x="24894" y="5988"/>
                    </a:cubicBezTo>
                    <a:lnTo>
                      <a:pt x="248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rgbClr val="F9F8FF">
                      <a:alpha val="86666"/>
                    </a:srgbClr>
                  </a:gs>
                </a:gsLst>
                <a:lin ang="5400700" scaled="0"/>
              </a:gradFill>
              <a:ln>
                <a:noFill/>
              </a:ln>
              <a:effectLst>
                <a:outerShdw blurRad="57150" dist="57150" dir="5400000" algn="bl" rotWithShape="0">
                  <a:schemeClr val="dk1">
                    <a:alpha val="16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4" name="Google Shape;1344;p71"/>
              <p:cNvSpPr/>
              <p:nvPr/>
            </p:nvSpPr>
            <p:spPr>
              <a:xfrm>
                <a:off x="5021875" y="2898100"/>
                <a:ext cx="622375" cy="77525"/>
              </a:xfrm>
              <a:custGeom>
                <a:avLst/>
                <a:gdLst/>
                <a:ahLst/>
                <a:cxnLst/>
                <a:rect l="l" t="t" r="r" b="b"/>
                <a:pathLst>
                  <a:path w="24895" h="3101" extrusionOk="0">
                    <a:moveTo>
                      <a:pt x="1459" y="1"/>
                    </a:moveTo>
                    <a:cubicBezTo>
                      <a:pt x="669" y="1"/>
                      <a:pt x="0" y="639"/>
                      <a:pt x="0" y="1429"/>
                    </a:cubicBezTo>
                    <a:lnTo>
                      <a:pt x="0" y="3101"/>
                    </a:lnTo>
                    <a:lnTo>
                      <a:pt x="24894" y="3101"/>
                    </a:lnTo>
                    <a:lnTo>
                      <a:pt x="24894" y="1429"/>
                    </a:lnTo>
                    <a:cubicBezTo>
                      <a:pt x="24894" y="639"/>
                      <a:pt x="24256" y="1"/>
                      <a:pt x="2346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rgbClr val="D2D6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5" name="Google Shape;1345;p71"/>
              <p:cNvSpPr/>
              <p:nvPr/>
            </p:nvSpPr>
            <p:spPr>
              <a:xfrm>
                <a:off x="5069750" y="2922425"/>
                <a:ext cx="24325" cy="25100"/>
              </a:xfrm>
              <a:custGeom>
                <a:avLst/>
                <a:gdLst/>
                <a:ahLst/>
                <a:cxnLst/>
                <a:rect l="l" t="t" r="r" b="b"/>
                <a:pathLst>
                  <a:path w="973" h="1004" extrusionOk="0">
                    <a:moveTo>
                      <a:pt x="487" y="0"/>
                    </a:moveTo>
                    <a:cubicBezTo>
                      <a:pt x="213" y="0"/>
                      <a:pt x="0" y="243"/>
                      <a:pt x="0" y="487"/>
                    </a:cubicBezTo>
                    <a:cubicBezTo>
                      <a:pt x="0" y="760"/>
                      <a:pt x="213" y="1003"/>
                      <a:pt x="487" y="1003"/>
                    </a:cubicBezTo>
                    <a:cubicBezTo>
                      <a:pt x="760" y="1003"/>
                      <a:pt x="973" y="760"/>
                      <a:pt x="973" y="487"/>
                    </a:cubicBezTo>
                    <a:cubicBezTo>
                      <a:pt x="973" y="243"/>
                      <a:pt x="760" y="0"/>
                      <a:pt x="487" y="0"/>
                    </a:cubicBezTo>
                    <a:close/>
                  </a:path>
                </a:pathLst>
              </a:custGeom>
              <a:solidFill>
                <a:srgbClr val="FFC3D0"/>
              </a:solidFill>
              <a:ln>
                <a:noFill/>
              </a:ln>
              <a:effectLst>
                <a:outerShdw blurRad="57150" dist="28575" dir="5400000" algn="bl" rotWithShape="0">
                  <a:schemeClr val="dk1">
                    <a:alpha val="1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6" name="Google Shape;1346;p71"/>
              <p:cNvSpPr/>
              <p:nvPr/>
            </p:nvSpPr>
            <p:spPr>
              <a:xfrm>
                <a:off x="5122925" y="2922425"/>
                <a:ext cx="24350" cy="25100"/>
              </a:xfrm>
              <a:custGeom>
                <a:avLst/>
                <a:gdLst/>
                <a:ahLst/>
                <a:cxnLst/>
                <a:rect l="l" t="t" r="r" b="b"/>
                <a:pathLst>
                  <a:path w="974" h="1004" extrusionOk="0">
                    <a:moveTo>
                      <a:pt x="487" y="0"/>
                    </a:moveTo>
                    <a:cubicBezTo>
                      <a:pt x="214" y="0"/>
                      <a:pt x="1" y="243"/>
                      <a:pt x="1" y="487"/>
                    </a:cubicBezTo>
                    <a:cubicBezTo>
                      <a:pt x="1" y="760"/>
                      <a:pt x="214" y="1003"/>
                      <a:pt x="487" y="1003"/>
                    </a:cubicBezTo>
                    <a:cubicBezTo>
                      <a:pt x="761" y="1003"/>
                      <a:pt x="974" y="760"/>
                      <a:pt x="974" y="487"/>
                    </a:cubicBezTo>
                    <a:cubicBezTo>
                      <a:pt x="974" y="243"/>
                      <a:pt x="791" y="0"/>
                      <a:pt x="487" y="0"/>
                    </a:cubicBezTo>
                    <a:close/>
                  </a:path>
                </a:pathLst>
              </a:custGeom>
              <a:solidFill>
                <a:srgbClr val="F5D79B"/>
              </a:solidFill>
              <a:ln>
                <a:noFill/>
              </a:ln>
              <a:effectLst>
                <a:outerShdw blurRad="57150" dist="28575" dir="5400000" algn="bl" rotWithShape="0">
                  <a:schemeClr val="dk1">
                    <a:alpha val="1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7" name="Google Shape;1347;p71"/>
              <p:cNvSpPr/>
              <p:nvPr/>
            </p:nvSpPr>
            <p:spPr>
              <a:xfrm>
                <a:off x="5176875" y="2922425"/>
                <a:ext cx="24350" cy="25100"/>
              </a:xfrm>
              <a:custGeom>
                <a:avLst/>
                <a:gdLst/>
                <a:ahLst/>
                <a:cxnLst/>
                <a:rect l="l" t="t" r="r" b="b"/>
                <a:pathLst>
                  <a:path w="974" h="1004" extrusionOk="0">
                    <a:moveTo>
                      <a:pt x="487" y="0"/>
                    </a:moveTo>
                    <a:cubicBezTo>
                      <a:pt x="214" y="0"/>
                      <a:pt x="1" y="243"/>
                      <a:pt x="1" y="487"/>
                    </a:cubicBezTo>
                    <a:cubicBezTo>
                      <a:pt x="1" y="760"/>
                      <a:pt x="214" y="1003"/>
                      <a:pt x="487" y="1003"/>
                    </a:cubicBezTo>
                    <a:cubicBezTo>
                      <a:pt x="761" y="1003"/>
                      <a:pt x="974" y="760"/>
                      <a:pt x="974" y="487"/>
                    </a:cubicBezTo>
                    <a:cubicBezTo>
                      <a:pt x="974" y="243"/>
                      <a:pt x="761" y="0"/>
                      <a:pt x="487" y="0"/>
                    </a:cubicBezTo>
                    <a:close/>
                  </a:path>
                </a:pathLst>
              </a:custGeom>
              <a:solidFill>
                <a:srgbClr val="6AEBE7"/>
              </a:solidFill>
              <a:ln>
                <a:noFill/>
              </a:ln>
              <a:effectLst>
                <a:outerShdw blurRad="57150" dist="28575" dir="5400000" algn="bl" rotWithShape="0">
                  <a:schemeClr val="dk1">
                    <a:alpha val="1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8" name="Google Shape;1348;p71"/>
              <p:cNvSpPr/>
              <p:nvPr/>
            </p:nvSpPr>
            <p:spPr>
              <a:xfrm>
                <a:off x="5088750" y="3020450"/>
                <a:ext cx="95000" cy="95000"/>
              </a:xfrm>
              <a:custGeom>
                <a:avLst/>
                <a:gdLst/>
                <a:ahLst/>
                <a:cxnLst/>
                <a:rect l="l" t="t" r="r" b="b"/>
                <a:pathLst>
                  <a:path w="3800" h="3800" extrusionOk="0">
                    <a:moveTo>
                      <a:pt x="1885" y="0"/>
                    </a:moveTo>
                    <a:cubicBezTo>
                      <a:pt x="821" y="0"/>
                      <a:pt x="0" y="821"/>
                      <a:pt x="0" y="1885"/>
                    </a:cubicBezTo>
                    <a:cubicBezTo>
                      <a:pt x="0" y="2949"/>
                      <a:pt x="821" y="3800"/>
                      <a:pt x="1885" y="3800"/>
                    </a:cubicBezTo>
                    <a:cubicBezTo>
                      <a:pt x="2948" y="3800"/>
                      <a:pt x="3800" y="2949"/>
                      <a:pt x="3800" y="1885"/>
                    </a:cubicBezTo>
                    <a:cubicBezTo>
                      <a:pt x="3800" y="821"/>
                      <a:pt x="2918" y="0"/>
                      <a:pt x="188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dist="19050" dir="5400000" algn="bl" rotWithShape="0">
                  <a:schemeClr val="dk1">
                    <a:alpha val="1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9" name="Google Shape;1349;p71"/>
              <p:cNvSpPr/>
              <p:nvPr/>
            </p:nvSpPr>
            <p:spPr>
              <a:xfrm>
                <a:off x="5225525" y="3031850"/>
                <a:ext cx="335125" cy="22825"/>
              </a:xfrm>
              <a:custGeom>
                <a:avLst/>
                <a:gdLst/>
                <a:ahLst/>
                <a:cxnLst/>
                <a:rect l="l" t="t" r="r" b="b"/>
                <a:pathLst>
                  <a:path w="13405" h="913" extrusionOk="0">
                    <a:moveTo>
                      <a:pt x="426" y="0"/>
                    </a:moveTo>
                    <a:cubicBezTo>
                      <a:pt x="183" y="0"/>
                      <a:pt x="0" y="183"/>
                      <a:pt x="0" y="426"/>
                    </a:cubicBezTo>
                    <a:lnTo>
                      <a:pt x="0" y="487"/>
                    </a:lnTo>
                    <a:cubicBezTo>
                      <a:pt x="0" y="730"/>
                      <a:pt x="183" y="912"/>
                      <a:pt x="426" y="912"/>
                    </a:cubicBezTo>
                    <a:lnTo>
                      <a:pt x="12979" y="912"/>
                    </a:lnTo>
                    <a:cubicBezTo>
                      <a:pt x="13222" y="912"/>
                      <a:pt x="13405" y="730"/>
                      <a:pt x="13405" y="487"/>
                    </a:cubicBezTo>
                    <a:lnTo>
                      <a:pt x="13405" y="426"/>
                    </a:lnTo>
                    <a:cubicBezTo>
                      <a:pt x="13405" y="183"/>
                      <a:pt x="13222" y="0"/>
                      <a:pt x="1297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85725" dist="19050" dir="5400000" algn="bl" rotWithShape="0">
                  <a:schemeClr val="dk1">
                    <a:alpha val="1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0" name="Google Shape;1350;p71"/>
              <p:cNvSpPr/>
              <p:nvPr/>
            </p:nvSpPr>
            <p:spPr>
              <a:xfrm>
                <a:off x="5225525" y="3086550"/>
                <a:ext cx="186950" cy="22825"/>
              </a:xfrm>
              <a:custGeom>
                <a:avLst/>
                <a:gdLst/>
                <a:ahLst/>
                <a:cxnLst/>
                <a:rect l="l" t="t" r="r" b="b"/>
                <a:pathLst>
                  <a:path w="7478" h="913" extrusionOk="0">
                    <a:moveTo>
                      <a:pt x="426" y="1"/>
                    </a:moveTo>
                    <a:cubicBezTo>
                      <a:pt x="183" y="1"/>
                      <a:pt x="0" y="183"/>
                      <a:pt x="0" y="426"/>
                    </a:cubicBezTo>
                    <a:lnTo>
                      <a:pt x="0" y="517"/>
                    </a:lnTo>
                    <a:cubicBezTo>
                      <a:pt x="0" y="730"/>
                      <a:pt x="183" y="913"/>
                      <a:pt x="426" y="913"/>
                    </a:cubicBezTo>
                    <a:lnTo>
                      <a:pt x="7052" y="913"/>
                    </a:lnTo>
                    <a:cubicBezTo>
                      <a:pt x="7295" y="913"/>
                      <a:pt x="7478" y="730"/>
                      <a:pt x="7478" y="517"/>
                    </a:cubicBezTo>
                    <a:lnTo>
                      <a:pt x="7478" y="426"/>
                    </a:lnTo>
                    <a:cubicBezTo>
                      <a:pt x="7478" y="183"/>
                      <a:pt x="7295" y="1"/>
                      <a:pt x="705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85725" dist="19050" dir="5400000" algn="bl" rotWithShape="0">
                  <a:schemeClr val="dk1">
                    <a:alpha val="1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1" name="Google Shape;1351;p71"/>
              <p:cNvSpPr/>
              <p:nvPr/>
            </p:nvSpPr>
            <p:spPr>
              <a:xfrm>
                <a:off x="5434500" y="3086550"/>
                <a:ext cx="53975" cy="22825"/>
              </a:xfrm>
              <a:custGeom>
                <a:avLst/>
                <a:gdLst/>
                <a:ahLst/>
                <a:cxnLst/>
                <a:rect l="l" t="t" r="r" b="b"/>
                <a:pathLst>
                  <a:path w="2159" h="913" extrusionOk="0">
                    <a:moveTo>
                      <a:pt x="456" y="1"/>
                    </a:moveTo>
                    <a:cubicBezTo>
                      <a:pt x="183" y="1"/>
                      <a:pt x="0" y="244"/>
                      <a:pt x="0" y="457"/>
                    </a:cubicBezTo>
                    <a:cubicBezTo>
                      <a:pt x="0" y="730"/>
                      <a:pt x="213" y="913"/>
                      <a:pt x="456" y="913"/>
                    </a:cubicBezTo>
                    <a:lnTo>
                      <a:pt x="1702" y="913"/>
                    </a:lnTo>
                    <a:cubicBezTo>
                      <a:pt x="1945" y="913"/>
                      <a:pt x="2128" y="730"/>
                      <a:pt x="2158" y="457"/>
                    </a:cubicBezTo>
                    <a:cubicBezTo>
                      <a:pt x="2158" y="214"/>
                      <a:pt x="1945" y="1"/>
                      <a:pt x="170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85725" dist="19050" dir="5400000" algn="bl" rotWithShape="0">
                  <a:schemeClr val="dk1">
                    <a:alpha val="1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352" name="Google Shape;1352;p71"/>
          <p:cNvSpPr/>
          <p:nvPr/>
        </p:nvSpPr>
        <p:spPr>
          <a:xfrm>
            <a:off x="1104750" y="3455500"/>
            <a:ext cx="356425" cy="355650"/>
          </a:xfrm>
          <a:custGeom>
            <a:avLst/>
            <a:gdLst/>
            <a:ahLst/>
            <a:cxnLst/>
            <a:rect l="l" t="t" r="r" b="b"/>
            <a:pathLst>
              <a:path w="14257" h="14226" extrusionOk="0">
                <a:moveTo>
                  <a:pt x="7160" y="4895"/>
                </a:moveTo>
                <a:cubicBezTo>
                  <a:pt x="8066" y="4895"/>
                  <a:pt x="8891" y="5467"/>
                  <a:pt x="9180" y="6383"/>
                </a:cubicBezTo>
                <a:cubicBezTo>
                  <a:pt x="9575" y="7508"/>
                  <a:pt x="8967" y="8724"/>
                  <a:pt x="7812" y="9119"/>
                </a:cubicBezTo>
                <a:cubicBezTo>
                  <a:pt x="7591" y="9191"/>
                  <a:pt x="7367" y="9225"/>
                  <a:pt x="7145" y="9225"/>
                </a:cubicBezTo>
                <a:cubicBezTo>
                  <a:pt x="6241" y="9225"/>
                  <a:pt x="5394" y="8655"/>
                  <a:pt x="5077" y="7751"/>
                </a:cubicBezTo>
                <a:cubicBezTo>
                  <a:pt x="4712" y="6596"/>
                  <a:pt x="5320" y="5380"/>
                  <a:pt x="6444" y="5016"/>
                </a:cubicBezTo>
                <a:cubicBezTo>
                  <a:pt x="6683" y="4934"/>
                  <a:pt x="6924" y="4895"/>
                  <a:pt x="7160" y="4895"/>
                </a:cubicBezTo>
                <a:close/>
                <a:moveTo>
                  <a:pt x="6080" y="0"/>
                </a:moveTo>
                <a:lnTo>
                  <a:pt x="3526" y="851"/>
                </a:lnTo>
                <a:lnTo>
                  <a:pt x="4226" y="2827"/>
                </a:lnTo>
                <a:cubicBezTo>
                  <a:pt x="3830" y="3101"/>
                  <a:pt x="3526" y="3374"/>
                  <a:pt x="3222" y="3709"/>
                </a:cubicBezTo>
                <a:lnTo>
                  <a:pt x="1368" y="2797"/>
                </a:lnTo>
                <a:lnTo>
                  <a:pt x="183" y="5228"/>
                </a:lnTo>
                <a:lnTo>
                  <a:pt x="2037" y="6140"/>
                </a:lnTo>
                <a:cubicBezTo>
                  <a:pt x="1976" y="6566"/>
                  <a:pt x="1946" y="7022"/>
                  <a:pt x="1976" y="7478"/>
                </a:cubicBezTo>
                <a:lnTo>
                  <a:pt x="0" y="8146"/>
                </a:lnTo>
                <a:lnTo>
                  <a:pt x="852" y="10700"/>
                </a:lnTo>
                <a:lnTo>
                  <a:pt x="2827" y="10031"/>
                </a:lnTo>
                <a:cubicBezTo>
                  <a:pt x="3101" y="10396"/>
                  <a:pt x="3374" y="10700"/>
                  <a:pt x="3709" y="11004"/>
                </a:cubicBezTo>
                <a:lnTo>
                  <a:pt x="2797" y="12858"/>
                </a:lnTo>
                <a:lnTo>
                  <a:pt x="5229" y="14043"/>
                </a:lnTo>
                <a:lnTo>
                  <a:pt x="6140" y="12189"/>
                </a:lnTo>
                <a:cubicBezTo>
                  <a:pt x="6441" y="12232"/>
                  <a:pt x="6757" y="12275"/>
                  <a:pt x="7078" y="12275"/>
                </a:cubicBezTo>
                <a:cubicBezTo>
                  <a:pt x="7211" y="12275"/>
                  <a:pt x="7344" y="12268"/>
                  <a:pt x="7478" y="12250"/>
                </a:cubicBezTo>
                <a:lnTo>
                  <a:pt x="8147" y="14225"/>
                </a:lnTo>
                <a:lnTo>
                  <a:pt x="10700" y="13374"/>
                </a:lnTo>
                <a:lnTo>
                  <a:pt x="10031" y="11399"/>
                </a:lnTo>
                <a:cubicBezTo>
                  <a:pt x="10396" y="11125"/>
                  <a:pt x="10700" y="10852"/>
                  <a:pt x="11004" y="10517"/>
                </a:cubicBezTo>
                <a:lnTo>
                  <a:pt x="12858" y="11429"/>
                </a:lnTo>
                <a:lnTo>
                  <a:pt x="14043" y="8997"/>
                </a:lnTo>
                <a:lnTo>
                  <a:pt x="12189" y="8086"/>
                </a:lnTo>
                <a:cubicBezTo>
                  <a:pt x="12280" y="7660"/>
                  <a:pt x="12311" y="7204"/>
                  <a:pt x="12280" y="6748"/>
                </a:cubicBezTo>
                <a:lnTo>
                  <a:pt x="14256" y="6079"/>
                </a:lnTo>
                <a:lnTo>
                  <a:pt x="13375" y="3526"/>
                </a:lnTo>
                <a:lnTo>
                  <a:pt x="11399" y="4195"/>
                </a:lnTo>
                <a:cubicBezTo>
                  <a:pt x="11125" y="3830"/>
                  <a:pt x="10852" y="3526"/>
                  <a:pt x="10517" y="3222"/>
                </a:cubicBezTo>
                <a:lnTo>
                  <a:pt x="11429" y="1368"/>
                </a:lnTo>
                <a:lnTo>
                  <a:pt x="8998" y="183"/>
                </a:lnTo>
                <a:lnTo>
                  <a:pt x="8086" y="2037"/>
                </a:lnTo>
                <a:cubicBezTo>
                  <a:pt x="7785" y="1994"/>
                  <a:pt x="7469" y="1951"/>
                  <a:pt x="7148" y="1951"/>
                </a:cubicBezTo>
                <a:cubicBezTo>
                  <a:pt x="7015" y="1951"/>
                  <a:pt x="6882" y="1958"/>
                  <a:pt x="6748" y="1976"/>
                </a:cubicBezTo>
                <a:lnTo>
                  <a:pt x="608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57150" dist="57150" dir="5400000" algn="bl" rotWithShape="0">
              <a:schemeClr val="dk1">
                <a:alpha val="16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3" name="Google Shape;1353;p71"/>
          <p:cNvSpPr/>
          <p:nvPr/>
        </p:nvSpPr>
        <p:spPr>
          <a:xfrm>
            <a:off x="2029150" y="3811138"/>
            <a:ext cx="250775" cy="250775"/>
          </a:xfrm>
          <a:custGeom>
            <a:avLst/>
            <a:gdLst/>
            <a:ahLst/>
            <a:cxnLst/>
            <a:rect l="l" t="t" r="r" b="b"/>
            <a:pathLst>
              <a:path w="10031" h="10031" extrusionOk="0">
                <a:moveTo>
                  <a:pt x="5047" y="3455"/>
                </a:moveTo>
                <a:cubicBezTo>
                  <a:pt x="5309" y="3455"/>
                  <a:pt x="5573" y="3526"/>
                  <a:pt x="5806" y="3678"/>
                </a:cubicBezTo>
                <a:cubicBezTo>
                  <a:pt x="6535" y="4134"/>
                  <a:pt x="6778" y="5046"/>
                  <a:pt x="6353" y="5775"/>
                </a:cubicBezTo>
                <a:cubicBezTo>
                  <a:pt x="6074" y="6254"/>
                  <a:pt x="5572" y="6523"/>
                  <a:pt x="5055" y="6523"/>
                </a:cubicBezTo>
                <a:cubicBezTo>
                  <a:pt x="4783" y="6523"/>
                  <a:pt x="4507" y="6449"/>
                  <a:pt x="4256" y="6292"/>
                </a:cubicBezTo>
                <a:cubicBezTo>
                  <a:pt x="3526" y="5897"/>
                  <a:pt x="3283" y="4924"/>
                  <a:pt x="3739" y="4225"/>
                </a:cubicBezTo>
                <a:cubicBezTo>
                  <a:pt x="4002" y="3739"/>
                  <a:pt x="4522" y="3455"/>
                  <a:pt x="5047" y="3455"/>
                </a:cubicBezTo>
                <a:close/>
                <a:moveTo>
                  <a:pt x="4681" y="0"/>
                </a:moveTo>
                <a:lnTo>
                  <a:pt x="2857" y="456"/>
                </a:lnTo>
                <a:lnTo>
                  <a:pt x="3222" y="1854"/>
                </a:lnTo>
                <a:cubicBezTo>
                  <a:pt x="2979" y="2006"/>
                  <a:pt x="2705" y="2189"/>
                  <a:pt x="2462" y="2432"/>
                </a:cubicBezTo>
                <a:lnTo>
                  <a:pt x="1216" y="1672"/>
                </a:lnTo>
                <a:lnTo>
                  <a:pt x="274" y="3313"/>
                </a:lnTo>
                <a:lnTo>
                  <a:pt x="1520" y="4073"/>
                </a:lnTo>
                <a:cubicBezTo>
                  <a:pt x="1459" y="4377"/>
                  <a:pt x="1398" y="4681"/>
                  <a:pt x="1398" y="4985"/>
                </a:cubicBezTo>
                <a:lnTo>
                  <a:pt x="0" y="5350"/>
                </a:lnTo>
                <a:lnTo>
                  <a:pt x="456" y="7173"/>
                </a:lnTo>
                <a:lnTo>
                  <a:pt x="1854" y="6809"/>
                </a:lnTo>
                <a:cubicBezTo>
                  <a:pt x="2006" y="7052"/>
                  <a:pt x="2189" y="7325"/>
                  <a:pt x="2432" y="7569"/>
                </a:cubicBezTo>
                <a:lnTo>
                  <a:pt x="1672" y="8815"/>
                </a:lnTo>
                <a:lnTo>
                  <a:pt x="3313" y="9757"/>
                </a:lnTo>
                <a:lnTo>
                  <a:pt x="4073" y="8511"/>
                </a:lnTo>
                <a:cubicBezTo>
                  <a:pt x="4377" y="8572"/>
                  <a:pt x="4681" y="8632"/>
                  <a:pt x="4985" y="8632"/>
                </a:cubicBezTo>
                <a:lnTo>
                  <a:pt x="5350" y="10031"/>
                </a:lnTo>
                <a:lnTo>
                  <a:pt x="7174" y="9575"/>
                </a:lnTo>
                <a:lnTo>
                  <a:pt x="6809" y="8176"/>
                </a:lnTo>
                <a:cubicBezTo>
                  <a:pt x="7052" y="8024"/>
                  <a:pt x="7326" y="7812"/>
                  <a:pt x="7569" y="7599"/>
                </a:cubicBezTo>
                <a:lnTo>
                  <a:pt x="8815" y="8359"/>
                </a:lnTo>
                <a:lnTo>
                  <a:pt x="9757" y="6717"/>
                </a:lnTo>
                <a:lnTo>
                  <a:pt x="8511" y="5958"/>
                </a:lnTo>
                <a:cubicBezTo>
                  <a:pt x="8572" y="5654"/>
                  <a:pt x="8633" y="5350"/>
                  <a:pt x="8633" y="5046"/>
                </a:cubicBezTo>
                <a:lnTo>
                  <a:pt x="10031" y="4681"/>
                </a:lnTo>
                <a:lnTo>
                  <a:pt x="9575" y="2857"/>
                </a:lnTo>
                <a:lnTo>
                  <a:pt x="8177" y="3222"/>
                </a:lnTo>
                <a:cubicBezTo>
                  <a:pt x="8025" y="2948"/>
                  <a:pt x="7842" y="2705"/>
                  <a:pt x="7599" y="2462"/>
                </a:cubicBezTo>
                <a:lnTo>
                  <a:pt x="8359" y="1216"/>
                </a:lnTo>
                <a:lnTo>
                  <a:pt x="6718" y="274"/>
                </a:lnTo>
                <a:lnTo>
                  <a:pt x="5958" y="1520"/>
                </a:lnTo>
                <a:cubicBezTo>
                  <a:pt x="5654" y="1429"/>
                  <a:pt x="5350" y="1398"/>
                  <a:pt x="5046" y="1398"/>
                </a:cubicBezTo>
                <a:lnTo>
                  <a:pt x="4681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ffectLst>
            <a:outerShdw blurRad="57150" dist="476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919636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800"/>
                                        <p:tgtEl>
                                          <p:spTgt spid="13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800"/>
                            </p:stCondLst>
                            <p:childTnLst>
                              <p:par>
                                <p:cTn id="9" presetID="8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10" dur="800" fill="hold"/>
                                        <p:tgtEl>
                                          <p:spTgt spid="135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12" dur="800" fill="hold"/>
                                        <p:tgtEl>
                                          <p:spTgt spid="135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11" grpId="0"/>
      <p:bldP spid="1314" grpId="0"/>
      <p:bldP spid="1315" grpId="0"/>
      <p:bldP spid="1316" grpId="0"/>
      <p:bldP spid="1319" grpId="0"/>
      <p:bldP spid="132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6" name="Google Shape;1956;p88"/>
          <p:cNvSpPr txBox="1">
            <a:spLocks noGrp="1"/>
          </p:cNvSpPr>
          <p:nvPr>
            <p:ph type="title"/>
          </p:nvPr>
        </p:nvSpPr>
        <p:spPr>
          <a:xfrm>
            <a:off x="1668613" y="1466853"/>
            <a:ext cx="5773402" cy="250904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ru-RU" sz="3200" dirty="0"/>
              <a:t>Каждому ребенку нужно знать правила безопасности.</a:t>
            </a:r>
            <a:endParaRPr sz="3200" dirty="0"/>
          </a:p>
        </p:txBody>
      </p:sp>
      <p:grpSp>
        <p:nvGrpSpPr>
          <p:cNvPr id="1957" name="Google Shape;1957;p88"/>
          <p:cNvGrpSpPr/>
          <p:nvPr/>
        </p:nvGrpSpPr>
        <p:grpSpPr>
          <a:xfrm>
            <a:off x="5560950" y="3771900"/>
            <a:ext cx="2404169" cy="632322"/>
            <a:chOff x="5560950" y="3771900"/>
            <a:chExt cx="2404169" cy="632322"/>
          </a:xfrm>
        </p:grpSpPr>
        <p:sp>
          <p:nvSpPr>
            <p:cNvPr id="1958" name="Google Shape;1958;p88"/>
            <p:cNvSpPr/>
            <p:nvPr/>
          </p:nvSpPr>
          <p:spPr>
            <a:xfrm>
              <a:off x="5730357" y="3771900"/>
              <a:ext cx="2234762" cy="629690"/>
            </a:xfrm>
            <a:custGeom>
              <a:avLst/>
              <a:gdLst/>
              <a:ahLst/>
              <a:cxnLst/>
              <a:rect l="l" t="t" r="r" b="b"/>
              <a:pathLst>
                <a:path w="14714" h="4330" extrusionOk="0">
                  <a:moveTo>
                    <a:pt x="236" y="0"/>
                  </a:moveTo>
                  <a:cubicBezTo>
                    <a:pt x="107" y="0"/>
                    <a:pt x="1" y="104"/>
                    <a:pt x="1" y="233"/>
                  </a:cubicBezTo>
                  <a:lnTo>
                    <a:pt x="1" y="4094"/>
                  </a:lnTo>
                  <a:cubicBezTo>
                    <a:pt x="1" y="4223"/>
                    <a:pt x="107" y="4329"/>
                    <a:pt x="236" y="4329"/>
                  </a:cubicBezTo>
                  <a:lnTo>
                    <a:pt x="14481" y="4329"/>
                  </a:lnTo>
                  <a:cubicBezTo>
                    <a:pt x="14610" y="4329"/>
                    <a:pt x="14713" y="4223"/>
                    <a:pt x="14713" y="4094"/>
                  </a:cubicBezTo>
                  <a:lnTo>
                    <a:pt x="14713" y="233"/>
                  </a:lnTo>
                  <a:cubicBezTo>
                    <a:pt x="14713" y="104"/>
                    <a:pt x="14610" y="0"/>
                    <a:pt x="1448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57150" dir="5400000" algn="bl" rotWithShape="0">
                <a:srgbClr val="17336B">
                  <a:alpha val="15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9" name="Google Shape;1959;p88"/>
            <p:cNvSpPr/>
            <p:nvPr/>
          </p:nvSpPr>
          <p:spPr>
            <a:xfrm>
              <a:off x="5730357" y="3771900"/>
              <a:ext cx="2234762" cy="629690"/>
            </a:xfrm>
            <a:custGeom>
              <a:avLst/>
              <a:gdLst/>
              <a:ahLst/>
              <a:cxnLst/>
              <a:rect l="l" t="t" r="r" b="b"/>
              <a:pathLst>
                <a:path w="14714" h="4330" extrusionOk="0">
                  <a:moveTo>
                    <a:pt x="236" y="0"/>
                  </a:moveTo>
                  <a:cubicBezTo>
                    <a:pt x="107" y="0"/>
                    <a:pt x="1" y="104"/>
                    <a:pt x="1" y="233"/>
                  </a:cubicBezTo>
                  <a:lnTo>
                    <a:pt x="1" y="4094"/>
                  </a:lnTo>
                  <a:cubicBezTo>
                    <a:pt x="1" y="4223"/>
                    <a:pt x="107" y="4329"/>
                    <a:pt x="236" y="4329"/>
                  </a:cubicBezTo>
                  <a:lnTo>
                    <a:pt x="14481" y="4329"/>
                  </a:lnTo>
                  <a:cubicBezTo>
                    <a:pt x="14610" y="4329"/>
                    <a:pt x="14713" y="4223"/>
                    <a:pt x="14713" y="4094"/>
                  </a:cubicBezTo>
                  <a:lnTo>
                    <a:pt x="14713" y="233"/>
                  </a:lnTo>
                  <a:cubicBezTo>
                    <a:pt x="14713" y="104"/>
                    <a:pt x="14610" y="0"/>
                    <a:pt x="14481" y="0"/>
                  </a:cubicBezTo>
                  <a:close/>
                </a:path>
              </a:pathLst>
            </a:custGeom>
            <a:gradFill>
              <a:gsLst>
                <a:gs pos="0">
                  <a:srgbClr val="F3A7E0"/>
                </a:gs>
                <a:gs pos="100000">
                  <a:srgbClr val="DC3BB4"/>
                </a:gs>
              </a:gsLst>
              <a:lin ang="5400700" scaled="0"/>
            </a:gradFill>
            <a:ln>
              <a:noFill/>
            </a:ln>
            <a:effectLst>
              <a:outerShdw blurRad="57150" dist="57150" dir="5400000" algn="bl" rotWithShape="0">
                <a:srgbClr val="17336B">
                  <a:alpha val="15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0" name="Google Shape;1960;p88"/>
            <p:cNvSpPr/>
            <p:nvPr/>
          </p:nvSpPr>
          <p:spPr>
            <a:xfrm>
              <a:off x="5560950" y="3774532"/>
              <a:ext cx="554138" cy="629690"/>
            </a:xfrm>
            <a:custGeom>
              <a:avLst/>
              <a:gdLst/>
              <a:ahLst/>
              <a:cxnLst/>
              <a:rect l="l" t="t" r="r" b="b"/>
              <a:pathLst>
                <a:path w="3501" h="4330" extrusionOk="0">
                  <a:moveTo>
                    <a:pt x="829" y="0"/>
                  </a:moveTo>
                  <a:cubicBezTo>
                    <a:pt x="373" y="0"/>
                    <a:pt x="1" y="373"/>
                    <a:pt x="1" y="829"/>
                  </a:cubicBezTo>
                  <a:lnTo>
                    <a:pt x="1" y="3501"/>
                  </a:lnTo>
                  <a:cubicBezTo>
                    <a:pt x="1" y="3954"/>
                    <a:pt x="373" y="4329"/>
                    <a:pt x="829" y="4329"/>
                  </a:cubicBezTo>
                  <a:lnTo>
                    <a:pt x="3501" y="4329"/>
                  </a:lnTo>
                  <a:lnTo>
                    <a:pt x="350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dist="57150" dir="5400000" algn="bl" rotWithShape="0">
                <a:srgbClr val="17336B">
                  <a:alpha val="15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1" name="Google Shape;1961;p88"/>
            <p:cNvSpPr/>
            <p:nvPr/>
          </p:nvSpPr>
          <p:spPr>
            <a:xfrm>
              <a:off x="6255500" y="3992767"/>
              <a:ext cx="1287271" cy="30526"/>
            </a:xfrm>
            <a:custGeom>
              <a:avLst/>
              <a:gdLst/>
              <a:ahLst/>
              <a:cxnLst/>
              <a:rect l="l" t="t" r="r" b="b"/>
              <a:pathLst>
                <a:path w="8133" h="606" extrusionOk="0">
                  <a:moveTo>
                    <a:pt x="1" y="0"/>
                  </a:moveTo>
                  <a:lnTo>
                    <a:pt x="1" y="605"/>
                  </a:lnTo>
                  <a:lnTo>
                    <a:pt x="8132" y="605"/>
                  </a:lnTo>
                  <a:lnTo>
                    <a:pt x="813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57150" dir="5400000" algn="bl" rotWithShape="0">
                <a:srgbClr val="17336B">
                  <a:alpha val="15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2" name="Google Shape;1962;p88"/>
            <p:cNvSpPr/>
            <p:nvPr/>
          </p:nvSpPr>
          <p:spPr>
            <a:xfrm>
              <a:off x="7672125" y="3964318"/>
              <a:ext cx="141977" cy="220755"/>
            </a:xfrm>
            <a:custGeom>
              <a:avLst/>
              <a:gdLst/>
              <a:ahLst/>
              <a:cxnLst/>
              <a:rect l="l" t="t" r="r" b="b"/>
              <a:pathLst>
                <a:path w="897" h="1518" extrusionOk="0">
                  <a:moveTo>
                    <a:pt x="116" y="1"/>
                  </a:moveTo>
                  <a:cubicBezTo>
                    <a:pt x="87" y="1"/>
                    <a:pt x="58" y="13"/>
                    <a:pt x="34" y="37"/>
                  </a:cubicBezTo>
                  <a:cubicBezTo>
                    <a:pt x="11" y="59"/>
                    <a:pt x="11" y="84"/>
                    <a:pt x="11" y="118"/>
                  </a:cubicBezTo>
                  <a:cubicBezTo>
                    <a:pt x="11" y="140"/>
                    <a:pt x="11" y="177"/>
                    <a:pt x="34" y="199"/>
                  </a:cubicBezTo>
                  <a:lnTo>
                    <a:pt x="605" y="759"/>
                  </a:lnTo>
                  <a:lnTo>
                    <a:pt x="34" y="1330"/>
                  </a:lnTo>
                  <a:cubicBezTo>
                    <a:pt x="0" y="1367"/>
                    <a:pt x="0" y="1448"/>
                    <a:pt x="34" y="1484"/>
                  </a:cubicBezTo>
                  <a:cubicBezTo>
                    <a:pt x="58" y="1507"/>
                    <a:pt x="87" y="1518"/>
                    <a:pt x="116" y="1518"/>
                  </a:cubicBezTo>
                  <a:cubicBezTo>
                    <a:pt x="145" y="1518"/>
                    <a:pt x="174" y="1507"/>
                    <a:pt x="196" y="1484"/>
                  </a:cubicBezTo>
                  <a:lnTo>
                    <a:pt x="851" y="840"/>
                  </a:lnTo>
                  <a:cubicBezTo>
                    <a:pt x="896" y="795"/>
                    <a:pt x="896" y="725"/>
                    <a:pt x="851" y="678"/>
                  </a:cubicBezTo>
                  <a:lnTo>
                    <a:pt x="196" y="37"/>
                  </a:lnTo>
                  <a:cubicBezTo>
                    <a:pt x="174" y="13"/>
                    <a:pt x="145" y="1"/>
                    <a:pt x="11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57150" dir="5400000" algn="bl" rotWithShape="0">
                <a:srgbClr val="17336B">
                  <a:alpha val="15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3" name="Google Shape;1963;p88"/>
            <p:cNvSpPr/>
            <p:nvPr/>
          </p:nvSpPr>
          <p:spPr>
            <a:xfrm>
              <a:off x="5671748" y="3905274"/>
              <a:ext cx="319726" cy="317317"/>
            </a:xfrm>
            <a:custGeom>
              <a:avLst/>
              <a:gdLst/>
              <a:ahLst/>
              <a:cxnLst/>
              <a:rect l="l" t="t" r="r" b="b"/>
              <a:pathLst>
                <a:path w="2020" h="2182" extrusionOk="0">
                  <a:moveTo>
                    <a:pt x="432" y="0"/>
                  </a:moveTo>
                  <a:cubicBezTo>
                    <a:pt x="188" y="0"/>
                    <a:pt x="1" y="196"/>
                    <a:pt x="1" y="431"/>
                  </a:cubicBezTo>
                  <a:lnTo>
                    <a:pt x="1" y="1750"/>
                  </a:lnTo>
                  <a:cubicBezTo>
                    <a:pt x="1" y="1983"/>
                    <a:pt x="188" y="2181"/>
                    <a:pt x="432" y="2181"/>
                  </a:cubicBezTo>
                  <a:lnTo>
                    <a:pt x="1588" y="2181"/>
                  </a:lnTo>
                  <a:cubicBezTo>
                    <a:pt x="1821" y="2181"/>
                    <a:pt x="2020" y="1983"/>
                    <a:pt x="2020" y="1750"/>
                  </a:cubicBezTo>
                  <a:lnTo>
                    <a:pt x="2020" y="431"/>
                  </a:lnTo>
                  <a:cubicBezTo>
                    <a:pt x="2020" y="196"/>
                    <a:pt x="1821" y="0"/>
                    <a:pt x="15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57150" dir="5400000" algn="bl" rotWithShape="0">
                <a:srgbClr val="17336B">
                  <a:alpha val="15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4" name="Google Shape;1964;p88"/>
            <p:cNvSpPr/>
            <p:nvPr/>
          </p:nvSpPr>
          <p:spPr>
            <a:xfrm>
              <a:off x="5671748" y="4042414"/>
              <a:ext cx="319726" cy="180182"/>
            </a:xfrm>
            <a:custGeom>
              <a:avLst/>
              <a:gdLst/>
              <a:ahLst/>
              <a:cxnLst/>
              <a:rect l="l" t="t" r="r" b="b"/>
              <a:pathLst>
                <a:path w="2020" h="1239" extrusionOk="0">
                  <a:moveTo>
                    <a:pt x="1448" y="1"/>
                  </a:moveTo>
                  <a:cubicBezTo>
                    <a:pt x="1401" y="1"/>
                    <a:pt x="1353" y="23"/>
                    <a:pt x="1331" y="60"/>
                  </a:cubicBezTo>
                  <a:lnTo>
                    <a:pt x="782" y="771"/>
                  </a:lnTo>
                  <a:lnTo>
                    <a:pt x="491" y="457"/>
                  </a:lnTo>
                  <a:cubicBezTo>
                    <a:pt x="457" y="421"/>
                    <a:pt x="421" y="410"/>
                    <a:pt x="387" y="410"/>
                  </a:cubicBezTo>
                  <a:cubicBezTo>
                    <a:pt x="351" y="410"/>
                    <a:pt x="317" y="421"/>
                    <a:pt x="281" y="457"/>
                  </a:cubicBezTo>
                  <a:lnTo>
                    <a:pt x="1" y="737"/>
                  </a:lnTo>
                  <a:lnTo>
                    <a:pt x="1" y="807"/>
                  </a:lnTo>
                  <a:cubicBezTo>
                    <a:pt x="1" y="1040"/>
                    <a:pt x="188" y="1238"/>
                    <a:pt x="432" y="1238"/>
                  </a:cubicBezTo>
                  <a:lnTo>
                    <a:pt x="1588" y="1238"/>
                  </a:lnTo>
                  <a:cubicBezTo>
                    <a:pt x="1821" y="1238"/>
                    <a:pt x="2020" y="1040"/>
                    <a:pt x="2020" y="807"/>
                  </a:cubicBezTo>
                  <a:lnTo>
                    <a:pt x="2020" y="561"/>
                  </a:lnTo>
                  <a:lnTo>
                    <a:pt x="1552" y="48"/>
                  </a:lnTo>
                  <a:cubicBezTo>
                    <a:pt x="1530" y="12"/>
                    <a:pt x="1482" y="1"/>
                    <a:pt x="144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dist="57150" dir="5400000" algn="bl" rotWithShape="0">
                <a:srgbClr val="17336B">
                  <a:alpha val="15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5" name="Google Shape;1965;p88"/>
            <p:cNvSpPr/>
            <p:nvPr/>
          </p:nvSpPr>
          <p:spPr>
            <a:xfrm>
              <a:off x="5703246" y="3957774"/>
              <a:ext cx="75974" cy="67768"/>
            </a:xfrm>
            <a:custGeom>
              <a:avLst/>
              <a:gdLst/>
              <a:ahLst/>
              <a:cxnLst/>
              <a:rect l="l" t="t" r="r" b="b"/>
              <a:pathLst>
                <a:path w="480" h="466" extrusionOk="0">
                  <a:moveTo>
                    <a:pt x="244" y="0"/>
                  </a:moveTo>
                  <a:cubicBezTo>
                    <a:pt x="104" y="0"/>
                    <a:pt x="0" y="104"/>
                    <a:pt x="0" y="233"/>
                  </a:cubicBezTo>
                  <a:cubicBezTo>
                    <a:pt x="0" y="362"/>
                    <a:pt x="104" y="465"/>
                    <a:pt x="244" y="465"/>
                  </a:cubicBezTo>
                  <a:cubicBezTo>
                    <a:pt x="373" y="465"/>
                    <a:pt x="479" y="362"/>
                    <a:pt x="479" y="233"/>
                  </a:cubicBezTo>
                  <a:cubicBezTo>
                    <a:pt x="479" y="104"/>
                    <a:pt x="373" y="0"/>
                    <a:pt x="24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dist="57150" dir="5400000" algn="bl" rotWithShape="0">
                <a:srgbClr val="17336B">
                  <a:alpha val="15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6" name="Google Shape;1966;p88"/>
            <p:cNvSpPr/>
            <p:nvPr/>
          </p:nvSpPr>
          <p:spPr>
            <a:xfrm>
              <a:off x="6255500" y="4126117"/>
              <a:ext cx="1287271" cy="30526"/>
            </a:xfrm>
            <a:custGeom>
              <a:avLst/>
              <a:gdLst/>
              <a:ahLst/>
              <a:cxnLst/>
              <a:rect l="l" t="t" r="r" b="b"/>
              <a:pathLst>
                <a:path w="8133" h="606" extrusionOk="0">
                  <a:moveTo>
                    <a:pt x="1" y="0"/>
                  </a:moveTo>
                  <a:lnTo>
                    <a:pt x="1" y="605"/>
                  </a:lnTo>
                  <a:lnTo>
                    <a:pt x="8132" y="605"/>
                  </a:lnTo>
                  <a:lnTo>
                    <a:pt x="813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57150" dir="5400000" algn="bl" rotWithShape="0">
                <a:srgbClr val="17336B">
                  <a:alpha val="15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67" name="Google Shape;1967;p88"/>
          <p:cNvSpPr/>
          <p:nvPr/>
        </p:nvSpPr>
        <p:spPr>
          <a:xfrm>
            <a:off x="904200" y="2040227"/>
            <a:ext cx="360880" cy="360060"/>
          </a:xfrm>
          <a:custGeom>
            <a:avLst/>
            <a:gdLst/>
            <a:ahLst/>
            <a:cxnLst/>
            <a:rect l="l" t="t" r="r" b="b"/>
            <a:pathLst>
              <a:path w="14257" h="14226" extrusionOk="0">
                <a:moveTo>
                  <a:pt x="7160" y="4895"/>
                </a:moveTo>
                <a:cubicBezTo>
                  <a:pt x="8066" y="4895"/>
                  <a:pt x="8891" y="5467"/>
                  <a:pt x="9180" y="6383"/>
                </a:cubicBezTo>
                <a:cubicBezTo>
                  <a:pt x="9575" y="7508"/>
                  <a:pt x="8967" y="8724"/>
                  <a:pt x="7812" y="9119"/>
                </a:cubicBezTo>
                <a:cubicBezTo>
                  <a:pt x="7591" y="9191"/>
                  <a:pt x="7367" y="9225"/>
                  <a:pt x="7145" y="9225"/>
                </a:cubicBezTo>
                <a:cubicBezTo>
                  <a:pt x="6241" y="9225"/>
                  <a:pt x="5394" y="8655"/>
                  <a:pt x="5077" y="7751"/>
                </a:cubicBezTo>
                <a:cubicBezTo>
                  <a:pt x="4712" y="6596"/>
                  <a:pt x="5320" y="5380"/>
                  <a:pt x="6444" y="5016"/>
                </a:cubicBezTo>
                <a:cubicBezTo>
                  <a:pt x="6683" y="4934"/>
                  <a:pt x="6924" y="4895"/>
                  <a:pt x="7160" y="4895"/>
                </a:cubicBezTo>
                <a:close/>
                <a:moveTo>
                  <a:pt x="6080" y="0"/>
                </a:moveTo>
                <a:lnTo>
                  <a:pt x="3526" y="851"/>
                </a:lnTo>
                <a:lnTo>
                  <a:pt x="4226" y="2827"/>
                </a:lnTo>
                <a:cubicBezTo>
                  <a:pt x="3830" y="3101"/>
                  <a:pt x="3526" y="3374"/>
                  <a:pt x="3222" y="3709"/>
                </a:cubicBezTo>
                <a:lnTo>
                  <a:pt x="1368" y="2797"/>
                </a:lnTo>
                <a:lnTo>
                  <a:pt x="183" y="5228"/>
                </a:lnTo>
                <a:lnTo>
                  <a:pt x="2037" y="6140"/>
                </a:lnTo>
                <a:cubicBezTo>
                  <a:pt x="1976" y="6566"/>
                  <a:pt x="1946" y="7022"/>
                  <a:pt x="1976" y="7478"/>
                </a:cubicBezTo>
                <a:lnTo>
                  <a:pt x="0" y="8146"/>
                </a:lnTo>
                <a:lnTo>
                  <a:pt x="852" y="10700"/>
                </a:lnTo>
                <a:lnTo>
                  <a:pt x="2827" y="10031"/>
                </a:lnTo>
                <a:cubicBezTo>
                  <a:pt x="3101" y="10396"/>
                  <a:pt x="3374" y="10700"/>
                  <a:pt x="3709" y="11004"/>
                </a:cubicBezTo>
                <a:lnTo>
                  <a:pt x="2797" y="12858"/>
                </a:lnTo>
                <a:lnTo>
                  <a:pt x="5229" y="14043"/>
                </a:lnTo>
                <a:lnTo>
                  <a:pt x="6140" y="12189"/>
                </a:lnTo>
                <a:cubicBezTo>
                  <a:pt x="6441" y="12232"/>
                  <a:pt x="6757" y="12275"/>
                  <a:pt x="7078" y="12275"/>
                </a:cubicBezTo>
                <a:cubicBezTo>
                  <a:pt x="7211" y="12275"/>
                  <a:pt x="7344" y="12268"/>
                  <a:pt x="7478" y="12250"/>
                </a:cubicBezTo>
                <a:lnTo>
                  <a:pt x="8147" y="14225"/>
                </a:lnTo>
                <a:lnTo>
                  <a:pt x="10700" y="13374"/>
                </a:lnTo>
                <a:lnTo>
                  <a:pt x="10031" y="11399"/>
                </a:lnTo>
                <a:cubicBezTo>
                  <a:pt x="10396" y="11125"/>
                  <a:pt x="10700" y="10852"/>
                  <a:pt x="11004" y="10517"/>
                </a:cubicBezTo>
                <a:lnTo>
                  <a:pt x="12858" y="11429"/>
                </a:lnTo>
                <a:lnTo>
                  <a:pt x="14043" y="8997"/>
                </a:lnTo>
                <a:lnTo>
                  <a:pt x="12189" y="8086"/>
                </a:lnTo>
                <a:cubicBezTo>
                  <a:pt x="12280" y="7660"/>
                  <a:pt x="12311" y="7204"/>
                  <a:pt x="12280" y="6748"/>
                </a:cubicBezTo>
                <a:lnTo>
                  <a:pt x="14256" y="6079"/>
                </a:lnTo>
                <a:lnTo>
                  <a:pt x="13375" y="3526"/>
                </a:lnTo>
                <a:lnTo>
                  <a:pt x="11399" y="4195"/>
                </a:lnTo>
                <a:cubicBezTo>
                  <a:pt x="11125" y="3830"/>
                  <a:pt x="10852" y="3526"/>
                  <a:pt x="10517" y="3222"/>
                </a:cubicBezTo>
                <a:lnTo>
                  <a:pt x="11429" y="1368"/>
                </a:lnTo>
                <a:lnTo>
                  <a:pt x="8998" y="183"/>
                </a:lnTo>
                <a:lnTo>
                  <a:pt x="8086" y="2037"/>
                </a:lnTo>
                <a:cubicBezTo>
                  <a:pt x="7785" y="1994"/>
                  <a:pt x="7469" y="1951"/>
                  <a:pt x="7148" y="1951"/>
                </a:cubicBezTo>
                <a:cubicBezTo>
                  <a:pt x="7015" y="1951"/>
                  <a:pt x="6882" y="1958"/>
                  <a:pt x="6748" y="1976"/>
                </a:cubicBezTo>
                <a:lnTo>
                  <a:pt x="608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ffectLst>
            <a:outerShdw blurRad="57150" dist="57150" dir="5400000" algn="bl" rotWithShape="0">
              <a:schemeClr val="dk1">
                <a:alpha val="16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8" name="Google Shape;1968;p88"/>
          <p:cNvSpPr/>
          <p:nvPr/>
        </p:nvSpPr>
        <p:spPr>
          <a:xfrm rot="10800000">
            <a:off x="7818811" y="1146764"/>
            <a:ext cx="320089" cy="320089"/>
          </a:xfrm>
          <a:custGeom>
            <a:avLst/>
            <a:gdLst/>
            <a:ahLst/>
            <a:cxnLst/>
            <a:rect l="l" t="t" r="r" b="b"/>
            <a:pathLst>
              <a:path w="10031" h="10031" extrusionOk="0">
                <a:moveTo>
                  <a:pt x="5047" y="3455"/>
                </a:moveTo>
                <a:cubicBezTo>
                  <a:pt x="5309" y="3455"/>
                  <a:pt x="5573" y="3526"/>
                  <a:pt x="5806" y="3678"/>
                </a:cubicBezTo>
                <a:cubicBezTo>
                  <a:pt x="6535" y="4134"/>
                  <a:pt x="6778" y="5046"/>
                  <a:pt x="6353" y="5775"/>
                </a:cubicBezTo>
                <a:cubicBezTo>
                  <a:pt x="6074" y="6254"/>
                  <a:pt x="5572" y="6523"/>
                  <a:pt x="5055" y="6523"/>
                </a:cubicBezTo>
                <a:cubicBezTo>
                  <a:pt x="4783" y="6523"/>
                  <a:pt x="4507" y="6449"/>
                  <a:pt x="4256" y="6292"/>
                </a:cubicBezTo>
                <a:cubicBezTo>
                  <a:pt x="3526" y="5897"/>
                  <a:pt x="3283" y="4924"/>
                  <a:pt x="3739" y="4225"/>
                </a:cubicBezTo>
                <a:cubicBezTo>
                  <a:pt x="4002" y="3739"/>
                  <a:pt x="4522" y="3455"/>
                  <a:pt x="5047" y="3455"/>
                </a:cubicBezTo>
                <a:close/>
                <a:moveTo>
                  <a:pt x="4681" y="0"/>
                </a:moveTo>
                <a:lnTo>
                  <a:pt x="2857" y="456"/>
                </a:lnTo>
                <a:lnTo>
                  <a:pt x="3222" y="1854"/>
                </a:lnTo>
                <a:cubicBezTo>
                  <a:pt x="2979" y="2006"/>
                  <a:pt x="2705" y="2189"/>
                  <a:pt x="2462" y="2432"/>
                </a:cubicBezTo>
                <a:lnTo>
                  <a:pt x="1216" y="1672"/>
                </a:lnTo>
                <a:lnTo>
                  <a:pt x="274" y="3313"/>
                </a:lnTo>
                <a:lnTo>
                  <a:pt x="1520" y="4073"/>
                </a:lnTo>
                <a:cubicBezTo>
                  <a:pt x="1459" y="4377"/>
                  <a:pt x="1398" y="4681"/>
                  <a:pt x="1398" y="4985"/>
                </a:cubicBezTo>
                <a:lnTo>
                  <a:pt x="0" y="5350"/>
                </a:lnTo>
                <a:lnTo>
                  <a:pt x="456" y="7173"/>
                </a:lnTo>
                <a:lnTo>
                  <a:pt x="1854" y="6809"/>
                </a:lnTo>
                <a:cubicBezTo>
                  <a:pt x="2006" y="7052"/>
                  <a:pt x="2189" y="7325"/>
                  <a:pt x="2432" y="7569"/>
                </a:cubicBezTo>
                <a:lnTo>
                  <a:pt x="1672" y="8815"/>
                </a:lnTo>
                <a:lnTo>
                  <a:pt x="3313" y="9757"/>
                </a:lnTo>
                <a:lnTo>
                  <a:pt x="4073" y="8511"/>
                </a:lnTo>
                <a:cubicBezTo>
                  <a:pt x="4377" y="8572"/>
                  <a:pt x="4681" y="8632"/>
                  <a:pt x="4985" y="8632"/>
                </a:cubicBezTo>
                <a:lnTo>
                  <a:pt x="5350" y="10031"/>
                </a:lnTo>
                <a:lnTo>
                  <a:pt x="7174" y="9575"/>
                </a:lnTo>
                <a:lnTo>
                  <a:pt x="6809" y="8176"/>
                </a:lnTo>
                <a:cubicBezTo>
                  <a:pt x="7052" y="8024"/>
                  <a:pt x="7326" y="7812"/>
                  <a:pt x="7569" y="7599"/>
                </a:cubicBezTo>
                <a:lnTo>
                  <a:pt x="8815" y="8359"/>
                </a:lnTo>
                <a:lnTo>
                  <a:pt x="9757" y="6717"/>
                </a:lnTo>
                <a:lnTo>
                  <a:pt x="8511" y="5958"/>
                </a:lnTo>
                <a:cubicBezTo>
                  <a:pt x="8572" y="5654"/>
                  <a:pt x="8633" y="5350"/>
                  <a:pt x="8633" y="5046"/>
                </a:cubicBezTo>
                <a:lnTo>
                  <a:pt x="10031" y="4681"/>
                </a:lnTo>
                <a:lnTo>
                  <a:pt x="9575" y="2857"/>
                </a:lnTo>
                <a:lnTo>
                  <a:pt x="8177" y="3222"/>
                </a:lnTo>
                <a:cubicBezTo>
                  <a:pt x="8025" y="2948"/>
                  <a:pt x="7842" y="2705"/>
                  <a:pt x="7599" y="2462"/>
                </a:cubicBezTo>
                <a:lnTo>
                  <a:pt x="8359" y="1216"/>
                </a:lnTo>
                <a:lnTo>
                  <a:pt x="6718" y="274"/>
                </a:lnTo>
                <a:lnTo>
                  <a:pt x="5958" y="1520"/>
                </a:lnTo>
                <a:cubicBezTo>
                  <a:pt x="5654" y="1429"/>
                  <a:pt x="5350" y="1398"/>
                  <a:pt x="5046" y="1398"/>
                </a:cubicBezTo>
                <a:lnTo>
                  <a:pt x="4681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  <a:effectLst>
            <a:outerShdw blurRad="57150" dist="476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9" name="Google Shape;1969;p88"/>
          <p:cNvSpPr/>
          <p:nvPr/>
        </p:nvSpPr>
        <p:spPr>
          <a:xfrm>
            <a:off x="1154973" y="3693025"/>
            <a:ext cx="216619" cy="216619"/>
          </a:xfrm>
          <a:custGeom>
            <a:avLst/>
            <a:gdLst/>
            <a:ahLst/>
            <a:cxnLst/>
            <a:rect l="l" t="t" r="r" b="b"/>
            <a:pathLst>
              <a:path w="10031" h="10031" extrusionOk="0">
                <a:moveTo>
                  <a:pt x="5047" y="3455"/>
                </a:moveTo>
                <a:cubicBezTo>
                  <a:pt x="5309" y="3455"/>
                  <a:pt x="5573" y="3526"/>
                  <a:pt x="5806" y="3678"/>
                </a:cubicBezTo>
                <a:cubicBezTo>
                  <a:pt x="6535" y="4134"/>
                  <a:pt x="6778" y="5046"/>
                  <a:pt x="6353" y="5775"/>
                </a:cubicBezTo>
                <a:cubicBezTo>
                  <a:pt x="6074" y="6254"/>
                  <a:pt x="5572" y="6523"/>
                  <a:pt x="5055" y="6523"/>
                </a:cubicBezTo>
                <a:cubicBezTo>
                  <a:pt x="4783" y="6523"/>
                  <a:pt x="4507" y="6449"/>
                  <a:pt x="4256" y="6292"/>
                </a:cubicBezTo>
                <a:cubicBezTo>
                  <a:pt x="3526" y="5897"/>
                  <a:pt x="3283" y="4924"/>
                  <a:pt x="3739" y="4225"/>
                </a:cubicBezTo>
                <a:cubicBezTo>
                  <a:pt x="4002" y="3739"/>
                  <a:pt x="4522" y="3455"/>
                  <a:pt x="5047" y="3455"/>
                </a:cubicBezTo>
                <a:close/>
                <a:moveTo>
                  <a:pt x="4681" y="0"/>
                </a:moveTo>
                <a:lnTo>
                  <a:pt x="2857" y="456"/>
                </a:lnTo>
                <a:lnTo>
                  <a:pt x="3222" y="1854"/>
                </a:lnTo>
                <a:cubicBezTo>
                  <a:pt x="2979" y="2006"/>
                  <a:pt x="2705" y="2189"/>
                  <a:pt x="2462" y="2432"/>
                </a:cubicBezTo>
                <a:lnTo>
                  <a:pt x="1216" y="1672"/>
                </a:lnTo>
                <a:lnTo>
                  <a:pt x="274" y="3313"/>
                </a:lnTo>
                <a:lnTo>
                  <a:pt x="1520" y="4073"/>
                </a:lnTo>
                <a:cubicBezTo>
                  <a:pt x="1459" y="4377"/>
                  <a:pt x="1398" y="4681"/>
                  <a:pt x="1398" y="4985"/>
                </a:cubicBezTo>
                <a:lnTo>
                  <a:pt x="0" y="5350"/>
                </a:lnTo>
                <a:lnTo>
                  <a:pt x="456" y="7173"/>
                </a:lnTo>
                <a:lnTo>
                  <a:pt x="1854" y="6809"/>
                </a:lnTo>
                <a:cubicBezTo>
                  <a:pt x="2006" y="7052"/>
                  <a:pt x="2189" y="7325"/>
                  <a:pt x="2432" y="7569"/>
                </a:cubicBezTo>
                <a:lnTo>
                  <a:pt x="1672" y="8815"/>
                </a:lnTo>
                <a:lnTo>
                  <a:pt x="3313" y="9757"/>
                </a:lnTo>
                <a:lnTo>
                  <a:pt x="4073" y="8511"/>
                </a:lnTo>
                <a:cubicBezTo>
                  <a:pt x="4377" y="8572"/>
                  <a:pt x="4681" y="8632"/>
                  <a:pt x="4985" y="8632"/>
                </a:cubicBezTo>
                <a:lnTo>
                  <a:pt x="5350" y="10031"/>
                </a:lnTo>
                <a:lnTo>
                  <a:pt x="7174" y="9575"/>
                </a:lnTo>
                <a:lnTo>
                  <a:pt x="6809" y="8176"/>
                </a:lnTo>
                <a:cubicBezTo>
                  <a:pt x="7052" y="8024"/>
                  <a:pt x="7326" y="7812"/>
                  <a:pt x="7569" y="7599"/>
                </a:cubicBezTo>
                <a:lnTo>
                  <a:pt x="8815" y="8359"/>
                </a:lnTo>
                <a:lnTo>
                  <a:pt x="9757" y="6717"/>
                </a:lnTo>
                <a:lnTo>
                  <a:pt x="8511" y="5958"/>
                </a:lnTo>
                <a:cubicBezTo>
                  <a:pt x="8572" y="5654"/>
                  <a:pt x="8633" y="5350"/>
                  <a:pt x="8633" y="5046"/>
                </a:cubicBezTo>
                <a:lnTo>
                  <a:pt x="10031" y="4681"/>
                </a:lnTo>
                <a:lnTo>
                  <a:pt x="9575" y="2857"/>
                </a:lnTo>
                <a:lnTo>
                  <a:pt x="8177" y="3222"/>
                </a:lnTo>
                <a:cubicBezTo>
                  <a:pt x="8025" y="2948"/>
                  <a:pt x="7842" y="2705"/>
                  <a:pt x="7599" y="2462"/>
                </a:cubicBezTo>
                <a:lnTo>
                  <a:pt x="8359" y="1216"/>
                </a:lnTo>
                <a:lnTo>
                  <a:pt x="6718" y="274"/>
                </a:lnTo>
                <a:lnTo>
                  <a:pt x="5958" y="1520"/>
                </a:lnTo>
                <a:cubicBezTo>
                  <a:pt x="5654" y="1429"/>
                  <a:pt x="5350" y="1398"/>
                  <a:pt x="5046" y="1398"/>
                </a:cubicBezTo>
                <a:lnTo>
                  <a:pt x="468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57150" dist="476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768716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6" dur="800" fill="hold"/>
                                        <p:tgtEl>
                                          <p:spTgt spid="196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8" dur="800" fill="hold"/>
                                        <p:tgtEl>
                                          <p:spTgt spid="196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10" dur="800" fill="hold"/>
                                        <p:tgtEl>
                                          <p:spTgt spid="196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5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2" name="Google Shape;1592;p78"/>
          <p:cNvSpPr/>
          <p:nvPr/>
        </p:nvSpPr>
        <p:spPr>
          <a:xfrm>
            <a:off x="1552658" y="887775"/>
            <a:ext cx="1159800" cy="808200"/>
          </a:xfrm>
          <a:prstGeom prst="wedgeRoundRectCallout">
            <a:avLst>
              <a:gd name="adj1" fmla="val -17374"/>
              <a:gd name="adj2" fmla="val 73101"/>
              <a:gd name="adj3" fmla="val 0"/>
            </a:avLst>
          </a:prstGeom>
          <a:solidFill>
            <a:schemeClr val="accent3"/>
          </a:solidFill>
          <a:ln>
            <a:noFill/>
          </a:ln>
          <a:effectLst>
            <a:outerShdw blurRad="57150" dist="47625" dir="5400000" algn="bl" rotWithShape="0">
              <a:schemeClr val="dk1">
                <a:alpha val="25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3" name="Google Shape;1593;p78"/>
          <p:cNvSpPr/>
          <p:nvPr/>
        </p:nvSpPr>
        <p:spPr>
          <a:xfrm>
            <a:off x="2846029" y="3173971"/>
            <a:ext cx="3459000" cy="808200"/>
          </a:xfrm>
          <a:prstGeom prst="roundRect">
            <a:avLst>
              <a:gd name="adj" fmla="val 31653"/>
            </a:avLst>
          </a:prstGeom>
          <a:solidFill>
            <a:schemeClr val="lt2"/>
          </a:solidFill>
          <a:ln w="9525" cap="flat" cmpd="sng">
            <a:solidFill>
              <a:srgbClr val="D2D6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47625" dir="5400000" algn="bl" rotWithShape="0">
              <a:schemeClr val="dk1">
                <a:alpha val="24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4" name="Google Shape;1594;p78"/>
          <p:cNvSpPr txBox="1">
            <a:spLocks noGrp="1"/>
          </p:cNvSpPr>
          <p:nvPr>
            <p:ph type="title"/>
          </p:nvPr>
        </p:nvSpPr>
        <p:spPr>
          <a:xfrm>
            <a:off x="2477237" y="1216983"/>
            <a:ext cx="4205400" cy="166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600" dirty="0"/>
              <a:t>Правило</a:t>
            </a:r>
            <a:endParaRPr sz="6600" dirty="0"/>
          </a:p>
        </p:txBody>
      </p:sp>
      <p:sp>
        <p:nvSpPr>
          <p:cNvPr id="1595" name="Google Shape;1595;p78"/>
          <p:cNvSpPr txBox="1">
            <a:spLocks noGrp="1"/>
          </p:cNvSpPr>
          <p:nvPr>
            <p:ph type="subTitle" idx="1"/>
          </p:nvPr>
        </p:nvSpPr>
        <p:spPr>
          <a:xfrm>
            <a:off x="3204287" y="3258043"/>
            <a:ext cx="2751300" cy="76362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Aft>
                <a:spcPts val="1200"/>
              </a:spcAft>
            </a:pPr>
            <a:r>
              <a:rPr lang="ru-RU" sz="2000" dirty="0"/>
              <a:t>Не сообщай личную информацию</a:t>
            </a:r>
            <a:endParaRPr sz="2000" dirty="0"/>
          </a:p>
        </p:txBody>
      </p:sp>
      <p:grpSp>
        <p:nvGrpSpPr>
          <p:cNvPr id="1596" name="Google Shape;1596;p78"/>
          <p:cNvGrpSpPr/>
          <p:nvPr/>
        </p:nvGrpSpPr>
        <p:grpSpPr>
          <a:xfrm>
            <a:off x="6782222" y="3381976"/>
            <a:ext cx="1514782" cy="1006855"/>
            <a:chOff x="4981963" y="3755000"/>
            <a:chExt cx="1001575" cy="735575"/>
          </a:xfrm>
        </p:grpSpPr>
        <p:sp>
          <p:nvSpPr>
            <p:cNvPr id="1597" name="Google Shape;1597;p78"/>
            <p:cNvSpPr/>
            <p:nvPr/>
          </p:nvSpPr>
          <p:spPr>
            <a:xfrm>
              <a:off x="4981963" y="3755000"/>
              <a:ext cx="1001575" cy="735575"/>
            </a:xfrm>
            <a:custGeom>
              <a:avLst/>
              <a:gdLst/>
              <a:ahLst/>
              <a:cxnLst/>
              <a:rect l="l" t="t" r="r" b="b"/>
              <a:pathLst>
                <a:path w="40063" h="29423" extrusionOk="0">
                  <a:moveTo>
                    <a:pt x="1916" y="0"/>
                  </a:moveTo>
                  <a:cubicBezTo>
                    <a:pt x="852" y="0"/>
                    <a:pt x="1" y="882"/>
                    <a:pt x="1" y="1945"/>
                  </a:cubicBezTo>
                  <a:lnTo>
                    <a:pt x="1" y="27478"/>
                  </a:lnTo>
                  <a:cubicBezTo>
                    <a:pt x="1" y="28541"/>
                    <a:pt x="852" y="29423"/>
                    <a:pt x="1916" y="29423"/>
                  </a:cubicBezTo>
                  <a:lnTo>
                    <a:pt x="38148" y="29423"/>
                  </a:lnTo>
                  <a:cubicBezTo>
                    <a:pt x="39211" y="29423"/>
                    <a:pt x="40063" y="28541"/>
                    <a:pt x="40063" y="27478"/>
                  </a:cubicBezTo>
                  <a:lnTo>
                    <a:pt x="40063" y="1976"/>
                  </a:lnTo>
                  <a:cubicBezTo>
                    <a:pt x="40063" y="882"/>
                    <a:pt x="39211" y="0"/>
                    <a:pt x="381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dist="76200" dir="5400000" algn="bl" rotWithShape="0">
                <a:schemeClr val="dk1">
                  <a:alpha val="17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" name="Google Shape;1598;p78"/>
            <p:cNvSpPr/>
            <p:nvPr/>
          </p:nvSpPr>
          <p:spPr>
            <a:xfrm>
              <a:off x="5092913" y="3848450"/>
              <a:ext cx="357950" cy="289550"/>
            </a:xfrm>
            <a:custGeom>
              <a:avLst/>
              <a:gdLst/>
              <a:ahLst/>
              <a:cxnLst/>
              <a:rect l="l" t="t" r="r" b="b"/>
              <a:pathLst>
                <a:path w="14318" h="11582" extrusionOk="0">
                  <a:moveTo>
                    <a:pt x="791" y="1"/>
                  </a:moveTo>
                  <a:cubicBezTo>
                    <a:pt x="335" y="1"/>
                    <a:pt x="1" y="365"/>
                    <a:pt x="1" y="791"/>
                  </a:cubicBezTo>
                  <a:lnTo>
                    <a:pt x="1" y="10791"/>
                  </a:lnTo>
                  <a:cubicBezTo>
                    <a:pt x="1" y="11247"/>
                    <a:pt x="366" y="11581"/>
                    <a:pt x="791" y="11581"/>
                  </a:cubicBezTo>
                  <a:lnTo>
                    <a:pt x="13527" y="11581"/>
                  </a:lnTo>
                  <a:cubicBezTo>
                    <a:pt x="13952" y="11581"/>
                    <a:pt x="14287" y="11247"/>
                    <a:pt x="14317" y="10791"/>
                  </a:cubicBezTo>
                  <a:lnTo>
                    <a:pt x="14317" y="791"/>
                  </a:lnTo>
                  <a:cubicBezTo>
                    <a:pt x="14317" y="335"/>
                    <a:pt x="13952" y="1"/>
                    <a:pt x="1352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dist="76200" dir="5400000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" name="Google Shape;1599;p78"/>
            <p:cNvSpPr/>
            <p:nvPr/>
          </p:nvSpPr>
          <p:spPr>
            <a:xfrm>
              <a:off x="5092913" y="4207125"/>
              <a:ext cx="779675" cy="30425"/>
            </a:xfrm>
            <a:custGeom>
              <a:avLst/>
              <a:gdLst/>
              <a:ahLst/>
              <a:cxnLst/>
              <a:rect l="l" t="t" r="r" b="b"/>
              <a:pathLst>
                <a:path w="31187" h="1217" extrusionOk="0">
                  <a:moveTo>
                    <a:pt x="609" y="0"/>
                  </a:moveTo>
                  <a:cubicBezTo>
                    <a:pt x="274" y="0"/>
                    <a:pt x="1" y="274"/>
                    <a:pt x="1" y="608"/>
                  </a:cubicBezTo>
                  <a:cubicBezTo>
                    <a:pt x="1" y="973"/>
                    <a:pt x="274" y="1216"/>
                    <a:pt x="609" y="1216"/>
                  </a:cubicBezTo>
                  <a:lnTo>
                    <a:pt x="30579" y="1216"/>
                  </a:lnTo>
                  <a:cubicBezTo>
                    <a:pt x="30913" y="1216"/>
                    <a:pt x="31187" y="973"/>
                    <a:pt x="31187" y="608"/>
                  </a:cubicBezTo>
                  <a:cubicBezTo>
                    <a:pt x="31187" y="274"/>
                    <a:pt x="30913" y="0"/>
                    <a:pt x="3057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21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600;p78"/>
            <p:cNvSpPr/>
            <p:nvPr/>
          </p:nvSpPr>
          <p:spPr>
            <a:xfrm>
              <a:off x="5092913" y="4286900"/>
              <a:ext cx="779675" cy="30425"/>
            </a:xfrm>
            <a:custGeom>
              <a:avLst/>
              <a:gdLst/>
              <a:ahLst/>
              <a:cxnLst/>
              <a:rect l="l" t="t" r="r" b="b"/>
              <a:pathLst>
                <a:path w="31187" h="1217" extrusionOk="0">
                  <a:moveTo>
                    <a:pt x="609" y="1"/>
                  </a:moveTo>
                  <a:cubicBezTo>
                    <a:pt x="274" y="1"/>
                    <a:pt x="1" y="275"/>
                    <a:pt x="1" y="609"/>
                  </a:cubicBezTo>
                  <a:cubicBezTo>
                    <a:pt x="1" y="974"/>
                    <a:pt x="274" y="1217"/>
                    <a:pt x="609" y="1217"/>
                  </a:cubicBezTo>
                  <a:lnTo>
                    <a:pt x="30579" y="1217"/>
                  </a:lnTo>
                  <a:cubicBezTo>
                    <a:pt x="30913" y="1217"/>
                    <a:pt x="31187" y="913"/>
                    <a:pt x="31187" y="609"/>
                  </a:cubicBezTo>
                  <a:cubicBezTo>
                    <a:pt x="31187" y="275"/>
                    <a:pt x="30913" y="1"/>
                    <a:pt x="305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21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1601;p78"/>
            <p:cNvSpPr/>
            <p:nvPr/>
          </p:nvSpPr>
          <p:spPr>
            <a:xfrm>
              <a:off x="5092913" y="4365950"/>
              <a:ext cx="295625" cy="30400"/>
            </a:xfrm>
            <a:custGeom>
              <a:avLst/>
              <a:gdLst/>
              <a:ahLst/>
              <a:cxnLst/>
              <a:rect l="l" t="t" r="r" b="b"/>
              <a:pathLst>
                <a:path w="11825" h="1216" extrusionOk="0">
                  <a:moveTo>
                    <a:pt x="609" y="0"/>
                  </a:moveTo>
                  <a:cubicBezTo>
                    <a:pt x="274" y="0"/>
                    <a:pt x="1" y="274"/>
                    <a:pt x="1" y="608"/>
                  </a:cubicBezTo>
                  <a:cubicBezTo>
                    <a:pt x="1" y="942"/>
                    <a:pt x="274" y="1216"/>
                    <a:pt x="609" y="1216"/>
                  </a:cubicBezTo>
                  <a:lnTo>
                    <a:pt x="11217" y="1216"/>
                  </a:lnTo>
                  <a:cubicBezTo>
                    <a:pt x="11551" y="1216"/>
                    <a:pt x="11825" y="942"/>
                    <a:pt x="11825" y="608"/>
                  </a:cubicBezTo>
                  <a:cubicBezTo>
                    <a:pt x="11825" y="274"/>
                    <a:pt x="11551" y="0"/>
                    <a:pt x="1121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21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1602;p78"/>
            <p:cNvSpPr/>
            <p:nvPr/>
          </p:nvSpPr>
          <p:spPr>
            <a:xfrm>
              <a:off x="5515413" y="3848450"/>
              <a:ext cx="357950" cy="289550"/>
            </a:xfrm>
            <a:custGeom>
              <a:avLst/>
              <a:gdLst/>
              <a:ahLst/>
              <a:cxnLst/>
              <a:rect l="l" t="t" r="r" b="b"/>
              <a:pathLst>
                <a:path w="14318" h="11582" extrusionOk="0">
                  <a:moveTo>
                    <a:pt x="791" y="1"/>
                  </a:moveTo>
                  <a:cubicBezTo>
                    <a:pt x="335" y="1"/>
                    <a:pt x="1" y="365"/>
                    <a:pt x="1" y="791"/>
                  </a:cubicBezTo>
                  <a:lnTo>
                    <a:pt x="1" y="10791"/>
                  </a:lnTo>
                  <a:cubicBezTo>
                    <a:pt x="1" y="11247"/>
                    <a:pt x="396" y="11581"/>
                    <a:pt x="791" y="11581"/>
                  </a:cubicBezTo>
                  <a:lnTo>
                    <a:pt x="13527" y="11581"/>
                  </a:lnTo>
                  <a:cubicBezTo>
                    <a:pt x="13952" y="11581"/>
                    <a:pt x="14287" y="11247"/>
                    <a:pt x="14317" y="10791"/>
                  </a:cubicBezTo>
                  <a:lnTo>
                    <a:pt x="14317" y="791"/>
                  </a:lnTo>
                  <a:cubicBezTo>
                    <a:pt x="14317" y="335"/>
                    <a:pt x="13952" y="1"/>
                    <a:pt x="1352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dist="76200" dir="5400000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03" name="Google Shape;1603;p78"/>
          <p:cNvGrpSpPr/>
          <p:nvPr/>
        </p:nvGrpSpPr>
        <p:grpSpPr>
          <a:xfrm flipH="1">
            <a:off x="7908792" y="2620556"/>
            <a:ext cx="789081" cy="515055"/>
            <a:chOff x="4842900" y="2922987"/>
            <a:chExt cx="436632" cy="284986"/>
          </a:xfrm>
        </p:grpSpPr>
        <p:sp>
          <p:nvSpPr>
            <p:cNvPr id="1604" name="Google Shape;1604;p78"/>
            <p:cNvSpPr/>
            <p:nvPr/>
          </p:nvSpPr>
          <p:spPr>
            <a:xfrm>
              <a:off x="4842900" y="2922987"/>
              <a:ext cx="436632" cy="284986"/>
            </a:xfrm>
            <a:custGeom>
              <a:avLst/>
              <a:gdLst/>
              <a:ahLst/>
              <a:cxnLst/>
              <a:rect l="l" t="t" r="r" b="b"/>
              <a:pathLst>
                <a:path w="35922" h="23446" extrusionOk="0">
                  <a:moveTo>
                    <a:pt x="3448" y="1"/>
                  </a:moveTo>
                  <a:cubicBezTo>
                    <a:pt x="1555" y="1"/>
                    <a:pt x="0" y="1538"/>
                    <a:pt x="0" y="3432"/>
                  </a:cubicBezTo>
                  <a:lnTo>
                    <a:pt x="0" y="15552"/>
                  </a:lnTo>
                  <a:cubicBezTo>
                    <a:pt x="0" y="17446"/>
                    <a:pt x="1555" y="18983"/>
                    <a:pt x="3448" y="18983"/>
                  </a:cubicBezTo>
                  <a:lnTo>
                    <a:pt x="24950" y="18983"/>
                  </a:lnTo>
                  <a:lnTo>
                    <a:pt x="29074" y="23446"/>
                  </a:lnTo>
                  <a:lnTo>
                    <a:pt x="29074" y="18983"/>
                  </a:lnTo>
                  <a:lnTo>
                    <a:pt x="32473" y="18983"/>
                  </a:lnTo>
                  <a:cubicBezTo>
                    <a:pt x="34382" y="18983"/>
                    <a:pt x="35921" y="17446"/>
                    <a:pt x="35921" y="15552"/>
                  </a:cubicBezTo>
                  <a:lnTo>
                    <a:pt x="35921" y="3432"/>
                  </a:lnTo>
                  <a:cubicBezTo>
                    <a:pt x="35921" y="1538"/>
                    <a:pt x="34382" y="1"/>
                    <a:pt x="32473" y="1"/>
                  </a:cubicBezTo>
                  <a:close/>
                </a:path>
              </a:pathLst>
            </a:custGeom>
            <a:gradFill>
              <a:gsLst>
                <a:gs pos="0">
                  <a:srgbClr val="BBF6F4"/>
                </a:gs>
                <a:gs pos="100000">
                  <a:srgbClr val="4EE0DB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rgbClr val="5352EE">
                  <a:alpha val="18000"/>
                </a:srgb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78"/>
            <p:cNvSpPr/>
            <p:nvPr/>
          </p:nvSpPr>
          <p:spPr>
            <a:xfrm>
              <a:off x="4917676" y="3006198"/>
              <a:ext cx="287065" cy="60824"/>
            </a:xfrm>
            <a:custGeom>
              <a:avLst/>
              <a:gdLst/>
              <a:ahLst/>
              <a:cxnLst/>
              <a:rect l="l" t="t" r="r" b="b"/>
              <a:pathLst>
                <a:path w="23617" h="5004" extrusionOk="0">
                  <a:moveTo>
                    <a:pt x="2503" y="0"/>
                  </a:moveTo>
                  <a:cubicBezTo>
                    <a:pt x="1117" y="0"/>
                    <a:pt x="1" y="1116"/>
                    <a:pt x="1" y="2502"/>
                  </a:cubicBezTo>
                  <a:cubicBezTo>
                    <a:pt x="1" y="3888"/>
                    <a:pt x="1117" y="5004"/>
                    <a:pt x="2503" y="5004"/>
                  </a:cubicBezTo>
                  <a:cubicBezTo>
                    <a:pt x="3873" y="5004"/>
                    <a:pt x="4988" y="3888"/>
                    <a:pt x="4988" y="2502"/>
                  </a:cubicBezTo>
                  <a:cubicBezTo>
                    <a:pt x="4988" y="1116"/>
                    <a:pt x="3873" y="0"/>
                    <a:pt x="2503" y="0"/>
                  </a:cubicBezTo>
                  <a:close/>
                  <a:moveTo>
                    <a:pt x="11817" y="0"/>
                  </a:moveTo>
                  <a:cubicBezTo>
                    <a:pt x="10431" y="0"/>
                    <a:pt x="9316" y="1116"/>
                    <a:pt x="9316" y="2502"/>
                  </a:cubicBezTo>
                  <a:cubicBezTo>
                    <a:pt x="9316" y="3888"/>
                    <a:pt x="10431" y="5004"/>
                    <a:pt x="11817" y="5004"/>
                  </a:cubicBezTo>
                  <a:cubicBezTo>
                    <a:pt x="13186" y="5004"/>
                    <a:pt x="14301" y="3888"/>
                    <a:pt x="14301" y="2502"/>
                  </a:cubicBezTo>
                  <a:cubicBezTo>
                    <a:pt x="14301" y="1116"/>
                    <a:pt x="13186" y="0"/>
                    <a:pt x="11817" y="0"/>
                  </a:cubicBezTo>
                  <a:close/>
                  <a:moveTo>
                    <a:pt x="21131" y="0"/>
                  </a:moveTo>
                  <a:cubicBezTo>
                    <a:pt x="19744" y="0"/>
                    <a:pt x="18629" y="1116"/>
                    <a:pt x="18629" y="2502"/>
                  </a:cubicBezTo>
                  <a:cubicBezTo>
                    <a:pt x="18629" y="3888"/>
                    <a:pt x="19744" y="5004"/>
                    <a:pt x="21131" y="5004"/>
                  </a:cubicBezTo>
                  <a:cubicBezTo>
                    <a:pt x="22500" y="5004"/>
                    <a:pt x="23616" y="3888"/>
                    <a:pt x="23616" y="2502"/>
                  </a:cubicBezTo>
                  <a:cubicBezTo>
                    <a:pt x="23616" y="1116"/>
                    <a:pt x="22500" y="0"/>
                    <a:pt x="2113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18000"/>
                </a:srgb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06" name="Google Shape;1606;p78"/>
          <p:cNvSpPr/>
          <p:nvPr/>
        </p:nvSpPr>
        <p:spPr>
          <a:xfrm>
            <a:off x="847750" y="4125125"/>
            <a:ext cx="356425" cy="355650"/>
          </a:xfrm>
          <a:custGeom>
            <a:avLst/>
            <a:gdLst/>
            <a:ahLst/>
            <a:cxnLst/>
            <a:rect l="l" t="t" r="r" b="b"/>
            <a:pathLst>
              <a:path w="14257" h="14226" extrusionOk="0">
                <a:moveTo>
                  <a:pt x="7160" y="4895"/>
                </a:moveTo>
                <a:cubicBezTo>
                  <a:pt x="8066" y="4895"/>
                  <a:pt x="8891" y="5467"/>
                  <a:pt x="9180" y="6383"/>
                </a:cubicBezTo>
                <a:cubicBezTo>
                  <a:pt x="9575" y="7508"/>
                  <a:pt x="8967" y="8724"/>
                  <a:pt x="7812" y="9119"/>
                </a:cubicBezTo>
                <a:cubicBezTo>
                  <a:pt x="7591" y="9191"/>
                  <a:pt x="7367" y="9225"/>
                  <a:pt x="7145" y="9225"/>
                </a:cubicBezTo>
                <a:cubicBezTo>
                  <a:pt x="6241" y="9225"/>
                  <a:pt x="5394" y="8655"/>
                  <a:pt x="5077" y="7751"/>
                </a:cubicBezTo>
                <a:cubicBezTo>
                  <a:pt x="4712" y="6596"/>
                  <a:pt x="5320" y="5380"/>
                  <a:pt x="6444" y="5016"/>
                </a:cubicBezTo>
                <a:cubicBezTo>
                  <a:pt x="6683" y="4934"/>
                  <a:pt x="6924" y="4895"/>
                  <a:pt x="7160" y="4895"/>
                </a:cubicBezTo>
                <a:close/>
                <a:moveTo>
                  <a:pt x="6080" y="0"/>
                </a:moveTo>
                <a:lnTo>
                  <a:pt x="3526" y="851"/>
                </a:lnTo>
                <a:lnTo>
                  <a:pt x="4226" y="2827"/>
                </a:lnTo>
                <a:cubicBezTo>
                  <a:pt x="3830" y="3101"/>
                  <a:pt x="3526" y="3374"/>
                  <a:pt x="3222" y="3709"/>
                </a:cubicBezTo>
                <a:lnTo>
                  <a:pt x="1368" y="2797"/>
                </a:lnTo>
                <a:lnTo>
                  <a:pt x="183" y="5228"/>
                </a:lnTo>
                <a:lnTo>
                  <a:pt x="2037" y="6140"/>
                </a:lnTo>
                <a:cubicBezTo>
                  <a:pt x="1976" y="6566"/>
                  <a:pt x="1946" y="7022"/>
                  <a:pt x="1976" y="7478"/>
                </a:cubicBezTo>
                <a:lnTo>
                  <a:pt x="0" y="8146"/>
                </a:lnTo>
                <a:lnTo>
                  <a:pt x="852" y="10700"/>
                </a:lnTo>
                <a:lnTo>
                  <a:pt x="2827" y="10031"/>
                </a:lnTo>
                <a:cubicBezTo>
                  <a:pt x="3101" y="10396"/>
                  <a:pt x="3374" y="10700"/>
                  <a:pt x="3709" y="11004"/>
                </a:cubicBezTo>
                <a:lnTo>
                  <a:pt x="2797" y="12858"/>
                </a:lnTo>
                <a:lnTo>
                  <a:pt x="5229" y="14043"/>
                </a:lnTo>
                <a:lnTo>
                  <a:pt x="6140" y="12189"/>
                </a:lnTo>
                <a:cubicBezTo>
                  <a:pt x="6441" y="12232"/>
                  <a:pt x="6757" y="12275"/>
                  <a:pt x="7078" y="12275"/>
                </a:cubicBezTo>
                <a:cubicBezTo>
                  <a:pt x="7211" y="12275"/>
                  <a:pt x="7344" y="12268"/>
                  <a:pt x="7478" y="12250"/>
                </a:cubicBezTo>
                <a:lnTo>
                  <a:pt x="8147" y="14225"/>
                </a:lnTo>
                <a:lnTo>
                  <a:pt x="10700" y="13374"/>
                </a:lnTo>
                <a:lnTo>
                  <a:pt x="10031" y="11399"/>
                </a:lnTo>
                <a:cubicBezTo>
                  <a:pt x="10396" y="11125"/>
                  <a:pt x="10700" y="10852"/>
                  <a:pt x="11004" y="10517"/>
                </a:cubicBezTo>
                <a:lnTo>
                  <a:pt x="12858" y="11429"/>
                </a:lnTo>
                <a:lnTo>
                  <a:pt x="14043" y="8997"/>
                </a:lnTo>
                <a:lnTo>
                  <a:pt x="12189" y="8086"/>
                </a:lnTo>
                <a:cubicBezTo>
                  <a:pt x="12280" y="7660"/>
                  <a:pt x="12311" y="7204"/>
                  <a:pt x="12280" y="6748"/>
                </a:cubicBezTo>
                <a:lnTo>
                  <a:pt x="14256" y="6079"/>
                </a:lnTo>
                <a:lnTo>
                  <a:pt x="13375" y="3526"/>
                </a:lnTo>
                <a:lnTo>
                  <a:pt x="11399" y="4195"/>
                </a:lnTo>
                <a:cubicBezTo>
                  <a:pt x="11125" y="3830"/>
                  <a:pt x="10852" y="3526"/>
                  <a:pt x="10517" y="3222"/>
                </a:cubicBezTo>
                <a:lnTo>
                  <a:pt x="11429" y="1368"/>
                </a:lnTo>
                <a:lnTo>
                  <a:pt x="8998" y="183"/>
                </a:lnTo>
                <a:lnTo>
                  <a:pt x="8086" y="2037"/>
                </a:lnTo>
                <a:cubicBezTo>
                  <a:pt x="7785" y="1994"/>
                  <a:pt x="7469" y="1951"/>
                  <a:pt x="7148" y="1951"/>
                </a:cubicBezTo>
                <a:cubicBezTo>
                  <a:pt x="7015" y="1951"/>
                  <a:pt x="6882" y="1958"/>
                  <a:pt x="6748" y="1976"/>
                </a:cubicBezTo>
                <a:lnTo>
                  <a:pt x="608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7" name="Google Shape;1607;p78"/>
          <p:cNvSpPr/>
          <p:nvPr/>
        </p:nvSpPr>
        <p:spPr>
          <a:xfrm>
            <a:off x="8077075" y="801150"/>
            <a:ext cx="250775" cy="250775"/>
          </a:xfrm>
          <a:custGeom>
            <a:avLst/>
            <a:gdLst/>
            <a:ahLst/>
            <a:cxnLst/>
            <a:rect l="l" t="t" r="r" b="b"/>
            <a:pathLst>
              <a:path w="10031" h="10031" extrusionOk="0">
                <a:moveTo>
                  <a:pt x="5047" y="3455"/>
                </a:moveTo>
                <a:cubicBezTo>
                  <a:pt x="5309" y="3455"/>
                  <a:pt x="5573" y="3526"/>
                  <a:pt x="5806" y="3678"/>
                </a:cubicBezTo>
                <a:cubicBezTo>
                  <a:pt x="6535" y="4134"/>
                  <a:pt x="6778" y="5046"/>
                  <a:pt x="6353" y="5775"/>
                </a:cubicBezTo>
                <a:cubicBezTo>
                  <a:pt x="6074" y="6254"/>
                  <a:pt x="5572" y="6523"/>
                  <a:pt x="5055" y="6523"/>
                </a:cubicBezTo>
                <a:cubicBezTo>
                  <a:pt x="4783" y="6523"/>
                  <a:pt x="4507" y="6449"/>
                  <a:pt x="4256" y="6292"/>
                </a:cubicBezTo>
                <a:cubicBezTo>
                  <a:pt x="3526" y="5897"/>
                  <a:pt x="3283" y="4924"/>
                  <a:pt x="3739" y="4225"/>
                </a:cubicBezTo>
                <a:cubicBezTo>
                  <a:pt x="4002" y="3739"/>
                  <a:pt x="4522" y="3455"/>
                  <a:pt x="5047" y="3455"/>
                </a:cubicBezTo>
                <a:close/>
                <a:moveTo>
                  <a:pt x="4681" y="0"/>
                </a:moveTo>
                <a:lnTo>
                  <a:pt x="2857" y="456"/>
                </a:lnTo>
                <a:lnTo>
                  <a:pt x="3222" y="1854"/>
                </a:lnTo>
                <a:cubicBezTo>
                  <a:pt x="2979" y="2006"/>
                  <a:pt x="2705" y="2189"/>
                  <a:pt x="2462" y="2432"/>
                </a:cubicBezTo>
                <a:lnTo>
                  <a:pt x="1216" y="1672"/>
                </a:lnTo>
                <a:lnTo>
                  <a:pt x="274" y="3313"/>
                </a:lnTo>
                <a:lnTo>
                  <a:pt x="1520" y="4073"/>
                </a:lnTo>
                <a:cubicBezTo>
                  <a:pt x="1459" y="4377"/>
                  <a:pt x="1398" y="4681"/>
                  <a:pt x="1398" y="4985"/>
                </a:cubicBezTo>
                <a:lnTo>
                  <a:pt x="0" y="5350"/>
                </a:lnTo>
                <a:lnTo>
                  <a:pt x="456" y="7173"/>
                </a:lnTo>
                <a:lnTo>
                  <a:pt x="1854" y="6809"/>
                </a:lnTo>
                <a:cubicBezTo>
                  <a:pt x="2006" y="7052"/>
                  <a:pt x="2189" y="7325"/>
                  <a:pt x="2432" y="7569"/>
                </a:cubicBezTo>
                <a:lnTo>
                  <a:pt x="1672" y="8815"/>
                </a:lnTo>
                <a:lnTo>
                  <a:pt x="3313" y="9757"/>
                </a:lnTo>
                <a:lnTo>
                  <a:pt x="4073" y="8511"/>
                </a:lnTo>
                <a:cubicBezTo>
                  <a:pt x="4377" y="8572"/>
                  <a:pt x="4681" y="8632"/>
                  <a:pt x="4985" y="8632"/>
                </a:cubicBezTo>
                <a:lnTo>
                  <a:pt x="5350" y="10031"/>
                </a:lnTo>
                <a:lnTo>
                  <a:pt x="7174" y="9575"/>
                </a:lnTo>
                <a:lnTo>
                  <a:pt x="6809" y="8176"/>
                </a:lnTo>
                <a:cubicBezTo>
                  <a:pt x="7052" y="8024"/>
                  <a:pt x="7326" y="7812"/>
                  <a:pt x="7569" y="7599"/>
                </a:cubicBezTo>
                <a:lnTo>
                  <a:pt x="8815" y="8359"/>
                </a:lnTo>
                <a:lnTo>
                  <a:pt x="9757" y="6717"/>
                </a:lnTo>
                <a:lnTo>
                  <a:pt x="8511" y="5958"/>
                </a:lnTo>
                <a:cubicBezTo>
                  <a:pt x="8572" y="5654"/>
                  <a:pt x="8633" y="5350"/>
                  <a:pt x="8633" y="5046"/>
                </a:cubicBezTo>
                <a:lnTo>
                  <a:pt x="10031" y="4681"/>
                </a:lnTo>
                <a:lnTo>
                  <a:pt x="9575" y="2857"/>
                </a:lnTo>
                <a:lnTo>
                  <a:pt x="8177" y="3222"/>
                </a:lnTo>
                <a:cubicBezTo>
                  <a:pt x="8025" y="2948"/>
                  <a:pt x="7842" y="2705"/>
                  <a:pt x="7599" y="2462"/>
                </a:cubicBezTo>
                <a:lnTo>
                  <a:pt x="8359" y="1216"/>
                </a:lnTo>
                <a:lnTo>
                  <a:pt x="6718" y="274"/>
                </a:lnTo>
                <a:lnTo>
                  <a:pt x="5958" y="1520"/>
                </a:lnTo>
                <a:cubicBezTo>
                  <a:pt x="5654" y="1429"/>
                  <a:pt x="5350" y="1398"/>
                  <a:pt x="5046" y="1398"/>
                </a:cubicBezTo>
                <a:lnTo>
                  <a:pt x="4681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8" name="Google Shape;1608;p78"/>
          <p:cNvSpPr txBox="1">
            <a:spLocks noGrp="1"/>
          </p:cNvSpPr>
          <p:nvPr>
            <p:ph type="title" idx="2"/>
          </p:nvPr>
        </p:nvSpPr>
        <p:spPr>
          <a:xfrm>
            <a:off x="1639207" y="935175"/>
            <a:ext cx="969000" cy="71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800"/>
                                        <p:tgtEl>
                                          <p:spTgt spid="16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800"/>
                                        <p:tgtEl>
                                          <p:spTgt spid="15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800"/>
                            </p:stCondLst>
                            <p:childTnLst>
                              <p:par>
                                <p:cTn id="12" presetID="8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13" dur="800" fill="hold"/>
                                        <p:tgtEl>
                                          <p:spTgt spid="160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15" dur="800" fill="hold"/>
                                        <p:tgtEl>
                                          <p:spTgt spid="160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2" name="Google Shape;1592;p78"/>
          <p:cNvSpPr/>
          <p:nvPr/>
        </p:nvSpPr>
        <p:spPr>
          <a:xfrm>
            <a:off x="1552658" y="887775"/>
            <a:ext cx="1159800" cy="808200"/>
          </a:xfrm>
          <a:prstGeom prst="wedgeRoundRectCallout">
            <a:avLst>
              <a:gd name="adj1" fmla="val -17374"/>
              <a:gd name="adj2" fmla="val 73101"/>
              <a:gd name="adj3" fmla="val 0"/>
            </a:avLst>
          </a:prstGeom>
          <a:solidFill>
            <a:schemeClr val="accent3"/>
          </a:solidFill>
          <a:ln>
            <a:noFill/>
          </a:ln>
          <a:effectLst>
            <a:outerShdw blurRad="57150" dist="47625" dir="5400000" algn="bl" rotWithShape="0">
              <a:schemeClr val="dk1">
                <a:alpha val="25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3" name="Google Shape;1593;p78"/>
          <p:cNvSpPr/>
          <p:nvPr/>
        </p:nvSpPr>
        <p:spPr>
          <a:xfrm>
            <a:off x="2846029" y="-894967"/>
            <a:ext cx="3459000" cy="808200"/>
          </a:xfrm>
          <a:prstGeom prst="roundRect">
            <a:avLst>
              <a:gd name="adj" fmla="val 31653"/>
            </a:avLst>
          </a:prstGeom>
          <a:solidFill>
            <a:schemeClr val="lt2"/>
          </a:solidFill>
          <a:ln w="9525" cap="flat" cmpd="sng">
            <a:solidFill>
              <a:srgbClr val="D2D6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47625" dir="5400000" algn="bl" rotWithShape="0">
              <a:schemeClr val="dk1">
                <a:alpha val="24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4" name="Google Shape;1594;p78"/>
          <p:cNvSpPr txBox="1">
            <a:spLocks noGrp="1"/>
          </p:cNvSpPr>
          <p:nvPr>
            <p:ph type="title"/>
          </p:nvPr>
        </p:nvSpPr>
        <p:spPr>
          <a:xfrm>
            <a:off x="2477237" y="-2851955"/>
            <a:ext cx="4205400" cy="166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600" dirty="0"/>
              <a:t>Правило</a:t>
            </a:r>
            <a:endParaRPr sz="6600" dirty="0"/>
          </a:p>
        </p:txBody>
      </p:sp>
      <p:sp>
        <p:nvSpPr>
          <p:cNvPr id="1595" name="Google Shape;1595;p78"/>
          <p:cNvSpPr txBox="1">
            <a:spLocks noGrp="1"/>
          </p:cNvSpPr>
          <p:nvPr>
            <p:ph type="subTitle" idx="1"/>
          </p:nvPr>
        </p:nvSpPr>
        <p:spPr>
          <a:xfrm>
            <a:off x="3204287" y="-810895"/>
            <a:ext cx="2751300" cy="76362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Aft>
                <a:spcPts val="1200"/>
              </a:spcAft>
            </a:pPr>
            <a:r>
              <a:rPr lang="ru-RU" sz="2000" dirty="0"/>
              <a:t>Не сообщай личную информацию</a:t>
            </a:r>
            <a:endParaRPr sz="2000" dirty="0"/>
          </a:p>
        </p:txBody>
      </p:sp>
      <p:grpSp>
        <p:nvGrpSpPr>
          <p:cNvPr id="1596" name="Google Shape;1596;p78"/>
          <p:cNvGrpSpPr/>
          <p:nvPr/>
        </p:nvGrpSpPr>
        <p:grpSpPr>
          <a:xfrm>
            <a:off x="6782222" y="3381976"/>
            <a:ext cx="1514782" cy="1006855"/>
            <a:chOff x="4981963" y="3755000"/>
            <a:chExt cx="1001575" cy="735575"/>
          </a:xfrm>
        </p:grpSpPr>
        <p:sp>
          <p:nvSpPr>
            <p:cNvPr id="1597" name="Google Shape;1597;p78"/>
            <p:cNvSpPr/>
            <p:nvPr/>
          </p:nvSpPr>
          <p:spPr>
            <a:xfrm>
              <a:off x="4981963" y="3755000"/>
              <a:ext cx="1001575" cy="735575"/>
            </a:xfrm>
            <a:custGeom>
              <a:avLst/>
              <a:gdLst/>
              <a:ahLst/>
              <a:cxnLst/>
              <a:rect l="l" t="t" r="r" b="b"/>
              <a:pathLst>
                <a:path w="40063" h="29423" extrusionOk="0">
                  <a:moveTo>
                    <a:pt x="1916" y="0"/>
                  </a:moveTo>
                  <a:cubicBezTo>
                    <a:pt x="852" y="0"/>
                    <a:pt x="1" y="882"/>
                    <a:pt x="1" y="1945"/>
                  </a:cubicBezTo>
                  <a:lnTo>
                    <a:pt x="1" y="27478"/>
                  </a:lnTo>
                  <a:cubicBezTo>
                    <a:pt x="1" y="28541"/>
                    <a:pt x="852" y="29423"/>
                    <a:pt x="1916" y="29423"/>
                  </a:cubicBezTo>
                  <a:lnTo>
                    <a:pt x="38148" y="29423"/>
                  </a:lnTo>
                  <a:cubicBezTo>
                    <a:pt x="39211" y="29423"/>
                    <a:pt x="40063" y="28541"/>
                    <a:pt x="40063" y="27478"/>
                  </a:cubicBezTo>
                  <a:lnTo>
                    <a:pt x="40063" y="1976"/>
                  </a:lnTo>
                  <a:cubicBezTo>
                    <a:pt x="40063" y="882"/>
                    <a:pt x="39211" y="0"/>
                    <a:pt x="381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dist="76200" dir="5400000" algn="bl" rotWithShape="0">
                <a:schemeClr val="dk1">
                  <a:alpha val="17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" name="Google Shape;1598;p78"/>
            <p:cNvSpPr/>
            <p:nvPr/>
          </p:nvSpPr>
          <p:spPr>
            <a:xfrm>
              <a:off x="5092913" y="3848450"/>
              <a:ext cx="357950" cy="289550"/>
            </a:xfrm>
            <a:custGeom>
              <a:avLst/>
              <a:gdLst/>
              <a:ahLst/>
              <a:cxnLst/>
              <a:rect l="l" t="t" r="r" b="b"/>
              <a:pathLst>
                <a:path w="14318" h="11582" extrusionOk="0">
                  <a:moveTo>
                    <a:pt x="791" y="1"/>
                  </a:moveTo>
                  <a:cubicBezTo>
                    <a:pt x="335" y="1"/>
                    <a:pt x="1" y="365"/>
                    <a:pt x="1" y="791"/>
                  </a:cubicBezTo>
                  <a:lnTo>
                    <a:pt x="1" y="10791"/>
                  </a:lnTo>
                  <a:cubicBezTo>
                    <a:pt x="1" y="11247"/>
                    <a:pt x="366" y="11581"/>
                    <a:pt x="791" y="11581"/>
                  </a:cubicBezTo>
                  <a:lnTo>
                    <a:pt x="13527" y="11581"/>
                  </a:lnTo>
                  <a:cubicBezTo>
                    <a:pt x="13952" y="11581"/>
                    <a:pt x="14287" y="11247"/>
                    <a:pt x="14317" y="10791"/>
                  </a:cubicBezTo>
                  <a:lnTo>
                    <a:pt x="14317" y="791"/>
                  </a:lnTo>
                  <a:cubicBezTo>
                    <a:pt x="14317" y="335"/>
                    <a:pt x="13952" y="1"/>
                    <a:pt x="1352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dist="76200" dir="5400000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" name="Google Shape;1599;p78"/>
            <p:cNvSpPr/>
            <p:nvPr/>
          </p:nvSpPr>
          <p:spPr>
            <a:xfrm>
              <a:off x="5092913" y="4207125"/>
              <a:ext cx="779675" cy="30425"/>
            </a:xfrm>
            <a:custGeom>
              <a:avLst/>
              <a:gdLst/>
              <a:ahLst/>
              <a:cxnLst/>
              <a:rect l="l" t="t" r="r" b="b"/>
              <a:pathLst>
                <a:path w="31187" h="1217" extrusionOk="0">
                  <a:moveTo>
                    <a:pt x="609" y="0"/>
                  </a:moveTo>
                  <a:cubicBezTo>
                    <a:pt x="274" y="0"/>
                    <a:pt x="1" y="274"/>
                    <a:pt x="1" y="608"/>
                  </a:cubicBezTo>
                  <a:cubicBezTo>
                    <a:pt x="1" y="973"/>
                    <a:pt x="274" y="1216"/>
                    <a:pt x="609" y="1216"/>
                  </a:cubicBezTo>
                  <a:lnTo>
                    <a:pt x="30579" y="1216"/>
                  </a:lnTo>
                  <a:cubicBezTo>
                    <a:pt x="30913" y="1216"/>
                    <a:pt x="31187" y="973"/>
                    <a:pt x="31187" y="608"/>
                  </a:cubicBezTo>
                  <a:cubicBezTo>
                    <a:pt x="31187" y="274"/>
                    <a:pt x="30913" y="0"/>
                    <a:pt x="3057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21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600;p78"/>
            <p:cNvSpPr/>
            <p:nvPr/>
          </p:nvSpPr>
          <p:spPr>
            <a:xfrm>
              <a:off x="5092913" y="4286900"/>
              <a:ext cx="779675" cy="30425"/>
            </a:xfrm>
            <a:custGeom>
              <a:avLst/>
              <a:gdLst/>
              <a:ahLst/>
              <a:cxnLst/>
              <a:rect l="l" t="t" r="r" b="b"/>
              <a:pathLst>
                <a:path w="31187" h="1217" extrusionOk="0">
                  <a:moveTo>
                    <a:pt x="609" y="1"/>
                  </a:moveTo>
                  <a:cubicBezTo>
                    <a:pt x="274" y="1"/>
                    <a:pt x="1" y="275"/>
                    <a:pt x="1" y="609"/>
                  </a:cubicBezTo>
                  <a:cubicBezTo>
                    <a:pt x="1" y="974"/>
                    <a:pt x="274" y="1217"/>
                    <a:pt x="609" y="1217"/>
                  </a:cubicBezTo>
                  <a:lnTo>
                    <a:pt x="30579" y="1217"/>
                  </a:lnTo>
                  <a:cubicBezTo>
                    <a:pt x="30913" y="1217"/>
                    <a:pt x="31187" y="913"/>
                    <a:pt x="31187" y="609"/>
                  </a:cubicBezTo>
                  <a:cubicBezTo>
                    <a:pt x="31187" y="275"/>
                    <a:pt x="30913" y="1"/>
                    <a:pt x="305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21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1601;p78"/>
            <p:cNvSpPr/>
            <p:nvPr/>
          </p:nvSpPr>
          <p:spPr>
            <a:xfrm>
              <a:off x="5092913" y="4365950"/>
              <a:ext cx="295625" cy="30400"/>
            </a:xfrm>
            <a:custGeom>
              <a:avLst/>
              <a:gdLst/>
              <a:ahLst/>
              <a:cxnLst/>
              <a:rect l="l" t="t" r="r" b="b"/>
              <a:pathLst>
                <a:path w="11825" h="1216" extrusionOk="0">
                  <a:moveTo>
                    <a:pt x="609" y="0"/>
                  </a:moveTo>
                  <a:cubicBezTo>
                    <a:pt x="274" y="0"/>
                    <a:pt x="1" y="274"/>
                    <a:pt x="1" y="608"/>
                  </a:cubicBezTo>
                  <a:cubicBezTo>
                    <a:pt x="1" y="942"/>
                    <a:pt x="274" y="1216"/>
                    <a:pt x="609" y="1216"/>
                  </a:cubicBezTo>
                  <a:lnTo>
                    <a:pt x="11217" y="1216"/>
                  </a:lnTo>
                  <a:cubicBezTo>
                    <a:pt x="11551" y="1216"/>
                    <a:pt x="11825" y="942"/>
                    <a:pt x="11825" y="608"/>
                  </a:cubicBezTo>
                  <a:cubicBezTo>
                    <a:pt x="11825" y="274"/>
                    <a:pt x="11551" y="0"/>
                    <a:pt x="1121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21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1602;p78"/>
            <p:cNvSpPr/>
            <p:nvPr/>
          </p:nvSpPr>
          <p:spPr>
            <a:xfrm>
              <a:off x="5515413" y="3848450"/>
              <a:ext cx="357950" cy="289550"/>
            </a:xfrm>
            <a:custGeom>
              <a:avLst/>
              <a:gdLst/>
              <a:ahLst/>
              <a:cxnLst/>
              <a:rect l="l" t="t" r="r" b="b"/>
              <a:pathLst>
                <a:path w="14318" h="11582" extrusionOk="0">
                  <a:moveTo>
                    <a:pt x="791" y="1"/>
                  </a:moveTo>
                  <a:cubicBezTo>
                    <a:pt x="335" y="1"/>
                    <a:pt x="1" y="365"/>
                    <a:pt x="1" y="791"/>
                  </a:cubicBezTo>
                  <a:lnTo>
                    <a:pt x="1" y="10791"/>
                  </a:lnTo>
                  <a:cubicBezTo>
                    <a:pt x="1" y="11247"/>
                    <a:pt x="396" y="11581"/>
                    <a:pt x="791" y="11581"/>
                  </a:cubicBezTo>
                  <a:lnTo>
                    <a:pt x="13527" y="11581"/>
                  </a:lnTo>
                  <a:cubicBezTo>
                    <a:pt x="13952" y="11581"/>
                    <a:pt x="14287" y="11247"/>
                    <a:pt x="14317" y="10791"/>
                  </a:cubicBezTo>
                  <a:lnTo>
                    <a:pt x="14317" y="791"/>
                  </a:lnTo>
                  <a:cubicBezTo>
                    <a:pt x="14317" y="335"/>
                    <a:pt x="13952" y="1"/>
                    <a:pt x="1352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dist="76200" dir="5400000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03" name="Google Shape;1603;p78"/>
          <p:cNvGrpSpPr/>
          <p:nvPr/>
        </p:nvGrpSpPr>
        <p:grpSpPr>
          <a:xfrm flipH="1">
            <a:off x="7908792" y="2620556"/>
            <a:ext cx="789081" cy="515055"/>
            <a:chOff x="4842900" y="2922987"/>
            <a:chExt cx="436632" cy="284986"/>
          </a:xfrm>
        </p:grpSpPr>
        <p:sp>
          <p:nvSpPr>
            <p:cNvPr id="1604" name="Google Shape;1604;p78"/>
            <p:cNvSpPr/>
            <p:nvPr/>
          </p:nvSpPr>
          <p:spPr>
            <a:xfrm>
              <a:off x="4842900" y="2922987"/>
              <a:ext cx="436632" cy="284986"/>
            </a:xfrm>
            <a:custGeom>
              <a:avLst/>
              <a:gdLst/>
              <a:ahLst/>
              <a:cxnLst/>
              <a:rect l="l" t="t" r="r" b="b"/>
              <a:pathLst>
                <a:path w="35922" h="23446" extrusionOk="0">
                  <a:moveTo>
                    <a:pt x="3448" y="1"/>
                  </a:moveTo>
                  <a:cubicBezTo>
                    <a:pt x="1555" y="1"/>
                    <a:pt x="0" y="1538"/>
                    <a:pt x="0" y="3432"/>
                  </a:cubicBezTo>
                  <a:lnTo>
                    <a:pt x="0" y="15552"/>
                  </a:lnTo>
                  <a:cubicBezTo>
                    <a:pt x="0" y="17446"/>
                    <a:pt x="1555" y="18983"/>
                    <a:pt x="3448" y="18983"/>
                  </a:cubicBezTo>
                  <a:lnTo>
                    <a:pt x="24950" y="18983"/>
                  </a:lnTo>
                  <a:lnTo>
                    <a:pt x="29074" y="23446"/>
                  </a:lnTo>
                  <a:lnTo>
                    <a:pt x="29074" y="18983"/>
                  </a:lnTo>
                  <a:lnTo>
                    <a:pt x="32473" y="18983"/>
                  </a:lnTo>
                  <a:cubicBezTo>
                    <a:pt x="34382" y="18983"/>
                    <a:pt x="35921" y="17446"/>
                    <a:pt x="35921" y="15552"/>
                  </a:cubicBezTo>
                  <a:lnTo>
                    <a:pt x="35921" y="3432"/>
                  </a:lnTo>
                  <a:cubicBezTo>
                    <a:pt x="35921" y="1538"/>
                    <a:pt x="34382" y="1"/>
                    <a:pt x="32473" y="1"/>
                  </a:cubicBezTo>
                  <a:close/>
                </a:path>
              </a:pathLst>
            </a:custGeom>
            <a:gradFill>
              <a:gsLst>
                <a:gs pos="0">
                  <a:srgbClr val="BBF6F4"/>
                </a:gs>
                <a:gs pos="100000">
                  <a:srgbClr val="4EE0DB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rgbClr val="5352EE">
                  <a:alpha val="18000"/>
                </a:srgb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78"/>
            <p:cNvSpPr/>
            <p:nvPr/>
          </p:nvSpPr>
          <p:spPr>
            <a:xfrm>
              <a:off x="4917676" y="3006198"/>
              <a:ext cx="287065" cy="60824"/>
            </a:xfrm>
            <a:custGeom>
              <a:avLst/>
              <a:gdLst/>
              <a:ahLst/>
              <a:cxnLst/>
              <a:rect l="l" t="t" r="r" b="b"/>
              <a:pathLst>
                <a:path w="23617" h="5004" extrusionOk="0">
                  <a:moveTo>
                    <a:pt x="2503" y="0"/>
                  </a:moveTo>
                  <a:cubicBezTo>
                    <a:pt x="1117" y="0"/>
                    <a:pt x="1" y="1116"/>
                    <a:pt x="1" y="2502"/>
                  </a:cubicBezTo>
                  <a:cubicBezTo>
                    <a:pt x="1" y="3888"/>
                    <a:pt x="1117" y="5004"/>
                    <a:pt x="2503" y="5004"/>
                  </a:cubicBezTo>
                  <a:cubicBezTo>
                    <a:pt x="3873" y="5004"/>
                    <a:pt x="4988" y="3888"/>
                    <a:pt x="4988" y="2502"/>
                  </a:cubicBezTo>
                  <a:cubicBezTo>
                    <a:pt x="4988" y="1116"/>
                    <a:pt x="3873" y="0"/>
                    <a:pt x="2503" y="0"/>
                  </a:cubicBezTo>
                  <a:close/>
                  <a:moveTo>
                    <a:pt x="11817" y="0"/>
                  </a:moveTo>
                  <a:cubicBezTo>
                    <a:pt x="10431" y="0"/>
                    <a:pt x="9316" y="1116"/>
                    <a:pt x="9316" y="2502"/>
                  </a:cubicBezTo>
                  <a:cubicBezTo>
                    <a:pt x="9316" y="3888"/>
                    <a:pt x="10431" y="5004"/>
                    <a:pt x="11817" y="5004"/>
                  </a:cubicBezTo>
                  <a:cubicBezTo>
                    <a:pt x="13186" y="5004"/>
                    <a:pt x="14301" y="3888"/>
                    <a:pt x="14301" y="2502"/>
                  </a:cubicBezTo>
                  <a:cubicBezTo>
                    <a:pt x="14301" y="1116"/>
                    <a:pt x="13186" y="0"/>
                    <a:pt x="11817" y="0"/>
                  </a:cubicBezTo>
                  <a:close/>
                  <a:moveTo>
                    <a:pt x="21131" y="0"/>
                  </a:moveTo>
                  <a:cubicBezTo>
                    <a:pt x="19744" y="0"/>
                    <a:pt x="18629" y="1116"/>
                    <a:pt x="18629" y="2502"/>
                  </a:cubicBezTo>
                  <a:cubicBezTo>
                    <a:pt x="18629" y="3888"/>
                    <a:pt x="19744" y="5004"/>
                    <a:pt x="21131" y="5004"/>
                  </a:cubicBezTo>
                  <a:cubicBezTo>
                    <a:pt x="22500" y="5004"/>
                    <a:pt x="23616" y="3888"/>
                    <a:pt x="23616" y="2502"/>
                  </a:cubicBezTo>
                  <a:cubicBezTo>
                    <a:pt x="23616" y="1116"/>
                    <a:pt x="22500" y="0"/>
                    <a:pt x="2113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18000"/>
                </a:srgb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06" name="Google Shape;1606;p78"/>
          <p:cNvSpPr/>
          <p:nvPr/>
        </p:nvSpPr>
        <p:spPr>
          <a:xfrm>
            <a:off x="847750" y="4125125"/>
            <a:ext cx="356425" cy="355650"/>
          </a:xfrm>
          <a:custGeom>
            <a:avLst/>
            <a:gdLst/>
            <a:ahLst/>
            <a:cxnLst/>
            <a:rect l="l" t="t" r="r" b="b"/>
            <a:pathLst>
              <a:path w="14257" h="14226" extrusionOk="0">
                <a:moveTo>
                  <a:pt x="7160" y="4895"/>
                </a:moveTo>
                <a:cubicBezTo>
                  <a:pt x="8066" y="4895"/>
                  <a:pt x="8891" y="5467"/>
                  <a:pt x="9180" y="6383"/>
                </a:cubicBezTo>
                <a:cubicBezTo>
                  <a:pt x="9575" y="7508"/>
                  <a:pt x="8967" y="8724"/>
                  <a:pt x="7812" y="9119"/>
                </a:cubicBezTo>
                <a:cubicBezTo>
                  <a:pt x="7591" y="9191"/>
                  <a:pt x="7367" y="9225"/>
                  <a:pt x="7145" y="9225"/>
                </a:cubicBezTo>
                <a:cubicBezTo>
                  <a:pt x="6241" y="9225"/>
                  <a:pt x="5394" y="8655"/>
                  <a:pt x="5077" y="7751"/>
                </a:cubicBezTo>
                <a:cubicBezTo>
                  <a:pt x="4712" y="6596"/>
                  <a:pt x="5320" y="5380"/>
                  <a:pt x="6444" y="5016"/>
                </a:cubicBezTo>
                <a:cubicBezTo>
                  <a:pt x="6683" y="4934"/>
                  <a:pt x="6924" y="4895"/>
                  <a:pt x="7160" y="4895"/>
                </a:cubicBezTo>
                <a:close/>
                <a:moveTo>
                  <a:pt x="6080" y="0"/>
                </a:moveTo>
                <a:lnTo>
                  <a:pt x="3526" y="851"/>
                </a:lnTo>
                <a:lnTo>
                  <a:pt x="4226" y="2827"/>
                </a:lnTo>
                <a:cubicBezTo>
                  <a:pt x="3830" y="3101"/>
                  <a:pt x="3526" y="3374"/>
                  <a:pt x="3222" y="3709"/>
                </a:cubicBezTo>
                <a:lnTo>
                  <a:pt x="1368" y="2797"/>
                </a:lnTo>
                <a:lnTo>
                  <a:pt x="183" y="5228"/>
                </a:lnTo>
                <a:lnTo>
                  <a:pt x="2037" y="6140"/>
                </a:lnTo>
                <a:cubicBezTo>
                  <a:pt x="1976" y="6566"/>
                  <a:pt x="1946" y="7022"/>
                  <a:pt x="1976" y="7478"/>
                </a:cubicBezTo>
                <a:lnTo>
                  <a:pt x="0" y="8146"/>
                </a:lnTo>
                <a:lnTo>
                  <a:pt x="852" y="10700"/>
                </a:lnTo>
                <a:lnTo>
                  <a:pt x="2827" y="10031"/>
                </a:lnTo>
                <a:cubicBezTo>
                  <a:pt x="3101" y="10396"/>
                  <a:pt x="3374" y="10700"/>
                  <a:pt x="3709" y="11004"/>
                </a:cubicBezTo>
                <a:lnTo>
                  <a:pt x="2797" y="12858"/>
                </a:lnTo>
                <a:lnTo>
                  <a:pt x="5229" y="14043"/>
                </a:lnTo>
                <a:lnTo>
                  <a:pt x="6140" y="12189"/>
                </a:lnTo>
                <a:cubicBezTo>
                  <a:pt x="6441" y="12232"/>
                  <a:pt x="6757" y="12275"/>
                  <a:pt x="7078" y="12275"/>
                </a:cubicBezTo>
                <a:cubicBezTo>
                  <a:pt x="7211" y="12275"/>
                  <a:pt x="7344" y="12268"/>
                  <a:pt x="7478" y="12250"/>
                </a:cubicBezTo>
                <a:lnTo>
                  <a:pt x="8147" y="14225"/>
                </a:lnTo>
                <a:lnTo>
                  <a:pt x="10700" y="13374"/>
                </a:lnTo>
                <a:lnTo>
                  <a:pt x="10031" y="11399"/>
                </a:lnTo>
                <a:cubicBezTo>
                  <a:pt x="10396" y="11125"/>
                  <a:pt x="10700" y="10852"/>
                  <a:pt x="11004" y="10517"/>
                </a:cubicBezTo>
                <a:lnTo>
                  <a:pt x="12858" y="11429"/>
                </a:lnTo>
                <a:lnTo>
                  <a:pt x="14043" y="8997"/>
                </a:lnTo>
                <a:lnTo>
                  <a:pt x="12189" y="8086"/>
                </a:lnTo>
                <a:cubicBezTo>
                  <a:pt x="12280" y="7660"/>
                  <a:pt x="12311" y="7204"/>
                  <a:pt x="12280" y="6748"/>
                </a:cubicBezTo>
                <a:lnTo>
                  <a:pt x="14256" y="6079"/>
                </a:lnTo>
                <a:lnTo>
                  <a:pt x="13375" y="3526"/>
                </a:lnTo>
                <a:lnTo>
                  <a:pt x="11399" y="4195"/>
                </a:lnTo>
                <a:cubicBezTo>
                  <a:pt x="11125" y="3830"/>
                  <a:pt x="10852" y="3526"/>
                  <a:pt x="10517" y="3222"/>
                </a:cubicBezTo>
                <a:lnTo>
                  <a:pt x="11429" y="1368"/>
                </a:lnTo>
                <a:lnTo>
                  <a:pt x="8998" y="183"/>
                </a:lnTo>
                <a:lnTo>
                  <a:pt x="8086" y="2037"/>
                </a:lnTo>
                <a:cubicBezTo>
                  <a:pt x="7785" y="1994"/>
                  <a:pt x="7469" y="1951"/>
                  <a:pt x="7148" y="1951"/>
                </a:cubicBezTo>
                <a:cubicBezTo>
                  <a:pt x="7015" y="1951"/>
                  <a:pt x="6882" y="1958"/>
                  <a:pt x="6748" y="1976"/>
                </a:cubicBezTo>
                <a:lnTo>
                  <a:pt x="608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7" name="Google Shape;1607;p78"/>
          <p:cNvSpPr/>
          <p:nvPr/>
        </p:nvSpPr>
        <p:spPr>
          <a:xfrm>
            <a:off x="8077075" y="801150"/>
            <a:ext cx="250775" cy="250775"/>
          </a:xfrm>
          <a:custGeom>
            <a:avLst/>
            <a:gdLst/>
            <a:ahLst/>
            <a:cxnLst/>
            <a:rect l="l" t="t" r="r" b="b"/>
            <a:pathLst>
              <a:path w="10031" h="10031" extrusionOk="0">
                <a:moveTo>
                  <a:pt x="5047" y="3455"/>
                </a:moveTo>
                <a:cubicBezTo>
                  <a:pt x="5309" y="3455"/>
                  <a:pt x="5573" y="3526"/>
                  <a:pt x="5806" y="3678"/>
                </a:cubicBezTo>
                <a:cubicBezTo>
                  <a:pt x="6535" y="4134"/>
                  <a:pt x="6778" y="5046"/>
                  <a:pt x="6353" y="5775"/>
                </a:cubicBezTo>
                <a:cubicBezTo>
                  <a:pt x="6074" y="6254"/>
                  <a:pt x="5572" y="6523"/>
                  <a:pt x="5055" y="6523"/>
                </a:cubicBezTo>
                <a:cubicBezTo>
                  <a:pt x="4783" y="6523"/>
                  <a:pt x="4507" y="6449"/>
                  <a:pt x="4256" y="6292"/>
                </a:cubicBezTo>
                <a:cubicBezTo>
                  <a:pt x="3526" y="5897"/>
                  <a:pt x="3283" y="4924"/>
                  <a:pt x="3739" y="4225"/>
                </a:cubicBezTo>
                <a:cubicBezTo>
                  <a:pt x="4002" y="3739"/>
                  <a:pt x="4522" y="3455"/>
                  <a:pt x="5047" y="3455"/>
                </a:cubicBezTo>
                <a:close/>
                <a:moveTo>
                  <a:pt x="4681" y="0"/>
                </a:moveTo>
                <a:lnTo>
                  <a:pt x="2857" y="456"/>
                </a:lnTo>
                <a:lnTo>
                  <a:pt x="3222" y="1854"/>
                </a:lnTo>
                <a:cubicBezTo>
                  <a:pt x="2979" y="2006"/>
                  <a:pt x="2705" y="2189"/>
                  <a:pt x="2462" y="2432"/>
                </a:cubicBezTo>
                <a:lnTo>
                  <a:pt x="1216" y="1672"/>
                </a:lnTo>
                <a:lnTo>
                  <a:pt x="274" y="3313"/>
                </a:lnTo>
                <a:lnTo>
                  <a:pt x="1520" y="4073"/>
                </a:lnTo>
                <a:cubicBezTo>
                  <a:pt x="1459" y="4377"/>
                  <a:pt x="1398" y="4681"/>
                  <a:pt x="1398" y="4985"/>
                </a:cubicBezTo>
                <a:lnTo>
                  <a:pt x="0" y="5350"/>
                </a:lnTo>
                <a:lnTo>
                  <a:pt x="456" y="7173"/>
                </a:lnTo>
                <a:lnTo>
                  <a:pt x="1854" y="6809"/>
                </a:lnTo>
                <a:cubicBezTo>
                  <a:pt x="2006" y="7052"/>
                  <a:pt x="2189" y="7325"/>
                  <a:pt x="2432" y="7569"/>
                </a:cubicBezTo>
                <a:lnTo>
                  <a:pt x="1672" y="8815"/>
                </a:lnTo>
                <a:lnTo>
                  <a:pt x="3313" y="9757"/>
                </a:lnTo>
                <a:lnTo>
                  <a:pt x="4073" y="8511"/>
                </a:lnTo>
                <a:cubicBezTo>
                  <a:pt x="4377" y="8572"/>
                  <a:pt x="4681" y="8632"/>
                  <a:pt x="4985" y="8632"/>
                </a:cubicBezTo>
                <a:lnTo>
                  <a:pt x="5350" y="10031"/>
                </a:lnTo>
                <a:lnTo>
                  <a:pt x="7174" y="9575"/>
                </a:lnTo>
                <a:lnTo>
                  <a:pt x="6809" y="8176"/>
                </a:lnTo>
                <a:cubicBezTo>
                  <a:pt x="7052" y="8024"/>
                  <a:pt x="7326" y="7812"/>
                  <a:pt x="7569" y="7599"/>
                </a:cubicBezTo>
                <a:lnTo>
                  <a:pt x="8815" y="8359"/>
                </a:lnTo>
                <a:lnTo>
                  <a:pt x="9757" y="6717"/>
                </a:lnTo>
                <a:lnTo>
                  <a:pt x="8511" y="5958"/>
                </a:lnTo>
                <a:cubicBezTo>
                  <a:pt x="8572" y="5654"/>
                  <a:pt x="8633" y="5350"/>
                  <a:pt x="8633" y="5046"/>
                </a:cubicBezTo>
                <a:lnTo>
                  <a:pt x="10031" y="4681"/>
                </a:lnTo>
                <a:lnTo>
                  <a:pt x="9575" y="2857"/>
                </a:lnTo>
                <a:lnTo>
                  <a:pt x="8177" y="3222"/>
                </a:lnTo>
                <a:cubicBezTo>
                  <a:pt x="8025" y="2948"/>
                  <a:pt x="7842" y="2705"/>
                  <a:pt x="7599" y="2462"/>
                </a:cubicBezTo>
                <a:lnTo>
                  <a:pt x="8359" y="1216"/>
                </a:lnTo>
                <a:lnTo>
                  <a:pt x="6718" y="274"/>
                </a:lnTo>
                <a:lnTo>
                  <a:pt x="5958" y="1520"/>
                </a:lnTo>
                <a:cubicBezTo>
                  <a:pt x="5654" y="1429"/>
                  <a:pt x="5350" y="1398"/>
                  <a:pt x="5046" y="1398"/>
                </a:cubicBezTo>
                <a:lnTo>
                  <a:pt x="4681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8" name="Google Shape;1608;p78"/>
          <p:cNvSpPr txBox="1">
            <a:spLocks noGrp="1"/>
          </p:cNvSpPr>
          <p:nvPr>
            <p:ph type="title" idx="2"/>
          </p:nvPr>
        </p:nvSpPr>
        <p:spPr>
          <a:xfrm>
            <a:off x="1639207" y="935175"/>
            <a:ext cx="969000" cy="71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20" name="Google Shape;1956;p88">
            <a:extLst>
              <a:ext uri="{FF2B5EF4-FFF2-40B4-BE49-F238E27FC236}">
                <a16:creationId xmlns:a16="http://schemas.microsoft.com/office/drawing/2014/main" id="{9CE63A60-278B-43C7-BD1B-7FCB98127EAB}"/>
              </a:ext>
            </a:extLst>
          </p:cNvPr>
          <p:cNvSpPr txBox="1">
            <a:spLocks/>
          </p:cNvSpPr>
          <p:nvPr/>
        </p:nvSpPr>
        <p:spPr>
          <a:xfrm>
            <a:off x="2045367" y="300789"/>
            <a:ext cx="5053265" cy="4584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rbitron"/>
              <a:buNone/>
              <a:defRPr sz="36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 sz="2200" dirty="0"/>
              <a:t>Никому нельзя говорить:</a:t>
            </a:r>
            <a:endParaRPr lang="en-US" sz="2200" dirty="0"/>
          </a:p>
          <a:p>
            <a:endParaRPr lang="ru-RU" sz="2400" dirty="0"/>
          </a:p>
          <a:p>
            <a:pPr algn="l"/>
            <a:r>
              <a:rPr lang="en-US" sz="1800" dirty="0"/>
              <a:t>-</a:t>
            </a:r>
            <a:r>
              <a:rPr lang="ru-RU" sz="1800" dirty="0"/>
              <a:t>свое имя и фамилию </a:t>
            </a:r>
          </a:p>
          <a:p>
            <a:pPr algn="l"/>
            <a:r>
              <a:rPr lang="en-US" sz="1800" dirty="0"/>
              <a:t>-</a:t>
            </a:r>
            <a:r>
              <a:rPr lang="ru-RU" sz="1800" dirty="0"/>
              <a:t>адрес </a:t>
            </a:r>
          </a:p>
          <a:p>
            <a:pPr algn="l"/>
            <a:r>
              <a:rPr lang="en-US" sz="1800" dirty="0"/>
              <a:t>-</a:t>
            </a:r>
            <a:r>
              <a:rPr lang="ru-RU" sz="1800" dirty="0"/>
              <a:t>номер телефона </a:t>
            </a:r>
          </a:p>
          <a:p>
            <a:pPr algn="l"/>
            <a:r>
              <a:rPr lang="en-US" sz="1800" dirty="0"/>
              <a:t>-</a:t>
            </a:r>
            <a:r>
              <a:rPr lang="ru-RU" sz="1800" dirty="0"/>
              <a:t>пароль </a:t>
            </a:r>
          </a:p>
          <a:p>
            <a:pPr algn="l"/>
            <a:r>
              <a:rPr lang="en-US" sz="1800" dirty="0"/>
              <a:t>-</a:t>
            </a:r>
            <a:r>
              <a:rPr lang="ru-RU" sz="1800" dirty="0"/>
              <a:t>школу и класс без разрешения взрослых</a:t>
            </a:r>
            <a:endParaRPr lang="en-US" sz="1800" dirty="0"/>
          </a:p>
          <a:p>
            <a:pPr algn="l"/>
            <a:r>
              <a:rPr lang="ru-RU" sz="1800" dirty="0"/>
              <a:t> </a:t>
            </a:r>
          </a:p>
          <a:p>
            <a:r>
              <a:rPr lang="ru-RU" sz="2400" dirty="0"/>
              <a:t>Личная информация — это секрет.</a:t>
            </a:r>
          </a:p>
        </p:txBody>
      </p:sp>
      <p:sp>
        <p:nvSpPr>
          <p:cNvPr id="21" name="Google Shape;1594;p78">
            <a:extLst>
              <a:ext uri="{FF2B5EF4-FFF2-40B4-BE49-F238E27FC236}">
                <a16:creationId xmlns:a16="http://schemas.microsoft.com/office/drawing/2014/main" id="{2B54B4E7-8DAD-480D-9E61-31E88C574598}"/>
              </a:ext>
            </a:extLst>
          </p:cNvPr>
          <p:cNvSpPr txBox="1">
            <a:spLocks/>
          </p:cNvSpPr>
          <p:nvPr/>
        </p:nvSpPr>
        <p:spPr>
          <a:xfrm>
            <a:off x="2477237" y="-2873796"/>
            <a:ext cx="4205400" cy="16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rbitron"/>
              <a:buNone/>
              <a:defRPr sz="36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 sz="6600"/>
              <a:t>Правило</a:t>
            </a:r>
            <a:endParaRPr lang="ru-RU" sz="6600" dirty="0"/>
          </a:p>
        </p:txBody>
      </p:sp>
      <p:sp>
        <p:nvSpPr>
          <p:cNvPr id="22" name="Google Shape;1594;p78">
            <a:extLst>
              <a:ext uri="{FF2B5EF4-FFF2-40B4-BE49-F238E27FC236}">
                <a16:creationId xmlns:a16="http://schemas.microsoft.com/office/drawing/2014/main" id="{264B3181-E982-4265-BB40-DD67D7FCB7A4}"/>
              </a:ext>
            </a:extLst>
          </p:cNvPr>
          <p:cNvSpPr txBox="1">
            <a:spLocks/>
          </p:cNvSpPr>
          <p:nvPr/>
        </p:nvSpPr>
        <p:spPr>
          <a:xfrm>
            <a:off x="2477237" y="-2862875"/>
            <a:ext cx="4205400" cy="16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rbitron"/>
              <a:buNone/>
              <a:defRPr sz="36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 sz="6600"/>
              <a:t>Правило</a:t>
            </a:r>
            <a:endParaRPr lang="ru-RU" sz="6600" dirty="0"/>
          </a:p>
        </p:txBody>
      </p:sp>
    </p:spTree>
    <p:extLst>
      <p:ext uri="{BB962C8B-B14F-4D97-AF65-F5344CB8AC3E}">
        <p14:creationId xmlns:p14="http://schemas.microsoft.com/office/powerpoint/2010/main" val="35492245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800"/>
                                        <p:tgtEl>
                                          <p:spTgt spid="15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800"/>
                                        <p:tgtEl>
                                          <p:spTgt spid="15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800"/>
                            </p:stCondLst>
                            <p:childTnLst>
                              <p:par>
                                <p:cTn id="10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800"/>
                                        <p:tgtEl>
                                          <p:spTgt spid="16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800"/>
                                        <p:tgtEl>
                                          <p:spTgt spid="15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600"/>
                            </p:stCondLst>
                            <p:childTnLst>
                              <p:par>
                                <p:cTn id="17" presetID="8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18" dur="800" fill="hold"/>
                                        <p:tgtEl>
                                          <p:spTgt spid="160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20" dur="800" fill="hold"/>
                                        <p:tgtEl>
                                          <p:spTgt spid="160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8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8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3" name="Google Shape;1913;p87"/>
          <p:cNvSpPr/>
          <p:nvPr/>
        </p:nvSpPr>
        <p:spPr>
          <a:xfrm>
            <a:off x="2204416" y="3004471"/>
            <a:ext cx="3459000" cy="808200"/>
          </a:xfrm>
          <a:prstGeom prst="roundRect">
            <a:avLst>
              <a:gd name="adj" fmla="val 31653"/>
            </a:avLst>
          </a:prstGeom>
          <a:solidFill>
            <a:schemeClr val="lt2"/>
          </a:solidFill>
          <a:ln w="9525" cap="flat" cmpd="sng">
            <a:solidFill>
              <a:srgbClr val="D2D6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47625" dir="5400000" algn="bl" rotWithShape="0">
              <a:schemeClr val="dk1">
                <a:alpha val="24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5" name="Google Shape;1915;p87"/>
          <p:cNvSpPr txBox="1">
            <a:spLocks noGrp="1"/>
          </p:cNvSpPr>
          <p:nvPr>
            <p:ph type="subTitle" idx="1"/>
          </p:nvPr>
        </p:nvSpPr>
        <p:spPr>
          <a:xfrm>
            <a:off x="2204416" y="3051871"/>
            <a:ext cx="3458999" cy="80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>
              <a:spcAft>
                <a:spcPts val="1200"/>
              </a:spcAft>
            </a:pPr>
            <a:r>
              <a:rPr lang="ru-RU" sz="2400" dirty="0"/>
              <a:t>Не общайся с незнакомцами</a:t>
            </a:r>
            <a:endParaRPr sz="2400" dirty="0"/>
          </a:p>
        </p:txBody>
      </p:sp>
      <p:sp>
        <p:nvSpPr>
          <p:cNvPr id="1916" name="Google Shape;1916;p87"/>
          <p:cNvSpPr/>
          <p:nvPr/>
        </p:nvSpPr>
        <p:spPr>
          <a:xfrm>
            <a:off x="883861" y="1680703"/>
            <a:ext cx="1065983" cy="903596"/>
          </a:xfrm>
          <a:custGeom>
            <a:avLst/>
            <a:gdLst/>
            <a:ahLst/>
            <a:cxnLst/>
            <a:rect l="l" t="t" r="r" b="b"/>
            <a:pathLst>
              <a:path w="37831" h="32068" extrusionOk="0">
                <a:moveTo>
                  <a:pt x="4445" y="0"/>
                </a:moveTo>
                <a:cubicBezTo>
                  <a:pt x="1995" y="0"/>
                  <a:pt x="0" y="1995"/>
                  <a:pt x="0" y="4446"/>
                </a:cubicBezTo>
                <a:lnTo>
                  <a:pt x="0" y="23868"/>
                </a:lnTo>
                <a:cubicBezTo>
                  <a:pt x="0" y="26320"/>
                  <a:pt x="1995" y="28314"/>
                  <a:pt x="4445" y="28314"/>
                </a:cubicBezTo>
                <a:lnTo>
                  <a:pt x="15162" y="28314"/>
                </a:lnTo>
                <a:lnTo>
                  <a:pt x="18915" y="32067"/>
                </a:lnTo>
                <a:lnTo>
                  <a:pt x="22667" y="28314"/>
                </a:lnTo>
                <a:lnTo>
                  <a:pt x="33384" y="28314"/>
                </a:lnTo>
                <a:cubicBezTo>
                  <a:pt x="35836" y="28314"/>
                  <a:pt x="37831" y="26320"/>
                  <a:pt x="37831" y="23868"/>
                </a:cubicBezTo>
                <a:lnTo>
                  <a:pt x="37831" y="4446"/>
                </a:lnTo>
                <a:cubicBezTo>
                  <a:pt x="37831" y="1995"/>
                  <a:pt x="35836" y="0"/>
                  <a:pt x="33384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57150" dist="38100" dir="5400000" algn="bl" rotWithShape="0">
              <a:schemeClr val="dk1">
                <a:alpha val="19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7" name="Google Shape;1917;p87"/>
          <p:cNvSpPr txBox="1">
            <a:spLocks noGrp="1"/>
          </p:cNvSpPr>
          <p:nvPr>
            <p:ph type="title" idx="2"/>
          </p:nvPr>
        </p:nvSpPr>
        <p:spPr>
          <a:xfrm>
            <a:off x="932353" y="1735575"/>
            <a:ext cx="969000" cy="71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grpSp>
        <p:nvGrpSpPr>
          <p:cNvPr id="1918" name="Google Shape;1918;p87"/>
          <p:cNvGrpSpPr/>
          <p:nvPr/>
        </p:nvGrpSpPr>
        <p:grpSpPr>
          <a:xfrm>
            <a:off x="5865108" y="1421749"/>
            <a:ext cx="2167804" cy="2740674"/>
            <a:chOff x="6183319" y="1488475"/>
            <a:chExt cx="2520409" cy="3186460"/>
          </a:xfrm>
        </p:grpSpPr>
        <p:sp>
          <p:nvSpPr>
            <p:cNvPr id="1919" name="Google Shape;1919;p87"/>
            <p:cNvSpPr/>
            <p:nvPr/>
          </p:nvSpPr>
          <p:spPr>
            <a:xfrm>
              <a:off x="6411651" y="1488475"/>
              <a:ext cx="1852393" cy="3186460"/>
            </a:xfrm>
            <a:custGeom>
              <a:avLst/>
              <a:gdLst/>
              <a:ahLst/>
              <a:cxnLst/>
              <a:rect l="l" t="t" r="r" b="b"/>
              <a:pathLst>
                <a:path w="14842" h="25531" extrusionOk="0">
                  <a:moveTo>
                    <a:pt x="1401" y="0"/>
                  </a:moveTo>
                  <a:cubicBezTo>
                    <a:pt x="782" y="0"/>
                    <a:pt x="281" y="502"/>
                    <a:pt x="281" y="1120"/>
                  </a:cubicBezTo>
                  <a:lnTo>
                    <a:pt x="281" y="2697"/>
                  </a:lnTo>
                  <a:cubicBezTo>
                    <a:pt x="118" y="2742"/>
                    <a:pt x="1" y="2896"/>
                    <a:pt x="1" y="3069"/>
                  </a:cubicBezTo>
                  <a:lnTo>
                    <a:pt x="1" y="5567"/>
                  </a:lnTo>
                  <a:cubicBezTo>
                    <a:pt x="1" y="5741"/>
                    <a:pt x="118" y="5892"/>
                    <a:pt x="281" y="5940"/>
                  </a:cubicBezTo>
                  <a:lnTo>
                    <a:pt x="281" y="24410"/>
                  </a:lnTo>
                  <a:cubicBezTo>
                    <a:pt x="281" y="25029"/>
                    <a:pt x="782" y="25530"/>
                    <a:pt x="1401" y="25530"/>
                  </a:cubicBezTo>
                  <a:lnTo>
                    <a:pt x="13442" y="25530"/>
                  </a:lnTo>
                  <a:cubicBezTo>
                    <a:pt x="14060" y="25530"/>
                    <a:pt x="14562" y="25029"/>
                    <a:pt x="14562" y="24410"/>
                  </a:cubicBezTo>
                  <a:lnTo>
                    <a:pt x="14562" y="5940"/>
                  </a:lnTo>
                  <a:cubicBezTo>
                    <a:pt x="14724" y="5892"/>
                    <a:pt x="14842" y="5741"/>
                    <a:pt x="14842" y="5567"/>
                  </a:cubicBezTo>
                  <a:lnTo>
                    <a:pt x="14842" y="3069"/>
                  </a:lnTo>
                  <a:cubicBezTo>
                    <a:pt x="14842" y="2896"/>
                    <a:pt x="14724" y="2742"/>
                    <a:pt x="14562" y="2697"/>
                  </a:cubicBezTo>
                  <a:lnTo>
                    <a:pt x="14562" y="1120"/>
                  </a:lnTo>
                  <a:cubicBezTo>
                    <a:pt x="14562" y="502"/>
                    <a:pt x="14060" y="0"/>
                    <a:pt x="1344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0" name="Google Shape;1920;p87"/>
            <p:cNvSpPr/>
            <p:nvPr/>
          </p:nvSpPr>
          <p:spPr>
            <a:xfrm>
              <a:off x="6542698" y="1581706"/>
              <a:ext cx="1590297" cy="2609850"/>
            </a:xfrm>
            <a:custGeom>
              <a:avLst/>
              <a:gdLst/>
              <a:ahLst/>
              <a:cxnLst/>
              <a:rect l="l" t="t" r="r" b="b"/>
              <a:pathLst>
                <a:path w="12742" h="20911" extrusionOk="0">
                  <a:moveTo>
                    <a:pt x="1003" y="1"/>
                  </a:moveTo>
                  <a:cubicBezTo>
                    <a:pt x="457" y="1"/>
                    <a:pt x="1" y="443"/>
                    <a:pt x="1" y="1003"/>
                  </a:cubicBezTo>
                  <a:lnTo>
                    <a:pt x="1" y="20910"/>
                  </a:lnTo>
                  <a:lnTo>
                    <a:pt x="12742" y="20910"/>
                  </a:lnTo>
                  <a:lnTo>
                    <a:pt x="12742" y="1003"/>
                  </a:lnTo>
                  <a:cubicBezTo>
                    <a:pt x="12742" y="443"/>
                    <a:pt x="12288" y="1"/>
                    <a:pt x="11739" y="1"/>
                  </a:cubicBezTo>
                  <a:lnTo>
                    <a:pt x="9334" y="1"/>
                  </a:lnTo>
                  <a:lnTo>
                    <a:pt x="9334" y="315"/>
                  </a:lnTo>
                  <a:cubicBezTo>
                    <a:pt x="9334" y="609"/>
                    <a:pt x="9101" y="841"/>
                    <a:pt x="8810" y="841"/>
                  </a:cubicBezTo>
                  <a:lnTo>
                    <a:pt x="3932" y="841"/>
                  </a:lnTo>
                  <a:cubicBezTo>
                    <a:pt x="3641" y="841"/>
                    <a:pt x="3408" y="609"/>
                    <a:pt x="3408" y="315"/>
                  </a:cubicBezTo>
                  <a:lnTo>
                    <a:pt x="3408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10801400" scaled="0"/>
            </a:gra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1" name="Google Shape;1921;p87"/>
            <p:cNvSpPr/>
            <p:nvPr/>
          </p:nvSpPr>
          <p:spPr>
            <a:xfrm>
              <a:off x="7199429" y="4294498"/>
              <a:ext cx="276948" cy="276948"/>
            </a:xfrm>
            <a:custGeom>
              <a:avLst/>
              <a:gdLst/>
              <a:ahLst/>
              <a:cxnLst/>
              <a:rect l="l" t="t" r="r" b="b"/>
              <a:pathLst>
                <a:path w="2219" h="2219" extrusionOk="0">
                  <a:moveTo>
                    <a:pt x="1109" y="0"/>
                  </a:moveTo>
                  <a:cubicBezTo>
                    <a:pt x="501" y="0"/>
                    <a:pt x="0" y="504"/>
                    <a:pt x="0" y="1109"/>
                  </a:cubicBezTo>
                  <a:cubicBezTo>
                    <a:pt x="0" y="1728"/>
                    <a:pt x="501" y="2218"/>
                    <a:pt x="1109" y="2218"/>
                  </a:cubicBezTo>
                  <a:cubicBezTo>
                    <a:pt x="1728" y="2218"/>
                    <a:pt x="2218" y="1728"/>
                    <a:pt x="2218" y="1109"/>
                  </a:cubicBezTo>
                  <a:cubicBezTo>
                    <a:pt x="2218" y="504"/>
                    <a:pt x="1728" y="0"/>
                    <a:pt x="11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2" name="Google Shape;1922;p87"/>
            <p:cNvSpPr/>
            <p:nvPr/>
          </p:nvSpPr>
          <p:spPr>
            <a:xfrm>
              <a:off x="6683854" y="1771162"/>
              <a:ext cx="555144" cy="553396"/>
            </a:xfrm>
            <a:custGeom>
              <a:avLst/>
              <a:gdLst/>
              <a:ahLst/>
              <a:cxnLst/>
              <a:rect l="l" t="t" r="r" b="b"/>
              <a:pathLst>
                <a:path w="4448" h="4434" extrusionOk="0">
                  <a:moveTo>
                    <a:pt x="306" y="1"/>
                  </a:moveTo>
                  <a:cubicBezTo>
                    <a:pt x="141" y="1"/>
                    <a:pt x="1" y="141"/>
                    <a:pt x="1" y="303"/>
                  </a:cubicBezTo>
                  <a:lnTo>
                    <a:pt x="1" y="4142"/>
                  </a:lnTo>
                  <a:cubicBezTo>
                    <a:pt x="1" y="4305"/>
                    <a:pt x="141" y="4433"/>
                    <a:pt x="306" y="4433"/>
                  </a:cubicBezTo>
                  <a:lnTo>
                    <a:pt x="4142" y="4433"/>
                  </a:lnTo>
                  <a:cubicBezTo>
                    <a:pt x="4308" y="4433"/>
                    <a:pt x="4448" y="4305"/>
                    <a:pt x="4448" y="4142"/>
                  </a:cubicBezTo>
                  <a:lnTo>
                    <a:pt x="4448" y="303"/>
                  </a:lnTo>
                  <a:cubicBezTo>
                    <a:pt x="4448" y="141"/>
                    <a:pt x="4308" y="1"/>
                    <a:pt x="414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3" name="Google Shape;1923;p87"/>
            <p:cNvSpPr/>
            <p:nvPr/>
          </p:nvSpPr>
          <p:spPr>
            <a:xfrm>
              <a:off x="7334969" y="1890352"/>
              <a:ext cx="656862" cy="38191"/>
            </a:xfrm>
            <a:custGeom>
              <a:avLst/>
              <a:gdLst/>
              <a:ahLst/>
              <a:cxnLst/>
              <a:rect l="l" t="t" r="r" b="b"/>
              <a:pathLst>
                <a:path w="5263" h="306" extrusionOk="0">
                  <a:moveTo>
                    <a:pt x="141" y="1"/>
                  </a:moveTo>
                  <a:cubicBezTo>
                    <a:pt x="60" y="1"/>
                    <a:pt x="1" y="71"/>
                    <a:pt x="1" y="152"/>
                  </a:cubicBezTo>
                  <a:cubicBezTo>
                    <a:pt x="1" y="236"/>
                    <a:pt x="60" y="306"/>
                    <a:pt x="141" y="306"/>
                  </a:cubicBezTo>
                  <a:lnTo>
                    <a:pt x="5111" y="306"/>
                  </a:lnTo>
                  <a:cubicBezTo>
                    <a:pt x="5192" y="306"/>
                    <a:pt x="5262" y="236"/>
                    <a:pt x="5262" y="152"/>
                  </a:cubicBezTo>
                  <a:cubicBezTo>
                    <a:pt x="5262" y="71"/>
                    <a:pt x="5192" y="1"/>
                    <a:pt x="51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4" name="Google Shape;1924;p87"/>
            <p:cNvSpPr/>
            <p:nvPr/>
          </p:nvSpPr>
          <p:spPr>
            <a:xfrm>
              <a:off x="7334969" y="1983707"/>
              <a:ext cx="656862" cy="36444"/>
            </a:xfrm>
            <a:custGeom>
              <a:avLst/>
              <a:gdLst/>
              <a:ahLst/>
              <a:cxnLst/>
              <a:rect l="l" t="t" r="r" b="b"/>
              <a:pathLst>
                <a:path w="5263" h="292" extrusionOk="0">
                  <a:moveTo>
                    <a:pt x="141" y="0"/>
                  </a:moveTo>
                  <a:cubicBezTo>
                    <a:pt x="60" y="0"/>
                    <a:pt x="1" y="59"/>
                    <a:pt x="1" y="140"/>
                  </a:cubicBezTo>
                  <a:cubicBezTo>
                    <a:pt x="1" y="221"/>
                    <a:pt x="60" y="291"/>
                    <a:pt x="141" y="291"/>
                  </a:cubicBezTo>
                  <a:lnTo>
                    <a:pt x="5111" y="291"/>
                  </a:lnTo>
                  <a:cubicBezTo>
                    <a:pt x="5192" y="291"/>
                    <a:pt x="5262" y="221"/>
                    <a:pt x="5262" y="140"/>
                  </a:cubicBezTo>
                  <a:cubicBezTo>
                    <a:pt x="5262" y="59"/>
                    <a:pt x="5192" y="0"/>
                    <a:pt x="51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5" name="Google Shape;1925;p87"/>
            <p:cNvSpPr/>
            <p:nvPr/>
          </p:nvSpPr>
          <p:spPr>
            <a:xfrm>
              <a:off x="7334969" y="2075190"/>
              <a:ext cx="656862" cy="38316"/>
            </a:xfrm>
            <a:custGeom>
              <a:avLst/>
              <a:gdLst/>
              <a:ahLst/>
              <a:cxnLst/>
              <a:rect l="l" t="t" r="r" b="b"/>
              <a:pathLst>
                <a:path w="5263" h="307" extrusionOk="0">
                  <a:moveTo>
                    <a:pt x="141" y="1"/>
                  </a:moveTo>
                  <a:cubicBezTo>
                    <a:pt x="60" y="1"/>
                    <a:pt x="1" y="71"/>
                    <a:pt x="1" y="155"/>
                  </a:cubicBezTo>
                  <a:cubicBezTo>
                    <a:pt x="1" y="236"/>
                    <a:pt x="60" y="306"/>
                    <a:pt x="141" y="306"/>
                  </a:cubicBezTo>
                  <a:lnTo>
                    <a:pt x="5111" y="306"/>
                  </a:lnTo>
                  <a:cubicBezTo>
                    <a:pt x="5192" y="306"/>
                    <a:pt x="5262" y="236"/>
                    <a:pt x="5262" y="155"/>
                  </a:cubicBezTo>
                  <a:cubicBezTo>
                    <a:pt x="5262" y="71"/>
                    <a:pt x="5192" y="1"/>
                    <a:pt x="51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6" name="Google Shape;1926;p87"/>
            <p:cNvSpPr/>
            <p:nvPr/>
          </p:nvSpPr>
          <p:spPr>
            <a:xfrm>
              <a:off x="7334969" y="2168545"/>
              <a:ext cx="656862" cy="36444"/>
            </a:xfrm>
            <a:custGeom>
              <a:avLst/>
              <a:gdLst/>
              <a:ahLst/>
              <a:cxnLst/>
              <a:rect l="l" t="t" r="r" b="b"/>
              <a:pathLst>
                <a:path w="5263" h="292" extrusionOk="0">
                  <a:moveTo>
                    <a:pt x="141" y="1"/>
                  </a:moveTo>
                  <a:cubicBezTo>
                    <a:pt x="60" y="1"/>
                    <a:pt x="1" y="59"/>
                    <a:pt x="1" y="141"/>
                  </a:cubicBezTo>
                  <a:cubicBezTo>
                    <a:pt x="1" y="222"/>
                    <a:pt x="60" y="292"/>
                    <a:pt x="141" y="292"/>
                  </a:cubicBezTo>
                  <a:lnTo>
                    <a:pt x="5111" y="292"/>
                  </a:lnTo>
                  <a:cubicBezTo>
                    <a:pt x="5192" y="292"/>
                    <a:pt x="5262" y="222"/>
                    <a:pt x="5262" y="141"/>
                  </a:cubicBezTo>
                  <a:cubicBezTo>
                    <a:pt x="5262" y="59"/>
                    <a:pt x="5192" y="1"/>
                    <a:pt x="51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7" name="Google Shape;1927;p87"/>
            <p:cNvSpPr/>
            <p:nvPr/>
          </p:nvSpPr>
          <p:spPr>
            <a:xfrm>
              <a:off x="6829628" y="1870133"/>
              <a:ext cx="257727" cy="355452"/>
            </a:xfrm>
            <a:custGeom>
              <a:avLst/>
              <a:gdLst/>
              <a:ahLst/>
              <a:cxnLst/>
              <a:rect l="l" t="t" r="r" b="b"/>
              <a:pathLst>
                <a:path w="2065" h="2848" extrusionOk="0">
                  <a:moveTo>
                    <a:pt x="1039" y="0"/>
                  </a:moveTo>
                  <a:cubicBezTo>
                    <a:pt x="689" y="0"/>
                    <a:pt x="421" y="280"/>
                    <a:pt x="421" y="619"/>
                  </a:cubicBezTo>
                  <a:cubicBezTo>
                    <a:pt x="421" y="910"/>
                    <a:pt x="619" y="1143"/>
                    <a:pt x="888" y="1213"/>
                  </a:cubicBezTo>
                  <a:cubicBezTo>
                    <a:pt x="384" y="1330"/>
                    <a:pt x="1" y="1983"/>
                    <a:pt x="1" y="2789"/>
                  </a:cubicBezTo>
                  <a:lnTo>
                    <a:pt x="1" y="2848"/>
                  </a:lnTo>
                  <a:lnTo>
                    <a:pt x="2064" y="2848"/>
                  </a:lnTo>
                  <a:lnTo>
                    <a:pt x="2064" y="2789"/>
                  </a:lnTo>
                  <a:cubicBezTo>
                    <a:pt x="2064" y="1983"/>
                    <a:pt x="1681" y="1330"/>
                    <a:pt x="1180" y="1213"/>
                  </a:cubicBezTo>
                  <a:cubicBezTo>
                    <a:pt x="1448" y="1143"/>
                    <a:pt x="1644" y="910"/>
                    <a:pt x="1644" y="619"/>
                  </a:cubicBezTo>
                  <a:cubicBezTo>
                    <a:pt x="1644" y="280"/>
                    <a:pt x="1378" y="0"/>
                    <a:pt x="10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8" name="Google Shape;1928;p87"/>
            <p:cNvSpPr/>
            <p:nvPr/>
          </p:nvSpPr>
          <p:spPr>
            <a:xfrm>
              <a:off x="6235425" y="3399826"/>
              <a:ext cx="1003452" cy="636518"/>
            </a:xfrm>
            <a:custGeom>
              <a:avLst/>
              <a:gdLst/>
              <a:ahLst/>
              <a:cxnLst/>
              <a:rect l="l" t="t" r="r" b="b"/>
              <a:pathLst>
                <a:path w="8040" h="5100" extrusionOk="0">
                  <a:moveTo>
                    <a:pt x="468" y="1"/>
                  </a:moveTo>
                  <a:cubicBezTo>
                    <a:pt x="210" y="1"/>
                    <a:pt x="0" y="211"/>
                    <a:pt x="0" y="480"/>
                  </a:cubicBezTo>
                  <a:lnTo>
                    <a:pt x="0" y="4635"/>
                  </a:lnTo>
                  <a:cubicBezTo>
                    <a:pt x="0" y="4890"/>
                    <a:pt x="210" y="5100"/>
                    <a:pt x="468" y="5100"/>
                  </a:cubicBezTo>
                  <a:lnTo>
                    <a:pt x="7572" y="5100"/>
                  </a:lnTo>
                  <a:cubicBezTo>
                    <a:pt x="7830" y="5100"/>
                    <a:pt x="8040" y="4890"/>
                    <a:pt x="8040" y="4635"/>
                  </a:cubicBezTo>
                  <a:lnTo>
                    <a:pt x="8040" y="480"/>
                  </a:lnTo>
                  <a:cubicBezTo>
                    <a:pt x="8040" y="211"/>
                    <a:pt x="7830" y="1"/>
                    <a:pt x="757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9" name="Google Shape;1929;p87"/>
            <p:cNvSpPr/>
            <p:nvPr/>
          </p:nvSpPr>
          <p:spPr>
            <a:xfrm>
              <a:off x="6516364" y="3497674"/>
              <a:ext cx="441569" cy="441195"/>
            </a:xfrm>
            <a:custGeom>
              <a:avLst/>
              <a:gdLst/>
              <a:ahLst/>
              <a:cxnLst/>
              <a:rect l="l" t="t" r="r" b="b"/>
              <a:pathLst>
                <a:path w="3538" h="3535" extrusionOk="0">
                  <a:moveTo>
                    <a:pt x="1762" y="1"/>
                  </a:moveTo>
                  <a:cubicBezTo>
                    <a:pt x="796" y="1"/>
                    <a:pt x="1" y="793"/>
                    <a:pt x="1" y="1773"/>
                  </a:cubicBezTo>
                  <a:cubicBezTo>
                    <a:pt x="1" y="2742"/>
                    <a:pt x="796" y="3535"/>
                    <a:pt x="1762" y="3535"/>
                  </a:cubicBezTo>
                  <a:cubicBezTo>
                    <a:pt x="2742" y="3535"/>
                    <a:pt x="3537" y="2742"/>
                    <a:pt x="3537" y="1773"/>
                  </a:cubicBezTo>
                  <a:cubicBezTo>
                    <a:pt x="3537" y="793"/>
                    <a:pt x="2742" y="1"/>
                    <a:pt x="176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0" name="Google Shape;1930;p87"/>
            <p:cNvSpPr/>
            <p:nvPr/>
          </p:nvSpPr>
          <p:spPr>
            <a:xfrm>
              <a:off x="6638675" y="3605382"/>
              <a:ext cx="196946" cy="225902"/>
            </a:xfrm>
            <a:custGeom>
              <a:avLst/>
              <a:gdLst/>
              <a:ahLst/>
              <a:cxnLst/>
              <a:rect l="l" t="t" r="r" b="b"/>
              <a:pathLst>
                <a:path w="1578" h="1810" extrusionOk="0">
                  <a:moveTo>
                    <a:pt x="1" y="0"/>
                  </a:moveTo>
                  <a:lnTo>
                    <a:pt x="1" y="1809"/>
                  </a:lnTo>
                  <a:lnTo>
                    <a:pt x="1577" y="91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1" name="Google Shape;1931;p87"/>
            <p:cNvSpPr/>
            <p:nvPr/>
          </p:nvSpPr>
          <p:spPr>
            <a:xfrm>
              <a:off x="7476250" y="2817913"/>
              <a:ext cx="589715" cy="590090"/>
            </a:xfrm>
            <a:custGeom>
              <a:avLst/>
              <a:gdLst/>
              <a:ahLst/>
              <a:cxnLst/>
              <a:rect l="l" t="t" r="r" b="b"/>
              <a:pathLst>
                <a:path w="4725" h="4728" extrusionOk="0">
                  <a:moveTo>
                    <a:pt x="2358" y="0"/>
                  </a:moveTo>
                  <a:cubicBezTo>
                    <a:pt x="1050" y="0"/>
                    <a:pt x="0" y="1064"/>
                    <a:pt x="0" y="2358"/>
                  </a:cubicBezTo>
                  <a:cubicBezTo>
                    <a:pt x="0" y="3666"/>
                    <a:pt x="1050" y="4727"/>
                    <a:pt x="2358" y="4727"/>
                  </a:cubicBezTo>
                  <a:cubicBezTo>
                    <a:pt x="3663" y="4727"/>
                    <a:pt x="4724" y="3666"/>
                    <a:pt x="4724" y="2358"/>
                  </a:cubicBezTo>
                  <a:cubicBezTo>
                    <a:pt x="4724" y="1064"/>
                    <a:pt x="3663" y="0"/>
                    <a:pt x="235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2" name="Google Shape;1932;p87"/>
            <p:cNvSpPr/>
            <p:nvPr/>
          </p:nvSpPr>
          <p:spPr>
            <a:xfrm>
              <a:off x="7387388" y="2729176"/>
              <a:ext cx="765944" cy="766193"/>
            </a:xfrm>
            <a:custGeom>
              <a:avLst/>
              <a:gdLst/>
              <a:ahLst/>
              <a:cxnLst/>
              <a:rect l="l" t="t" r="r" b="b"/>
              <a:pathLst>
                <a:path w="6137" h="6139" extrusionOk="0">
                  <a:moveTo>
                    <a:pt x="3070" y="851"/>
                  </a:moveTo>
                  <a:cubicBezTo>
                    <a:pt x="4294" y="851"/>
                    <a:pt x="5285" y="1845"/>
                    <a:pt x="5285" y="3069"/>
                  </a:cubicBezTo>
                  <a:cubicBezTo>
                    <a:pt x="5285" y="4296"/>
                    <a:pt x="4294" y="5298"/>
                    <a:pt x="3070" y="5298"/>
                  </a:cubicBezTo>
                  <a:cubicBezTo>
                    <a:pt x="2580" y="5298"/>
                    <a:pt x="2123" y="5136"/>
                    <a:pt x="1751" y="4856"/>
                  </a:cubicBezTo>
                  <a:cubicBezTo>
                    <a:pt x="1202" y="4458"/>
                    <a:pt x="852" y="3806"/>
                    <a:pt x="852" y="3069"/>
                  </a:cubicBezTo>
                  <a:cubicBezTo>
                    <a:pt x="852" y="2347"/>
                    <a:pt x="1202" y="1691"/>
                    <a:pt x="1751" y="1285"/>
                  </a:cubicBezTo>
                  <a:cubicBezTo>
                    <a:pt x="2123" y="1017"/>
                    <a:pt x="2580" y="851"/>
                    <a:pt x="3070" y="851"/>
                  </a:cubicBezTo>
                  <a:close/>
                  <a:moveTo>
                    <a:pt x="3070" y="0"/>
                  </a:moveTo>
                  <a:cubicBezTo>
                    <a:pt x="2345" y="0"/>
                    <a:pt x="1670" y="258"/>
                    <a:pt x="1143" y="689"/>
                  </a:cubicBezTo>
                  <a:cubicBezTo>
                    <a:pt x="443" y="1249"/>
                    <a:pt x="1" y="2111"/>
                    <a:pt x="1" y="3069"/>
                  </a:cubicBezTo>
                  <a:cubicBezTo>
                    <a:pt x="1" y="4038"/>
                    <a:pt x="443" y="4901"/>
                    <a:pt x="1143" y="5461"/>
                  </a:cubicBezTo>
                  <a:cubicBezTo>
                    <a:pt x="1670" y="5892"/>
                    <a:pt x="2345" y="6138"/>
                    <a:pt x="3070" y="6138"/>
                  </a:cubicBezTo>
                  <a:cubicBezTo>
                    <a:pt x="4761" y="6138"/>
                    <a:pt x="6136" y="4772"/>
                    <a:pt x="6136" y="3069"/>
                  </a:cubicBezTo>
                  <a:cubicBezTo>
                    <a:pt x="6136" y="1378"/>
                    <a:pt x="4761" y="0"/>
                    <a:pt x="307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3" name="Google Shape;1933;p87"/>
            <p:cNvSpPr/>
            <p:nvPr/>
          </p:nvSpPr>
          <p:spPr>
            <a:xfrm>
              <a:off x="7946645" y="3600075"/>
              <a:ext cx="757082" cy="237384"/>
            </a:xfrm>
            <a:custGeom>
              <a:avLst/>
              <a:gdLst/>
              <a:ahLst/>
              <a:cxnLst/>
              <a:rect l="l" t="t" r="r" b="b"/>
              <a:pathLst>
                <a:path w="6066" h="1902" extrusionOk="0">
                  <a:moveTo>
                    <a:pt x="944" y="0"/>
                  </a:moveTo>
                  <a:cubicBezTo>
                    <a:pt x="420" y="0"/>
                    <a:pt x="0" y="420"/>
                    <a:pt x="0" y="944"/>
                  </a:cubicBezTo>
                  <a:cubicBezTo>
                    <a:pt x="0" y="1470"/>
                    <a:pt x="420" y="1902"/>
                    <a:pt x="944" y="1902"/>
                  </a:cubicBezTo>
                  <a:lnTo>
                    <a:pt x="5122" y="1902"/>
                  </a:lnTo>
                  <a:cubicBezTo>
                    <a:pt x="5645" y="1902"/>
                    <a:pt x="6065" y="1470"/>
                    <a:pt x="6065" y="944"/>
                  </a:cubicBezTo>
                  <a:cubicBezTo>
                    <a:pt x="6065" y="420"/>
                    <a:pt x="5645" y="0"/>
                    <a:pt x="512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4" name="Google Shape;1934;p87"/>
            <p:cNvSpPr/>
            <p:nvPr/>
          </p:nvSpPr>
          <p:spPr>
            <a:xfrm>
              <a:off x="8023776" y="3635021"/>
              <a:ext cx="166244" cy="166119"/>
            </a:xfrm>
            <a:custGeom>
              <a:avLst/>
              <a:gdLst/>
              <a:ahLst/>
              <a:cxnLst/>
              <a:rect l="l" t="t" r="r" b="b"/>
              <a:pathLst>
                <a:path w="1332" h="1331" extrusionOk="0">
                  <a:moveTo>
                    <a:pt x="665" y="0"/>
                  </a:moveTo>
                  <a:cubicBezTo>
                    <a:pt x="292" y="0"/>
                    <a:pt x="1" y="303"/>
                    <a:pt x="1" y="664"/>
                  </a:cubicBezTo>
                  <a:cubicBezTo>
                    <a:pt x="1" y="1039"/>
                    <a:pt x="292" y="1330"/>
                    <a:pt x="665" y="1330"/>
                  </a:cubicBezTo>
                  <a:cubicBezTo>
                    <a:pt x="1026" y="1330"/>
                    <a:pt x="1331" y="1039"/>
                    <a:pt x="1331" y="664"/>
                  </a:cubicBezTo>
                  <a:cubicBezTo>
                    <a:pt x="1331" y="303"/>
                    <a:pt x="1026" y="0"/>
                    <a:pt x="6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5" name="Google Shape;1935;p87"/>
            <p:cNvSpPr/>
            <p:nvPr/>
          </p:nvSpPr>
          <p:spPr>
            <a:xfrm>
              <a:off x="7946645" y="3889751"/>
              <a:ext cx="757082" cy="237509"/>
            </a:xfrm>
            <a:custGeom>
              <a:avLst/>
              <a:gdLst/>
              <a:ahLst/>
              <a:cxnLst/>
              <a:rect l="l" t="t" r="r" b="b"/>
              <a:pathLst>
                <a:path w="6066" h="1903" extrusionOk="0">
                  <a:moveTo>
                    <a:pt x="944" y="1"/>
                  </a:moveTo>
                  <a:cubicBezTo>
                    <a:pt x="420" y="1"/>
                    <a:pt x="0" y="432"/>
                    <a:pt x="0" y="958"/>
                  </a:cubicBezTo>
                  <a:cubicBezTo>
                    <a:pt x="0" y="1482"/>
                    <a:pt x="420" y="1902"/>
                    <a:pt x="944" y="1902"/>
                  </a:cubicBezTo>
                  <a:lnTo>
                    <a:pt x="5122" y="1902"/>
                  </a:lnTo>
                  <a:cubicBezTo>
                    <a:pt x="5645" y="1902"/>
                    <a:pt x="6065" y="1482"/>
                    <a:pt x="6065" y="958"/>
                  </a:cubicBezTo>
                  <a:cubicBezTo>
                    <a:pt x="6065" y="432"/>
                    <a:pt x="5645" y="1"/>
                    <a:pt x="512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6" name="Google Shape;1936;p87"/>
            <p:cNvSpPr/>
            <p:nvPr/>
          </p:nvSpPr>
          <p:spPr>
            <a:xfrm>
              <a:off x="8462096" y="3926069"/>
              <a:ext cx="166119" cy="166244"/>
            </a:xfrm>
            <a:custGeom>
              <a:avLst/>
              <a:gdLst/>
              <a:ahLst/>
              <a:cxnLst/>
              <a:rect l="l" t="t" r="r" b="b"/>
              <a:pathLst>
                <a:path w="1331" h="1332" extrusionOk="0">
                  <a:moveTo>
                    <a:pt x="664" y="1"/>
                  </a:moveTo>
                  <a:cubicBezTo>
                    <a:pt x="292" y="1"/>
                    <a:pt x="0" y="292"/>
                    <a:pt x="0" y="667"/>
                  </a:cubicBezTo>
                  <a:cubicBezTo>
                    <a:pt x="0" y="1029"/>
                    <a:pt x="292" y="1331"/>
                    <a:pt x="664" y="1331"/>
                  </a:cubicBezTo>
                  <a:cubicBezTo>
                    <a:pt x="1025" y="1331"/>
                    <a:pt x="1331" y="1029"/>
                    <a:pt x="1331" y="667"/>
                  </a:cubicBezTo>
                  <a:cubicBezTo>
                    <a:pt x="1331" y="292"/>
                    <a:pt x="1025" y="1"/>
                    <a:pt x="66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7" name="Google Shape;1937;p87"/>
            <p:cNvSpPr/>
            <p:nvPr/>
          </p:nvSpPr>
          <p:spPr>
            <a:xfrm>
              <a:off x="7642243" y="2983906"/>
              <a:ext cx="257603" cy="258102"/>
            </a:xfrm>
            <a:custGeom>
              <a:avLst/>
              <a:gdLst/>
              <a:ahLst/>
              <a:cxnLst/>
              <a:rect l="l" t="t" r="r" b="b"/>
              <a:pathLst>
                <a:path w="2064" h="2068" extrusionOk="0">
                  <a:moveTo>
                    <a:pt x="1028" y="737"/>
                  </a:moveTo>
                  <a:cubicBezTo>
                    <a:pt x="1190" y="737"/>
                    <a:pt x="1330" y="866"/>
                    <a:pt x="1330" y="1039"/>
                  </a:cubicBezTo>
                  <a:cubicBezTo>
                    <a:pt x="1330" y="1205"/>
                    <a:pt x="1190" y="1345"/>
                    <a:pt x="1028" y="1345"/>
                  </a:cubicBezTo>
                  <a:cubicBezTo>
                    <a:pt x="863" y="1345"/>
                    <a:pt x="723" y="1205"/>
                    <a:pt x="723" y="1039"/>
                  </a:cubicBezTo>
                  <a:cubicBezTo>
                    <a:pt x="723" y="866"/>
                    <a:pt x="863" y="737"/>
                    <a:pt x="1028" y="737"/>
                  </a:cubicBezTo>
                  <a:close/>
                  <a:moveTo>
                    <a:pt x="899" y="0"/>
                  </a:moveTo>
                  <a:cubicBezTo>
                    <a:pt x="874" y="0"/>
                    <a:pt x="851" y="26"/>
                    <a:pt x="840" y="48"/>
                  </a:cubicBezTo>
                  <a:lnTo>
                    <a:pt x="781" y="281"/>
                  </a:lnTo>
                  <a:cubicBezTo>
                    <a:pt x="748" y="306"/>
                    <a:pt x="700" y="317"/>
                    <a:pt x="664" y="339"/>
                  </a:cubicBezTo>
                  <a:lnTo>
                    <a:pt x="454" y="211"/>
                  </a:lnTo>
                  <a:cubicBezTo>
                    <a:pt x="445" y="206"/>
                    <a:pt x="436" y="203"/>
                    <a:pt x="427" y="203"/>
                  </a:cubicBezTo>
                  <a:cubicBezTo>
                    <a:pt x="413" y="203"/>
                    <a:pt x="399" y="209"/>
                    <a:pt x="384" y="225"/>
                  </a:cubicBezTo>
                  <a:lnTo>
                    <a:pt x="210" y="398"/>
                  </a:lnTo>
                  <a:cubicBezTo>
                    <a:pt x="188" y="409"/>
                    <a:pt x="188" y="446"/>
                    <a:pt x="199" y="468"/>
                  </a:cubicBezTo>
                  <a:lnTo>
                    <a:pt x="328" y="678"/>
                  </a:lnTo>
                  <a:cubicBezTo>
                    <a:pt x="303" y="715"/>
                    <a:pt x="291" y="759"/>
                    <a:pt x="280" y="796"/>
                  </a:cubicBezTo>
                  <a:lnTo>
                    <a:pt x="48" y="855"/>
                  </a:lnTo>
                  <a:cubicBezTo>
                    <a:pt x="11" y="866"/>
                    <a:pt x="0" y="888"/>
                    <a:pt x="0" y="911"/>
                  </a:cubicBezTo>
                  <a:lnTo>
                    <a:pt x="0" y="1157"/>
                  </a:lnTo>
                  <a:cubicBezTo>
                    <a:pt x="0" y="1179"/>
                    <a:pt x="11" y="1216"/>
                    <a:pt x="48" y="1216"/>
                  </a:cubicBezTo>
                  <a:lnTo>
                    <a:pt x="280" y="1275"/>
                  </a:lnTo>
                  <a:cubicBezTo>
                    <a:pt x="291" y="1319"/>
                    <a:pt x="303" y="1356"/>
                    <a:pt x="328" y="1401"/>
                  </a:cubicBezTo>
                  <a:lnTo>
                    <a:pt x="199" y="1599"/>
                  </a:lnTo>
                  <a:cubicBezTo>
                    <a:pt x="188" y="1625"/>
                    <a:pt x="188" y="1658"/>
                    <a:pt x="210" y="1681"/>
                  </a:cubicBezTo>
                  <a:lnTo>
                    <a:pt x="384" y="1846"/>
                  </a:lnTo>
                  <a:cubicBezTo>
                    <a:pt x="399" y="1859"/>
                    <a:pt x="412" y="1864"/>
                    <a:pt x="426" y="1864"/>
                  </a:cubicBezTo>
                  <a:cubicBezTo>
                    <a:pt x="435" y="1864"/>
                    <a:pt x="445" y="1862"/>
                    <a:pt x="454" y="1857"/>
                  </a:cubicBezTo>
                  <a:lnTo>
                    <a:pt x="664" y="1739"/>
                  </a:lnTo>
                  <a:cubicBezTo>
                    <a:pt x="700" y="1751"/>
                    <a:pt x="748" y="1776"/>
                    <a:pt x="781" y="1787"/>
                  </a:cubicBezTo>
                  <a:lnTo>
                    <a:pt x="840" y="2019"/>
                  </a:lnTo>
                  <a:cubicBezTo>
                    <a:pt x="851" y="2045"/>
                    <a:pt x="874" y="2067"/>
                    <a:pt x="899" y="2067"/>
                  </a:cubicBezTo>
                  <a:lnTo>
                    <a:pt x="1143" y="2067"/>
                  </a:lnTo>
                  <a:cubicBezTo>
                    <a:pt x="1179" y="2067"/>
                    <a:pt x="1201" y="2045"/>
                    <a:pt x="1201" y="2019"/>
                  </a:cubicBezTo>
                  <a:lnTo>
                    <a:pt x="1260" y="1787"/>
                  </a:lnTo>
                  <a:cubicBezTo>
                    <a:pt x="1308" y="1776"/>
                    <a:pt x="1341" y="1751"/>
                    <a:pt x="1389" y="1739"/>
                  </a:cubicBezTo>
                  <a:lnTo>
                    <a:pt x="1588" y="1857"/>
                  </a:lnTo>
                  <a:cubicBezTo>
                    <a:pt x="1602" y="1862"/>
                    <a:pt x="1614" y="1864"/>
                    <a:pt x="1625" y="1864"/>
                  </a:cubicBezTo>
                  <a:cubicBezTo>
                    <a:pt x="1641" y="1864"/>
                    <a:pt x="1654" y="1859"/>
                    <a:pt x="1669" y="1846"/>
                  </a:cubicBezTo>
                  <a:lnTo>
                    <a:pt x="1843" y="1681"/>
                  </a:lnTo>
                  <a:cubicBezTo>
                    <a:pt x="1854" y="1658"/>
                    <a:pt x="1868" y="1625"/>
                    <a:pt x="1843" y="1599"/>
                  </a:cubicBezTo>
                  <a:lnTo>
                    <a:pt x="1728" y="1401"/>
                  </a:lnTo>
                  <a:cubicBezTo>
                    <a:pt x="1739" y="1356"/>
                    <a:pt x="1761" y="1319"/>
                    <a:pt x="1773" y="1275"/>
                  </a:cubicBezTo>
                  <a:lnTo>
                    <a:pt x="2019" y="1216"/>
                  </a:lnTo>
                  <a:cubicBezTo>
                    <a:pt x="2042" y="1216"/>
                    <a:pt x="2064" y="1179"/>
                    <a:pt x="2064" y="1157"/>
                  </a:cubicBezTo>
                  <a:lnTo>
                    <a:pt x="2064" y="911"/>
                  </a:lnTo>
                  <a:cubicBezTo>
                    <a:pt x="2064" y="888"/>
                    <a:pt x="2042" y="866"/>
                    <a:pt x="2019" y="855"/>
                  </a:cubicBezTo>
                  <a:lnTo>
                    <a:pt x="1773" y="796"/>
                  </a:lnTo>
                  <a:cubicBezTo>
                    <a:pt x="1761" y="759"/>
                    <a:pt x="1739" y="715"/>
                    <a:pt x="1728" y="678"/>
                  </a:cubicBezTo>
                  <a:lnTo>
                    <a:pt x="1843" y="468"/>
                  </a:lnTo>
                  <a:cubicBezTo>
                    <a:pt x="1868" y="446"/>
                    <a:pt x="1854" y="409"/>
                    <a:pt x="1843" y="398"/>
                  </a:cubicBezTo>
                  <a:lnTo>
                    <a:pt x="1669" y="225"/>
                  </a:lnTo>
                  <a:cubicBezTo>
                    <a:pt x="1654" y="209"/>
                    <a:pt x="1640" y="203"/>
                    <a:pt x="1624" y="203"/>
                  </a:cubicBezTo>
                  <a:cubicBezTo>
                    <a:pt x="1613" y="203"/>
                    <a:pt x="1601" y="206"/>
                    <a:pt x="1588" y="211"/>
                  </a:cubicBezTo>
                  <a:lnTo>
                    <a:pt x="1389" y="339"/>
                  </a:lnTo>
                  <a:cubicBezTo>
                    <a:pt x="1341" y="317"/>
                    <a:pt x="1308" y="306"/>
                    <a:pt x="1260" y="281"/>
                  </a:cubicBezTo>
                  <a:lnTo>
                    <a:pt x="1201" y="48"/>
                  </a:lnTo>
                  <a:cubicBezTo>
                    <a:pt x="1201" y="26"/>
                    <a:pt x="1179" y="0"/>
                    <a:pt x="114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8" name="Google Shape;1938;p87"/>
            <p:cNvSpPr/>
            <p:nvPr/>
          </p:nvSpPr>
          <p:spPr>
            <a:xfrm>
              <a:off x="6183319" y="2362120"/>
              <a:ext cx="632025" cy="630652"/>
            </a:xfrm>
            <a:custGeom>
              <a:avLst/>
              <a:gdLst/>
              <a:ahLst/>
              <a:cxnLst/>
              <a:rect l="l" t="t" r="r" b="b"/>
              <a:pathLst>
                <a:path w="5064" h="5053" extrusionOk="0">
                  <a:moveTo>
                    <a:pt x="2532" y="1"/>
                  </a:moveTo>
                  <a:cubicBezTo>
                    <a:pt x="1132" y="1"/>
                    <a:pt x="1" y="1132"/>
                    <a:pt x="1" y="2521"/>
                  </a:cubicBezTo>
                  <a:cubicBezTo>
                    <a:pt x="1" y="3921"/>
                    <a:pt x="1132" y="5052"/>
                    <a:pt x="2532" y="5052"/>
                  </a:cubicBezTo>
                  <a:cubicBezTo>
                    <a:pt x="3932" y="5052"/>
                    <a:pt x="5063" y="3921"/>
                    <a:pt x="5063" y="2521"/>
                  </a:cubicBezTo>
                  <a:cubicBezTo>
                    <a:pt x="5063" y="1132"/>
                    <a:pt x="3932" y="1"/>
                    <a:pt x="253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9" name="Google Shape;1939;p87"/>
            <p:cNvSpPr/>
            <p:nvPr/>
          </p:nvSpPr>
          <p:spPr>
            <a:xfrm>
              <a:off x="6302509" y="2481685"/>
              <a:ext cx="393268" cy="391896"/>
            </a:xfrm>
            <a:custGeom>
              <a:avLst/>
              <a:gdLst/>
              <a:ahLst/>
              <a:cxnLst/>
              <a:rect l="l" t="t" r="r" b="b"/>
              <a:pathLst>
                <a:path w="3151" h="3140" extrusionOk="0">
                  <a:moveTo>
                    <a:pt x="1577" y="1"/>
                  </a:moveTo>
                  <a:cubicBezTo>
                    <a:pt x="701" y="1"/>
                    <a:pt x="1" y="701"/>
                    <a:pt x="1" y="1563"/>
                  </a:cubicBezTo>
                  <a:cubicBezTo>
                    <a:pt x="1" y="2440"/>
                    <a:pt x="701" y="3140"/>
                    <a:pt x="1577" y="3140"/>
                  </a:cubicBezTo>
                  <a:cubicBezTo>
                    <a:pt x="2440" y="3140"/>
                    <a:pt x="3151" y="2440"/>
                    <a:pt x="3151" y="1563"/>
                  </a:cubicBezTo>
                  <a:cubicBezTo>
                    <a:pt x="3151" y="701"/>
                    <a:pt x="2440" y="1"/>
                    <a:pt x="157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0" name="Google Shape;1940;p87"/>
            <p:cNvSpPr/>
            <p:nvPr/>
          </p:nvSpPr>
          <p:spPr>
            <a:xfrm>
              <a:off x="6471622" y="2769987"/>
              <a:ext cx="55415" cy="26334"/>
            </a:xfrm>
            <a:custGeom>
              <a:avLst/>
              <a:gdLst/>
              <a:ahLst/>
              <a:cxnLst/>
              <a:rect l="l" t="t" r="r" b="b"/>
              <a:pathLst>
                <a:path w="444" h="211" extrusionOk="0">
                  <a:moveTo>
                    <a:pt x="1" y="1"/>
                  </a:moveTo>
                  <a:lnTo>
                    <a:pt x="1" y="1"/>
                  </a:lnTo>
                  <a:cubicBezTo>
                    <a:pt x="12" y="118"/>
                    <a:pt x="104" y="211"/>
                    <a:pt x="222" y="211"/>
                  </a:cubicBezTo>
                  <a:cubicBezTo>
                    <a:pt x="337" y="211"/>
                    <a:pt x="432" y="118"/>
                    <a:pt x="443" y="1"/>
                  </a:cubicBezTo>
                  <a:lnTo>
                    <a:pt x="443" y="1"/>
                  </a:lnTo>
                  <a:cubicBezTo>
                    <a:pt x="351" y="12"/>
                    <a:pt x="267" y="12"/>
                    <a:pt x="222" y="12"/>
                  </a:cubicBezTo>
                  <a:cubicBezTo>
                    <a:pt x="174" y="12"/>
                    <a:pt x="93" y="12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1" name="Google Shape;1941;p87"/>
            <p:cNvSpPr/>
            <p:nvPr/>
          </p:nvSpPr>
          <p:spPr>
            <a:xfrm>
              <a:off x="6427940" y="2558940"/>
              <a:ext cx="141407" cy="141282"/>
            </a:xfrm>
            <a:custGeom>
              <a:avLst/>
              <a:gdLst/>
              <a:ahLst/>
              <a:cxnLst/>
              <a:rect l="l" t="t" r="r" b="b"/>
              <a:pathLst>
                <a:path w="1133" h="1132" extrusionOk="0">
                  <a:moveTo>
                    <a:pt x="572" y="0"/>
                  </a:moveTo>
                  <a:cubicBezTo>
                    <a:pt x="303" y="0"/>
                    <a:pt x="93" y="210"/>
                    <a:pt x="93" y="479"/>
                  </a:cubicBezTo>
                  <a:cubicBezTo>
                    <a:pt x="93" y="675"/>
                    <a:pt x="71" y="874"/>
                    <a:pt x="1" y="1062"/>
                  </a:cubicBezTo>
                  <a:cubicBezTo>
                    <a:pt x="152" y="1095"/>
                    <a:pt x="337" y="1132"/>
                    <a:pt x="572" y="1132"/>
                  </a:cubicBezTo>
                  <a:cubicBezTo>
                    <a:pt x="804" y="1132"/>
                    <a:pt x="992" y="1095"/>
                    <a:pt x="1132" y="1062"/>
                  </a:cubicBezTo>
                  <a:cubicBezTo>
                    <a:pt x="1073" y="874"/>
                    <a:pt x="1037" y="675"/>
                    <a:pt x="1037" y="479"/>
                  </a:cubicBezTo>
                  <a:cubicBezTo>
                    <a:pt x="1037" y="210"/>
                    <a:pt x="827" y="0"/>
                    <a:pt x="57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2" name="Google Shape;1942;p87"/>
            <p:cNvSpPr/>
            <p:nvPr/>
          </p:nvSpPr>
          <p:spPr>
            <a:xfrm>
              <a:off x="6410467" y="2706087"/>
              <a:ext cx="177726" cy="49424"/>
            </a:xfrm>
            <a:custGeom>
              <a:avLst/>
              <a:gdLst/>
              <a:ahLst/>
              <a:cxnLst/>
              <a:rect l="l" t="t" r="r" b="b"/>
              <a:pathLst>
                <a:path w="1424" h="396" extrusionOk="0">
                  <a:moveTo>
                    <a:pt x="104" y="0"/>
                  </a:moveTo>
                  <a:cubicBezTo>
                    <a:pt x="71" y="56"/>
                    <a:pt x="46" y="126"/>
                    <a:pt x="12" y="185"/>
                  </a:cubicBezTo>
                  <a:cubicBezTo>
                    <a:pt x="1" y="210"/>
                    <a:pt x="1" y="222"/>
                    <a:pt x="1" y="222"/>
                  </a:cubicBezTo>
                  <a:cubicBezTo>
                    <a:pt x="1" y="314"/>
                    <a:pt x="314" y="395"/>
                    <a:pt x="712" y="395"/>
                  </a:cubicBezTo>
                  <a:cubicBezTo>
                    <a:pt x="1107" y="395"/>
                    <a:pt x="1423" y="314"/>
                    <a:pt x="1423" y="222"/>
                  </a:cubicBezTo>
                  <a:cubicBezTo>
                    <a:pt x="1423" y="222"/>
                    <a:pt x="1412" y="210"/>
                    <a:pt x="1401" y="185"/>
                  </a:cubicBezTo>
                  <a:cubicBezTo>
                    <a:pt x="1376" y="126"/>
                    <a:pt x="1342" y="56"/>
                    <a:pt x="1317" y="0"/>
                  </a:cubicBezTo>
                  <a:cubicBezTo>
                    <a:pt x="1143" y="45"/>
                    <a:pt x="933" y="82"/>
                    <a:pt x="712" y="82"/>
                  </a:cubicBezTo>
                  <a:cubicBezTo>
                    <a:pt x="491" y="82"/>
                    <a:pt x="281" y="45"/>
                    <a:pt x="10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3" name="Google Shape;1943;p87"/>
            <p:cNvSpPr/>
            <p:nvPr/>
          </p:nvSpPr>
          <p:spPr>
            <a:xfrm>
              <a:off x="7519932" y="2282132"/>
              <a:ext cx="1182426" cy="369929"/>
            </a:xfrm>
            <a:custGeom>
              <a:avLst/>
              <a:gdLst/>
              <a:ahLst/>
              <a:cxnLst/>
              <a:rect l="l" t="t" r="r" b="b"/>
              <a:pathLst>
                <a:path w="9474" h="2964" extrusionOk="0">
                  <a:moveTo>
                    <a:pt x="339" y="1"/>
                  </a:moveTo>
                  <a:cubicBezTo>
                    <a:pt x="151" y="1"/>
                    <a:pt x="0" y="152"/>
                    <a:pt x="0" y="351"/>
                  </a:cubicBezTo>
                  <a:lnTo>
                    <a:pt x="0" y="2625"/>
                  </a:lnTo>
                  <a:cubicBezTo>
                    <a:pt x="0" y="2812"/>
                    <a:pt x="151" y="2964"/>
                    <a:pt x="339" y="2964"/>
                  </a:cubicBezTo>
                  <a:lnTo>
                    <a:pt x="9134" y="2964"/>
                  </a:lnTo>
                  <a:cubicBezTo>
                    <a:pt x="9322" y="2964"/>
                    <a:pt x="9473" y="2812"/>
                    <a:pt x="9473" y="2625"/>
                  </a:cubicBezTo>
                  <a:lnTo>
                    <a:pt x="9473" y="351"/>
                  </a:lnTo>
                  <a:cubicBezTo>
                    <a:pt x="9473" y="152"/>
                    <a:pt x="9322" y="1"/>
                    <a:pt x="9134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4EB3E4">
                    <a:alpha val="57647"/>
                  </a:srgbClr>
                </a:gs>
              </a:gsLst>
              <a:lin ang="5400700" scaled="0"/>
            </a:gra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4" name="Google Shape;1944;p87"/>
            <p:cNvSpPr/>
            <p:nvPr/>
          </p:nvSpPr>
          <p:spPr>
            <a:xfrm>
              <a:off x="7768671" y="2367874"/>
              <a:ext cx="684819" cy="64401"/>
            </a:xfrm>
            <a:custGeom>
              <a:avLst/>
              <a:gdLst/>
              <a:ahLst/>
              <a:cxnLst/>
              <a:rect l="l" t="t" r="r" b="b"/>
              <a:pathLst>
                <a:path w="5487" h="516" extrusionOk="0">
                  <a:moveTo>
                    <a:pt x="258" y="0"/>
                  </a:moveTo>
                  <a:cubicBezTo>
                    <a:pt x="118" y="0"/>
                    <a:pt x="1" y="118"/>
                    <a:pt x="1" y="258"/>
                  </a:cubicBezTo>
                  <a:cubicBezTo>
                    <a:pt x="1" y="398"/>
                    <a:pt x="118" y="515"/>
                    <a:pt x="258" y="515"/>
                  </a:cubicBezTo>
                  <a:lnTo>
                    <a:pt x="5229" y="515"/>
                  </a:lnTo>
                  <a:cubicBezTo>
                    <a:pt x="5369" y="515"/>
                    <a:pt x="5486" y="398"/>
                    <a:pt x="5486" y="258"/>
                  </a:cubicBezTo>
                  <a:cubicBezTo>
                    <a:pt x="5486" y="118"/>
                    <a:pt x="5369" y="0"/>
                    <a:pt x="522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5" name="Google Shape;1945;p87"/>
            <p:cNvSpPr/>
            <p:nvPr/>
          </p:nvSpPr>
          <p:spPr>
            <a:xfrm>
              <a:off x="7933291" y="2506160"/>
              <a:ext cx="355577" cy="64525"/>
            </a:xfrm>
            <a:custGeom>
              <a:avLst/>
              <a:gdLst/>
              <a:ahLst/>
              <a:cxnLst/>
              <a:rect l="l" t="t" r="r" b="b"/>
              <a:pathLst>
                <a:path w="2849" h="517" extrusionOk="0">
                  <a:moveTo>
                    <a:pt x="258" y="1"/>
                  </a:moveTo>
                  <a:cubicBezTo>
                    <a:pt x="118" y="1"/>
                    <a:pt x="1" y="119"/>
                    <a:pt x="1" y="259"/>
                  </a:cubicBezTo>
                  <a:cubicBezTo>
                    <a:pt x="1" y="399"/>
                    <a:pt x="118" y="516"/>
                    <a:pt x="258" y="516"/>
                  </a:cubicBezTo>
                  <a:lnTo>
                    <a:pt x="2591" y="516"/>
                  </a:lnTo>
                  <a:cubicBezTo>
                    <a:pt x="2731" y="516"/>
                    <a:pt x="2849" y="399"/>
                    <a:pt x="2849" y="259"/>
                  </a:cubicBezTo>
                  <a:cubicBezTo>
                    <a:pt x="2849" y="119"/>
                    <a:pt x="2731" y="1"/>
                    <a:pt x="259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6" name="Google Shape;1946;p87"/>
            <p:cNvSpPr/>
            <p:nvPr/>
          </p:nvSpPr>
          <p:spPr>
            <a:xfrm>
              <a:off x="7387388" y="2815043"/>
              <a:ext cx="218538" cy="595706"/>
            </a:xfrm>
            <a:custGeom>
              <a:avLst/>
              <a:gdLst/>
              <a:ahLst/>
              <a:cxnLst/>
              <a:rect l="l" t="t" r="r" b="b"/>
              <a:pathLst>
                <a:path w="1751" h="4773" extrusionOk="0">
                  <a:moveTo>
                    <a:pt x="1143" y="1"/>
                  </a:moveTo>
                  <a:cubicBezTo>
                    <a:pt x="443" y="561"/>
                    <a:pt x="1" y="1423"/>
                    <a:pt x="1" y="2381"/>
                  </a:cubicBezTo>
                  <a:cubicBezTo>
                    <a:pt x="1" y="3350"/>
                    <a:pt x="443" y="4213"/>
                    <a:pt x="1143" y="4773"/>
                  </a:cubicBezTo>
                  <a:cubicBezTo>
                    <a:pt x="1353" y="4574"/>
                    <a:pt x="1552" y="4378"/>
                    <a:pt x="1751" y="4168"/>
                  </a:cubicBezTo>
                  <a:cubicBezTo>
                    <a:pt x="1202" y="3770"/>
                    <a:pt x="852" y="3118"/>
                    <a:pt x="852" y="2381"/>
                  </a:cubicBezTo>
                  <a:cubicBezTo>
                    <a:pt x="852" y="1659"/>
                    <a:pt x="1202" y="1003"/>
                    <a:pt x="1751" y="597"/>
                  </a:cubicBezTo>
                  <a:cubicBezTo>
                    <a:pt x="1552" y="399"/>
                    <a:pt x="1353" y="200"/>
                    <a:pt x="114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47" name="Google Shape;1947;p87"/>
          <p:cNvGrpSpPr/>
          <p:nvPr/>
        </p:nvGrpSpPr>
        <p:grpSpPr>
          <a:xfrm>
            <a:off x="5054450" y="1018150"/>
            <a:ext cx="396150" cy="360700"/>
            <a:chOff x="1615925" y="2456425"/>
            <a:chExt cx="396150" cy="360700"/>
          </a:xfrm>
        </p:grpSpPr>
        <p:sp>
          <p:nvSpPr>
            <p:cNvPr id="1948" name="Google Shape;1948;p87"/>
            <p:cNvSpPr/>
            <p:nvPr/>
          </p:nvSpPr>
          <p:spPr>
            <a:xfrm>
              <a:off x="1615925" y="2456425"/>
              <a:ext cx="396150" cy="360700"/>
            </a:xfrm>
            <a:custGeom>
              <a:avLst/>
              <a:gdLst/>
              <a:ahLst/>
              <a:cxnLst/>
              <a:rect l="l" t="t" r="r" b="b"/>
              <a:pathLst>
                <a:path w="15846" h="14428" extrusionOk="0">
                  <a:moveTo>
                    <a:pt x="7919" y="1"/>
                  </a:moveTo>
                  <a:cubicBezTo>
                    <a:pt x="6072" y="1"/>
                    <a:pt x="4221" y="709"/>
                    <a:pt x="2803" y="2127"/>
                  </a:cubicBezTo>
                  <a:cubicBezTo>
                    <a:pt x="1" y="4929"/>
                    <a:pt x="1" y="9499"/>
                    <a:pt x="2803" y="12301"/>
                  </a:cubicBezTo>
                  <a:cubicBezTo>
                    <a:pt x="4221" y="13719"/>
                    <a:pt x="6072" y="14428"/>
                    <a:pt x="7919" y="14428"/>
                  </a:cubicBezTo>
                  <a:cubicBezTo>
                    <a:pt x="9766" y="14428"/>
                    <a:pt x="11609" y="13719"/>
                    <a:pt x="13010" y="12301"/>
                  </a:cubicBezTo>
                  <a:cubicBezTo>
                    <a:pt x="15846" y="9499"/>
                    <a:pt x="15846" y="4929"/>
                    <a:pt x="13010" y="2127"/>
                  </a:cubicBezTo>
                  <a:cubicBezTo>
                    <a:pt x="11609" y="709"/>
                    <a:pt x="9766" y="1"/>
                    <a:pt x="791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9" name="Google Shape;1949;p87"/>
            <p:cNvSpPr/>
            <p:nvPr/>
          </p:nvSpPr>
          <p:spPr>
            <a:xfrm>
              <a:off x="1658475" y="2554575"/>
              <a:ext cx="311075" cy="191050"/>
            </a:xfrm>
            <a:custGeom>
              <a:avLst/>
              <a:gdLst/>
              <a:ahLst/>
              <a:cxnLst/>
              <a:rect l="l" t="t" r="r" b="b"/>
              <a:pathLst>
                <a:path w="12443" h="7642" extrusionOk="0">
                  <a:moveTo>
                    <a:pt x="3916" y="1"/>
                  </a:moveTo>
                  <a:cubicBezTo>
                    <a:pt x="3438" y="1"/>
                    <a:pt x="2905" y="200"/>
                    <a:pt x="2335" y="736"/>
                  </a:cubicBezTo>
                  <a:cubicBezTo>
                    <a:pt x="0" y="2971"/>
                    <a:pt x="6238" y="7641"/>
                    <a:pt x="6238" y="7641"/>
                  </a:cubicBezTo>
                  <a:cubicBezTo>
                    <a:pt x="6238" y="7641"/>
                    <a:pt x="12442" y="2971"/>
                    <a:pt x="10107" y="736"/>
                  </a:cubicBezTo>
                  <a:cubicBezTo>
                    <a:pt x="9546" y="200"/>
                    <a:pt x="9019" y="1"/>
                    <a:pt x="8546" y="1"/>
                  </a:cubicBezTo>
                  <a:cubicBezTo>
                    <a:pt x="7164" y="1"/>
                    <a:pt x="6238" y="1704"/>
                    <a:pt x="6238" y="1704"/>
                  </a:cubicBezTo>
                  <a:cubicBezTo>
                    <a:pt x="6238" y="1704"/>
                    <a:pt x="5312" y="1"/>
                    <a:pt x="391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50" name="Google Shape;1950;p87"/>
          <p:cNvSpPr/>
          <p:nvPr/>
        </p:nvSpPr>
        <p:spPr>
          <a:xfrm>
            <a:off x="1650573" y="3863150"/>
            <a:ext cx="299275" cy="299275"/>
          </a:xfrm>
          <a:custGeom>
            <a:avLst/>
            <a:gdLst/>
            <a:ahLst/>
            <a:cxnLst/>
            <a:rect l="l" t="t" r="r" b="b"/>
            <a:pathLst>
              <a:path w="10031" h="10031" extrusionOk="0">
                <a:moveTo>
                  <a:pt x="5047" y="3455"/>
                </a:moveTo>
                <a:cubicBezTo>
                  <a:pt x="5309" y="3455"/>
                  <a:pt x="5573" y="3526"/>
                  <a:pt x="5806" y="3678"/>
                </a:cubicBezTo>
                <a:cubicBezTo>
                  <a:pt x="6535" y="4134"/>
                  <a:pt x="6778" y="5046"/>
                  <a:pt x="6353" y="5775"/>
                </a:cubicBezTo>
                <a:cubicBezTo>
                  <a:pt x="6074" y="6254"/>
                  <a:pt x="5572" y="6523"/>
                  <a:pt x="5055" y="6523"/>
                </a:cubicBezTo>
                <a:cubicBezTo>
                  <a:pt x="4783" y="6523"/>
                  <a:pt x="4507" y="6449"/>
                  <a:pt x="4256" y="6292"/>
                </a:cubicBezTo>
                <a:cubicBezTo>
                  <a:pt x="3526" y="5897"/>
                  <a:pt x="3283" y="4924"/>
                  <a:pt x="3739" y="4225"/>
                </a:cubicBezTo>
                <a:cubicBezTo>
                  <a:pt x="4002" y="3739"/>
                  <a:pt x="4522" y="3455"/>
                  <a:pt x="5047" y="3455"/>
                </a:cubicBezTo>
                <a:close/>
                <a:moveTo>
                  <a:pt x="4681" y="0"/>
                </a:moveTo>
                <a:lnTo>
                  <a:pt x="2857" y="456"/>
                </a:lnTo>
                <a:lnTo>
                  <a:pt x="3222" y="1854"/>
                </a:lnTo>
                <a:cubicBezTo>
                  <a:pt x="2979" y="2006"/>
                  <a:pt x="2705" y="2189"/>
                  <a:pt x="2462" y="2432"/>
                </a:cubicBezTo>
                <a:lnTo>
                  <a:pt x="1216" y="1672"/>
                </a:lnTo>
                <a:lnTo>
                  <a:pt x="274" y="3313"/>
                </a:lnTo>
                <a:lnTo>
                  <a:pt x="1520" y="4073"/>
                </a:lnTo>
                <a:cubicBezTo>
                  <a:pt x="1459" y="4377"/>
                  <a:pt x="1398" y="4681"/>
                  <a:pt x="1398" y="4985"/>
                </a:cubicBezTo>
                <a:lnTo>
                  <a:pt x="0" y="5350"/>
                </a:lnTo>
                <a:lnTo>
                  <a:pt x="456" y="7173"/>
                </a:lnTo>
                <a:lnTo>
                  <a:pt x="1854" y="6809"/>
                </a:lnTo>
                <a:cubicBezTo>
                  <a:pt x="2006" y="7052"/>
                  <a:pt x="2189" y="7325"/>
                  <a:pt x="2432" y="7569"/>
                </a:cubicBezTo>
                <a:lnTo>
                  <a:pt x="1672" y="8815"/>
                </a:lnTo>
                <a:lnTo>
                  <a:pt x="3313" y="9757"/>
                </a:lnTo>
                <a:lnTo>
                  <a:pt x="4073" y="8511"/>
                </a:lnTo>
                <a:cubicBezTo>
                  <a:pt x="4377" y="8572"/>
                  <a:pt x="4681" y="8632"/>
                  <a:pt x="4985" y="8632"/>
                </a:cubicBezTo>
                <a:lnTo>
                  <a:pt x="5350" y="10031"/>
                </a:lnTo>
                <a:lnTo>
                  <a:pt x="7174" y="9575"/>
                </a:lnTo>
                <a:lnTo>
                  <a:pt x="6809" y="8176"/>
                </a:lnTo>
                <a:cubicBezTo>
                  <a:pt x="7052" y="8024"/>
                  <a:pt x="7326" y="7812"/>
                  <a:pt x="7569" y="7599"/>
                </a:cubicBezTo>
                <a:lnTo>
                  <a:pt x="8815" y="8359"/>
                </a:lnTo>
                <a:lnTo>
                  <a:pt x="9757" y="6717"/>
                </a:lnTo>
                <a:lnTo>
                  <a:pt x="8511" y="5958"/>
                </a:lnTo>
                <a:cubicBezTo>
                  <a:pt x="8572" y="5654"/>
                  <a:pt x="8633" y="5350"/>
                  <a:pt x="8633" y="5046"/>
                </a:cubicBezTo>
                <a:lnTo>
                  <a:pt x="10031" y="4681"/>
                </a:lnTo>
                <a:lnTo>
                  <a:pt x="9575" y="2857"/>
                </a:lnTo>
                <a:lnTo>
                  <a:pt x="8177" y="3222"/>
                </a:lnTo>
                <a:cubicBezTo>
                  <a:pt x="8025" y="2948"/>
                  <a:pt x="7842" y="2705"/>
                  <a:pt x="7599" y="2462"/>
                </a:cubicBezTo>
                <a:lnTo>
                  <a:pt x="8359" y="1216"/>
                </a:lnTo>
                <a:lnTo>
                  <a:pt x="6718" y="274"/>
                </a:lnTo>
                <a:lnTo>
                  <a:pt x="5958" y="1520"/>
                </a:lnTo>
                <a:cubicBezTo>
                  <a:pt x="5654" y="1429"/>
                  <a:pt x="5350" y="1398"/>
                  <a:pt x="5046" y="1398"/>
                </a:cubicBezTo>
                <a:lnTo>
                  <a:pt x="4681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blurRad="57150" dist="476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1594;p78">
            <a:extLst>
              <a:ext uri="{FF2B5EF4-FFF2-40B4-BE49-F238E27FC236}">
                <a16:creationId xmlns:a16="http://schemas.microsoft.com/office/drawing/2014/main" id="{88CFE1BE-A985-43C3-BCD4-27C498A9443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69959" y="1216983"/>
            <a:ext cx="4205400" cy="166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0" dirty="0"/>
              <a:t>Правило</a:t>
            </a:r>
            <a:endParaRPr sz="6000" dirty="0"/>
          </a:p>
        </p:txBody>
      </p:sp>
    </p:spTree>
    <p:extLst>
      <p:ext uri="{BB962C8B-B14F-4D97-AF65-F5344CB8AC3E}">
        <p14:creationId xmlns:p14="http://schemas.microsoft.com/office/powerpoint/2010/main" val="6213537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800"/>
                                        <p:tgtEl>
                                          <p:spTgt spid="19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800"/>
                            </p:stCondLst>
                            <p:childTnLst>
                              <p:par>
                                <p:cTn id="9" presetID="8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10" dur="800" fill="hold"/>
                                        <p:tgtEl>
                                          <p:spTgt spid="195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12" dur="800" fill="hold"/>
                                        <p:tgtEl>
                                          <p:spTgt spid="194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3" name="Google Shape;1913;p87"/>
          <p:cNvSpPr/>
          <p:nvPr/>
        </p:nvSpPr>
        <p:spPr>
          <a:xfrm>
            <a:off x="2204416" y="-940170"/>
            <a:ext cx="3459000" cy="808200"/>
          </a:xfrm>
          <a:prstGeom prst="roundRect">
            <a:avLst>
              <a:gd name="adj" fmla="val 31653"/>
            </a:avLst>
          </a:prstGeom>
          <a:solidFill>
            <a:schemeClr val="lt2"/>
          </a:solidFill>
          <a:ln w="9525" cap="flat" cmpd="sng">
            <a:solidFill>
              <a:srgbClr val="D2D6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47625" dir="5400000" algn="bl" rotWithShape="0">
              <a:schemeClr val="dk1">
                <a:alpha val="24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5" name="Google Shape;1915;p87"/>
          <p:cNvSpPr txBox="1">
            <a:spLocks noGrp="1"/>
          </p:cNvSpPr>
          <p:nvPr>
            <p:ph type="subTitle" idx="1"/>
          </p:nvPr>
        </p:nvSpPr>
        <p:spPr>
          <a:xfrm>
            <a:off x="2204416" y="-892770"/>
            <a:ext cx="3458999" cy="80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>
              <a:spcAft>
                <a:spcPts val="1200"/>
              </a:spcAft>
            </a:pPr>
            <a:r>
              <a:rPr lang="ru-RU" sz="2400" dirty="0"/>
              <a:t>Не общайся с незнакомцами</a:t>
            </a:r>
            <a:endParaRPr sz="2400" dirty="0"/>
          </a:p>
        </p:txBody>
      </p:sp>
      <p:sp>
        <p:nvSpPr>
          <p:cNvPr id="1916" name="Google Shape;1916;p87"/>
          <p:cNvSpPr/>
          <p:nvPr/>
        </p:nvSpPr>
        <p:spPr>
          <a:xfrm>
            <a:off x="883861" y="1680703"/>
            <a:ext cx="1065983" cy="903596"/>
          </a:xfrm>
          <a:custGeom>
            <a:avLst/>
            <a:gdLst/>
            <a:ahLst/>
            <a:cxnLst/>
            <a:rect l="l" t="t" r="r" b="b"/>
            <a:pathLst>
              <a:path w="37831" h="32068" extrusionOk="0">
                <a:moveTo>
                  <a:pt x="4445" y="0"/>
                </a:moveTo>
                <a:cubicBezTo>
                  <a:pt x="1995" y="0"/>
                  <a:pt x="0" y="1995"/>
                  <a:pt x="0" y="4446"/>
                </a:cubicBezTo>
                <a:lnTo>
                  <a:pt x="0" y="23868"/>
                </a:lnTo>
                <a:cubicBezTo>
                  <a:pt x="0" y="26320"/>
                  <a:pt x="1995" y="28314"/>
                  <a:pt x="4445" y="28314"/>
                </a:cubicBezTo>
                <a:lnTo>
                  <a:pt x="15162" y="28314"/>
                </a:lnTo>
                <a:lnTo>
                  <a:pt x="18915" y="32067"/>
                </a:lnTo>
                <a:lnTo>
                  <a:pt x="22667" y="28314"/>
                </a:lnTo>
                <a:lnTo>
                  <a:pt x="33384" y="28314"/>
                </a:lnTo>
                <a:cubicBezTo>
                  <a:pt x="35836" y="28314"/>
                  <a:pt x="37831" y="26320"/>
                  <a:pt x="37831" y="23868"/>
                </a:cubicBezTo>
                <a:lnTo>
                  <a:pt x="37831" y="4446"/>
                </a:lnTo>
                <a:cubicBezTo>
                  <a:pt x="37831" y="1995"/>
                  <a:pt x="35836" y="0"/>
                  <a:pt x="33384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57150" dist="38100" dir="5400000" algn="bl" rotWithShape="0">
              <a:schemeClr val="dk1">
                <a:alpha val="19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7" name="Google Shape;1917;p87"/>
          <p:cNvSpPr txBox="1">
            <a:spLocks noGrp="1"/>
          </p:cNvSpPr>
          <p:nvPr>
            <p:ph type="title" idx="2"/>
          </p:nvPr>
        </p:nvSpPr>
        <p:spPr>
          <a:xfrm>
            <a:off x="932353" y="1735575"/>
            <a:ext cx="969000" cy="71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grpSp>
        <p:nvGrpSpPr>
          <p:cNvPr id="1918" name="Google Shape;1918;p87"/>
          <p:cNvGrpSpPr/>
          <p:nvPr/>
        </p:nvGrpSpPr>
        <p:grpSpPr>
          <a:xfrm rot="19401277">
            <a:off x="7010327" y="429028"/>
            <a:ext cx="3966957" cy="3166464"/>
            <a:chOff x="4091523" y="1488475"/>
            <a:chExt cx="4612204" cy="3681507"/>
          </a:xfrm>
        </p:grpSpPr>
        <p:sp>
          <p:nvSpPr>
            <p:cNvPr id="1919" name="Google Shape;1919;p87"/>
            <p:cNvSpPr/>
            <p:nvPr/>
          </p:nvSpPr>
          <p:spPr>
            <a:xfrm>
              <a:off x="6411651" y="1488475"/>
              <a:ext cx="1852393" cy="3186460"/>
            </a:xfrm>
            <a:custGeom>
              <a:avLst/>
              <a:gdLst/>
              <a:ahLst/>
              <a:cxnLst/>
              <a:rect l="l" t="t" r="r" b="b"/>
              <a:pathLst>
                <a:path w="14842" h="25531" extrusionOk="0">
                  <a:moveTo>
                    <a:pt x="1401" y="0"/>
                  </a:moveTo>
                  <a:cubicBezTo>
                    <a:pt x="782" y="0"/>
                    <a:pt x="281" y="502"/>
                    <a:pt x="281" y="1120"/>
                  </a:cubicBezTo>
                  <a:lnTo>
                    <a:pt x="281" y="2697"/>
                  </a:lnTo>
                  <a:cubicBezTo>
                    <a:pt x="118" y="2742"/>
                    <a:pt x="1" y="2896"/>
                    <a:pt x="1" y="3069"/>
                  </a:cubicBezTo>
                  <a:lnTo>
                    <a:pt x="1" y="5567"/>
                  </a:lnTo>
                  <a:cubicBezTo>
                    <a:pt x="1" y="5741"/>
                    <a:pt x="118" y="5892"/>
                    <a:pt x="281" y="5940"/>
                  </a:cubicBezTo>
                  <a:lnTo>
                    <a:pt x="281" y="24410"/>
                  </a:lnTo>
                  <a:cubicBezTo>
                    <a:pt x="281" y="25029"/>
                    <a:pt x="782" y="25530"/>
                    <a:pt x="1401" y="25530"/>
                  </a:cubicBezTo>
                  <a:lnTo>
                    <a:pt x="13442" y="25530"/>
                  </a:lnTo>
                  <a:cubicBezTo>
                    <a:pt x="14060" y="25530"/>
                    <a:pt x="14562" y="25029"/>
                    <a:pt x="14562" y="24410"/>
                  </a:cubicBezTo>
                  <a:lnTo>
                    <a:pt x="14562" y="5940"/>
                  </a:lnTo>
                  <a:cubicBezTo>
                    <a:pt x="14724" y="5892"/>
                    <a:pt x="14842" y="5741"/>
                    <a:pt x="14842" y="5567"/>
                  </a:cubicBezTo>
                  <a:lnTo>
                    <a:pt x="14842" y="3069"/>
                  </a:lnTo>
                  <a:cubicBezTo>
                    <a:pt x="14842" y="2896"/>
                    <a:pt x="14724" y="2742"/>
                    <a:pt x="14562" y="2697"/>
                  </a:cubicBezTo>
                  <a:lnTo>
                    <a:pt x="14562" y="1120"/>
                  </a:lnTo>
                  <a:cubicBezTo>
                    <a:pt x="14562" y="502"/>
                    <a:pt x="14060" y="0"/>
                    <a:pt x="1344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0" name="Google Shape;1920;p87"/>
            <p:cNvSpPr/>
            <p:nvPr/>
          </p:nvSpPr>
          <p:spPr>
            <a:xfrm>
              <a:off x="6542698" y="1581706"/>
              <a:ext cx="1590297" cy="2609850"/>
            </a:xfrm>
            <a:custGeom>
              <a:avLst/>
              <a:gdLst/>
              <a:ahLst/>
              <a:cxnLst/>
              <a:rect l="l" t="t" r="r" b="b"/>
              <a:pathLst>
                <a:path w="12742" h="20911" extrusionOk="0">
                  <a:moveTo>
                    <a:pt x="1003" y="1"/>
                  </a:moveTo>
                  <a:cubicBezTo>
                    <a:pt x="457" y="1"/>
                    <a:pt x="1" y="443"/>
                    <a:pt x="1" y="1003"/>
                  </a:cubicBezTo>
                  <a:lnTo>
                    <a:pt x="1" y="20910"/>
                  </a:lnTo>
                  <a:lnTo>
                    <a:pt x="12742" y="20910"/>
                  </a:lnTo>
                  <a:lnTo>
                    <a:pt x="12742" y="1003"/>
                  </a:lnTo>
                  <a:cubicBezTo>
                    <a:pt x="12742" y="443"/>
                    <a:pt x="12288" y="1"/>
                    <a:pt x="11739" y="1"/>
                  </a:cubicBezTo>
                  <a:lnTo>
                    <a:pt x="9334" y="1"/>
                  </a:lnTo>
                  <a:lnTo>
                    <a:pt x="9334" y="315"/>
                  </a:lnTo>
                  <a:cubicBezTo>
                    <a:pt x="9334" y="609"/>
                    <a:pt x="9101" y="841"/>
                    <a:pt x="8810" y="841"/>
                  </a:cubicBezTo>
                  <a:lnTo>
                    <a:pt x="3932" y="841"/>
                  </a:lnTo>
                  <a:cubicBezTo>
                    <a:pt x="3641" y="841"/>
                    <a:pt x="3408" y="609"/>
                    <a:pt x="3408" y="315"/>
                  </a:cubicBezTo>
                  <a:lnTo>
                    <a:pt x="3408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10801400" scaled="0"/>
            </a:gra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1" name="Google Shape;1921;p87"/>
            <p:cNvSpPr/>
            <p:nvPr/>
          </p:nvSpPr>
          <p:spPr>
            <a:xfrm>
              <a:off x="7199429" y="4294498"/>
              <a:ext cx="276948" cy="276948"/>
            </a:xfrm>
            <a:custGeom>
              <a:avLst/>
              <a:gdLst/>
              <a:ahLst/>
              <a:cxnLst/>
              <a:rect l="l" t="t" r="r" b="b"/>
              <a:pathLst>
                <a:path w="2219" h="2219" extrusionOk="0">
                  <a:moveTo>
                    <a:pt x="1109" y="0"/>
                  </a:moveTo>
                  <a:cubicBezTo>
                    <a:pt x="501" y="0"/>
                    <a:pt x="0" y="504"/>
                    <a:pt x="0" y="1109"/>
                  </a:cubicBezTo>
                  <a:cubicBezTo>
                    <a:pt x="0" y="1728"/>
                    <a:pt x="501" y="2218"/>
                    <a:pt x="1109" y="2218"/>
                  </a:cubicBezTo>
                  <a:cubicBezTo>
                    <a:pt x="1728" y="2218"/>
                    <a:pt x="2218" y="1728"/>
                    <a:pt x="2218" y="1109"/>
                  </a:cubicBezTo>
                  <a:cubicBezTo>
                    <a:pt x="2218" y="504"/>
                    <a:pt x="1728" y="0"/>
                    <a:pt x="11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2" name="Google Shape;1922;p87"/>
            <p:cNvSpPr/>
            <p:nvPr/>
          </p:nvSpPr>
          <p:spPr>
            <a:xfrm>
              <a:off x="6683854" y="1771162"/>
              <a:ext cx="555144" cy="553396"/>
            </a:xfrm>
            <a:custGeom>
              <a:avLst/>
              <a:gdLst/>
              <a:ahLst/>
              <a:cxnLst/>
              <a:rect l="l" t="t" r="r" b="b"/>
              <a:pathLst>
                <a:path w="4448" h="4434" extrusionOk="0">
                  <a:moveTo>
                    <a:pt x="306" y="1"/>
                  </a:moveTo>
                  <a:cubicBezTo>
                    <a:pt x="141" y="1"/>
                    <a:pt x="1" y="141"/>
                    <a:pt x="1" y="303"/>
                  </a:cubicBezTo>
                  <a:lnTo>
                    <a:pt x="1" y="4142"/>
                  </a:lnTo>
                  <a:cubicBezTo>
                    <a:pt x="1" y="4305"/>
                    <a:pt x="141" y="4433"/>
                    <a:pt x="306" y="4433"/>
                  </a:cubicBezTo>
                  <a:lnTo>
                    <a:pt x="4142" y="4433"/>
                  </a:lnTo>
                  <a:cubicBezTo>
                    <a:pt x="4308" y="4433"/>
                    <a:pt x="4448" y="4305"/>
                    <a:pt x="4448" y="4142"/>
                  </a:cubicBezTo>
                  <a:lnTo>
                    <a:pt x="4448" y="303"/>
                  </a:lnTo>
                  <a:cubicBezTo>
                    <a:pt x="4448" y="141"/>
                    <a:pt x="4308" y="1"/>
                    <a:pt x="414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3" name="Google Shape;1923;p87"/>
            <p:cNvSpPr/>
            <p:nvPr/>
          </p:nvSpPr>
          <p:spPr>
            <a:xfrm>
              <a:off x="7334969" y="1890352"/>
              <a:ext cx="656862" cy="38191"/>
            </a:xfrm>
            <a:custGeom>
              <a:avLst/>
              <a:gdLst/>
              <a:ahLst/>
              <a:cxnLst/>
              <a:rect l="l" t="t" r="r" b="b"/>
              <a:pathLst>
                <a:path w="5263" h="306" extrusionOk="0">
                  <a:moveTo>
                    <a:pt x="141" y="1"/>
                  </a:moveTo>
                  <a:cubicBezTo>
                    <a:pt x="60" y="1"/>
                    <a:pt x="1" y="71"/>
                    <a:pt x="1" y="152"/>
                  </a:cubicBezTo>
                  <a:cubicBezTo>
                    <a:pt x="1" y="236"/>
                    <a:pt x="60" y="306"/>
                    <a:pt x="141" y="306"/>
                  </a:cubicBezTo>
                  <a:lnTo>
                    <a:pt x="5111" y="306"/>
                  </a:lnTo>
                  <a:cubicBezTo>
                    <a:pt x="5192" y="306"/>
                    <a:pt x="5262" y="236"/>
                    <a:pt x="5262" y="152"/>
                  </a:cubicBezTo>
                  <a:cubicBezTo>
                    <a:pt x="5262" y="71"/>
                    <a:pt x="5192" y="1"/>
                    <a:pt x="51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4" name="Google Shape;1924;p87"/>
            <p:cNvSpPr/>
            <p:nvPr/>
          </p:nvSpPr>
          <p:spPr>
            <a:xfrm>
              <a:off x="7334969" y="1983707"/>
              <a:ext cx="656862" cy="36444"/>
            </a:xfrm>
            <a:custGeom>
              <a:avLst/>
              <a:gdLst/>
              <a:ahLst/>
              <a:cxnLst/>
              <a:rect l="l" t="t" r="r" b="b"/>
              <a:pathLst>
                <a:path w="5263" h="292" extrusionOk="0">
                  <a:moveTo>
                    <a:pt x="141" y="0"/>
                  </a:moveTo>
                  <a:cubicBezTo>
                    <a:pt x="60" y="0"/>
                    <a:pt x="1" y="59"/>
                    <a:pt x="1" y="140"/>
                  </a:cubicBezTo>
                  <a:cubicBezTo>
                    <a:pt x="1" y="221"/>
                    <a:pt x="60" y="291"/>
                    <a:pt x="141" y="291"/>
                  </a:cubicBezTo>
                  <a:lnTo>
                    <a:pt x="5111" y="291"/>
                  </a:lnTo>
                  <a:cubicBezTo>
                    <a:pt x="5192" y="291"/>
                    <a:pt x="5262" y="221"/>
                    <a:pt x="5262" y="140"/>
                  </a:cubicBezTo>
                  <a:cubicBezTo>
                    <a:pt x="5262" y="59"/>
                    <a:pt x="5192" y="0"/>
                    <a:pt x="51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5" name="Google Shape;1925;p87"/>
            <p:cNvSpPr/>
            <p:nvPr/>
          </p:nvSpPr>
          <p:spPr>
            <a:xfrm>
              <a:off x="7334969" y="2075190"/>
              <a:ext cx="656862" cy="38316"/>
            </a:xfrm>
            <a:custGeom>
              <a:avLst/>
              <a:gdLst/>
              <a:ahLst/>
              <a:cxnLst/>
              <a:rect l="l" t="t" r="r" b="b"/>
              <a:pathLst>
                <a:path w="5263" h="307" extrusionOk="0">
                  <a:moveTo>
                    <a:pt x="141" y="1"/>
                  </a:moveTo>
                  <a:cubicBezTo>
                    <a:pt x="60" y="1"/>
                    <a:pt x="1" y="71"/>
                    <a:pt x="1" y="155"/>
                  </a:cubicBezTo>
                  <a:cubicBezTo>
                    <a:pt x="1" y="236"/>
                    <a:pt x="60" y="306"/>
                    <a:pt x="141" y="306"/>
                  </a:cubicBezTo>
                  <a:lnTo>
                    <a:pt x="5111" y="306"/>
                  </a:lnTo>
                  <a:cubicBezTo>
                    <a:pt x="5192" y="306"/>
                    <a:pt x="5262" y="236"/>
                    <a:pt x="5262" y="155"/>
                  </a:cubicBezTo>
                  <a:cubicBezTo>
                    <a:pt x="5262" y="71"/>
                    <a:pt x="5192" y="1"/>
                    <a:pt x="51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6" name="Google Shape;1926;p87"/>
            <p:cNvSpPr/>
            <p:nvPr/>
          </p:nvSpPr>
          <p:spPr>
            <a:xfrm>
              <a:off x="7334969" y="2168545"/>
              <a:ext cx="656862" cy="36444"/>
            </a:xfrm>
            <a:custGeom>
              <a:avLst/>
              <a:gdLst/>
              <a:ahLst/>
              <a:cxnLst/>
              <a:rect l="l" t="t" r="r" b="b"/>
              <a:pathLst>
                <a:path w="5263" h="292" extrusionOk="0">
                  <a:moveTo>
                    <a:pt x="141" y="1"/>
                  </a:moveTo>
                  <a:cubicBezTo>
                    <a:pt x="60" y="1"/>
                    <a:pt x="1" y="59"/>
                    <a:pt x="1" y="141"/>
                  </a:cubicBezTo>
                  <a:cubicBezTo>
                    <a:pt x="1" y="222"/>
                    <a:pt x="60" y="292"/>
                    <a:pt x="141" y="292"/>
                  </a:cubicBezTo>
                  <a:lnTo>
                    <a:pt x="5111" y="292"/>
                  </a:lnTo>
                  <a:cubicBezTo>
                    <a:pt x="5192" y="292"/>
                    <a:pt x="5262" y="222"/>
                    <a:pt x="5262" y="141"/>
                  </a:cubicBezTo>
                  <a:cubicBezTo>
                    <a:pt x="5262" y="59"/>
                    <a:pt x="5192" y="1"/>
                    <a:pt x="51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7" name="Google Shape;1927;p87"/>
            <p:cNvSpPr/>
            <p:nvPr/>
          </p:nvSpPr>
          <p:spPr>
            <a:xfrm>
              <a:off x="6829628" y="1870133"/>
              <a:ext cx="257727" cy="355452"/>
            </a:xfrm>
            <a:custGeom>
              <a:avLst/>
              <a:gdLst/>
              <a:ahLst/>
              <a:cxnLst/>
              <a:rect l="l" t="t" r="r" b="b"/>
              <a:pathLst>
                <a:path w="2065" h="2848" extrusionOk="0">
                  <a:moveTo>
                    <a:pt x="1039" y="0"/>
                  </a:moveTo>
                  <a:cubicBezTo>
                    <a:pt x="689" y="0"/>
                    <a:pt x="421" y="280"/>
                    <a:pt x="421" y="619"/>
                  </a:cubicBezTo>
                  <a:cubicBezTo>
                    <a:pt x="421" y="910"/>
                    <a:pt x="619" y="1143"/>
                    <a:pt x="888" y="1213"/>
                  </a:cubicBezTo>
                  <a:cubicBezTo>
                    <a:pt x="384" y="1330"/>
                    <a:pt x="1" y="1983"/>
                    <a:pt x="1" y="2789"/>
                  </a:cubicBezTo>
                  <a:lnTo>
                    <a:pt x="1" y="2848"/>
                  </a:lnTo>
                  <a:lnTo>
                    <a:pt x="2064" y="2848"/>
                  </a:lnTo>
                  <a:lnTo>
                    <a:pt x="2064" y="2789"/>
                  </a:lnTo>
                  <a:cubicBezTo>
                    <a:pt x="2064" y="1983"/>
                    <a:pt x="1681" y="1330"/>
                    <a:pt x="1180" y="1213"/>
                  </a:cubicBezTo>
                  <a:cubicBezTo>
                    <a:pt x="1448" y="1143"/>
                    <a:pt x="1644" y="910"/>
                    <a:pt x="1644" y="619"/>
                  </a:cubicBezTo>
                  <a:cubicBezTo>
                    <a:pt x="1644" y="280"/>
                    <a:pt x="1378" y="0"/>
                    <a:pt x="10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8" name="Google Shape;1928;p87"/>
            <p:cNvSpPr/>
            <p:nvPr/>
          </p:nvSpPr>
          <p:spPr>
            <a:xfrm>
              <a:off x="6235425" y="3399826"/>
              <a:ext cx="1003452" cy="636518"/>
            </a:xfrm>
            <a:custGeom>
              <a:avLst/>
              <a:gdLst/>
              <a:ahLst/>
              <a:cxnLst/>
              <a:rect l="l" t="t" r="r" b="b"/>
              <a:pathLst>
                <a:path w="8040" h="5100" extrusionOk="0">
                  <a:moveTo>
                    <a:pt x="468" y="1"/>
                  </a:moveTo>
                  <a:cubicBezTo>
                    <a:pt x="210" y="1"/>
                    <a:pt x="0" y="211"/>
                    <a:pt x="0" y="480"/>
                  </a:cubicBezTo>
                  <a:lnTo>
                    <a:pt x="0" y="4635"/>
                  </a:lnTo>
                  <a:cubicBezTo>
                    <a:pt x="0" y="4890"/>
                    <a:pt x="210" y="5100"/>
                    <a:pt x="468" y="5100"/>
                  </a:cubicBezTo>
                  <a:lnTo>
                    <a:pt x="7572" y="5100"/>
                  </a:lnTo>
                  <a:cubicBezTo>
                    <a:pt x="7830" y="5100"/>
                    <a:pt x="8040" y="4890"/>
                    <a:pt x="8040" y="4635"/>
                  </a:cubicBezTo>
                  <a:lnTo>
                    <a:pt x="8040" y="480"/>
                  </a:lnTo>
                  <a:cubicBezTo>
                    <a:pt x="8040" y="211"/>
                    <a:pt x="7830" y="1"/>
                    <a:pt x="757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9" name="Google Shape;1929;p87"/>
            <p:cNvSpPr/>
            <p:nvPr/>
          </p:nvSpPr>
          <p:spPr>
            <a:xfrm>
              <a:off x="6516364" y="3497674"/>
              <a:ext cx="441569" cy="441195"/>
            </a:xfrm>
            <a:custGeom>
              <a:avLst/>
              <a:gdLst/>
              <a:ahLst/>
              <a:cxnLst/>
              <a:rect l="l" t="t" r="r" b="b"/>
              <a:pathLst>
                <a:path w="3538" h="3535" extrusionOk="0">
                  <a:moveTo>
                    <a:pt x="1762" y="1"/>
                  </a:moveTo>
                  <a:cubicBezTo>
                    <a:pt x="796" y="1"/>
                    <a:pt x="1" y="793"/>
                    <a:pt x="1" y="1773"/>
                  </a:cubicBezTo>
                  <a:cubicBezTo>
                    <a:pt x="1" y="2742"/>
                    <a:pt x="796" y="3535"/>
                    <a:pt x="1762" y="3535"/>
                  </a:cubicBezTo>
                  <a:cubicBezTo>
                    <a:pt x="2742" y="3535"/>
                    <a:pt x="3537" y="2742"/>
                    <a:pt x="3537" y="1773"/>
                  </a:cubicBezTo>
                  <a:cubicBezTo>
                    <a:pt x="3537" y="793"/>
                    <a:pt x="2742" y="1"/>
                    <a:pt x="176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0" name="Google Shape;1930;p87"/>
            <p:cNvSpPr/>
            <p:nvPr/>
          </p:nvSpPr>
          <p:spPr>
            <a:xfrm>
              <a:off x="6638675" y="3605382"/>
              <a:ext cx="196946" cy="225902"/>
            </a:xfrm>
            <a:custGeom>
              <a:avLst/>
              <a:gdLst/>
              <a:ahLst/>
              <a:cxnLst/>
              <a:rect l="l" t="t" r="r" b="b"/>
              <a:pathLst>
                <a:path w="1578" h="1810" extrusionOk="0">
                  <a:moveTo>
                    <a:pt x="1" y="0"/>
                  </a:moveTo>
                  <a:lnTo>
                    <a:pt x="1" y="1809"/>
                  </a:lnTo>
                  <a:lnTo>
                    <a:pt x="1577" y="91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1" name="Google Shape;1931;p87"/>
            <p:cNvSpPr/>
            <p:nvPr/>
          </p:nvSpPr>
          <p:spPr>
            <a:xfrm>
              <a:off x="7476250" y="2817913"/>
              <a:ext cx="589715" cy="590090"/>
            </a:xfrm>
            <a:custGeom>
              <a:avLst/>
              <a:gdLst/>
              <a:ahLst/>
              <a:cxnLst/>
              <a:rect l="l" t="t" r="r" b="b"/>
              <a:pathLst>
                <a:path w="4725" h="4728" extrusionOk="0">
                  <a:moveTo>
                    <a:pt x="2358" y="0"/>
                  </a:moveTo>
                  <a:cubicBezTo>
                    <a:pt x="1050" y="0"/>
                    <a:pt x="0" y="1064"/>
                    <a:pt x="0" y="2358"/>
                  </a:cubicBezTo>
                  <a:cubicBezTo>
                    <a:pt x="0" y="3666"/>
                    <a:pt x="1050" y="4727"/>
                    <a:pt x="2358" y="4727"/>
                  </a:cubicBezTo>
                  <a:cubicBezTo>
                    <a:pt x="3663" y="4727"/>
                    <a:pt x="4724" y="3666"/>
                    <a:pt x="4724" y="2358"/>
                  </a:cubicBezTo>
                  <a:cubicBezTo>
                    <a:pt x="4724" y="1064"/>
                    <a:pt x="3663" y="0"/>
                    <a:pt x="235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2" name="Google Shape;1932;p87"/>
            <p:cNvSpPr/>
            <p:nvPr/>
          </p:nvSpPr>
          <p:spPr>
            <a:xfrm>
              <a:off x="7387388" y="2729176"/>
              <a:ext cx="765944" cy="766193"/>
            </a:xfrm>
            <a:custGeom>
              <a:avLst/>
              <a:gdLst/>
              <a:ahLst/>
              <a:cxnLst/>
              <a:rect l="l" t="t" r="r" b="b"/>
              <a:pathLst>
                <a:path w="6137" h="6139" extrusionOk="0">
                  <a:moveTo>
                    <a:pt x="3070" y="851"/>
                  </a:moveTo>
                  <a:cubicBezTo>
                    <a:pt x="4294" y="851"/>
                    <a:pt x="5285" y="1845"/>
                    <a:pt x="5285" y="3069"/>
                  </a:cubicBezTo>
                  <a:cubicBezTo>
                    <a:pt x="5285" y="4296"/>
                    <a:pt x="4294" y="5298"/>
                    <a:pt x="3070" y="5298"/>
                  </a:cubicBezTo>
                  <a:cubicBezTo>
                    <a:pt x="2580" y="5298"/>
                    <a:pt x="2123" y="5136"/>
                    <a:pt x="1751" y="4856"/>
                  </a:cubicBezTo>
                  <a:cubicBezTo>
                    <a:pt x="1202" y="4458"/>
                    <a:pt x="852" y="3806"/>
                    <a:pt x="852" y="3069"/>
                  </a:cubicBezTo>
                  <a:cubicBezTo>
                    <a:pt x="852" y="2347"/>
                    <a:pt x="1202" y="1691"/>
                    <a:pt x="1751" y="1285"/>
                  </a:cubicBezTo>
                  <a:cubicBezTo>
                    <a:pt x="2123" y="1017"/>
                    <a:pt x="2580" y="851"/>
                    <a:pt x="3070" y="851"/>
                  </a:cubicBezTo>
                  <a:close/>
                  <a:moveTo>
                    <a:pt x="3070" y="0"/>
                  </a:moveTo>
                  <a:cubicBezTo>
                    <a:pt x="2345" y="0"/>
                    <a:pt x="1670" y="258"/>
                    <a:pt x="1143" y="689"/>
                  </a:cubicBezTo>
                  <a:cubicBezTo>
                    <a:pt x="443" y="1249"/>
                    <a:pt x="1" y="2111"/>
                    <a:pt x="1" y="3069"/>
                  </a:cubicBezTo>
                  <a:cubicBezTo>
                    <a:pt x="1" y="4038"/>
                    <a:pt x="443" y="4901"/>
                    <a:pt x="1143" y="5461"/>
                  </a:cubicBezTo>
                  <a:cubicBezTo>
                    <a:pt x="1670" y="5892"/>
                    <a:pt x="2345" y="6138"/>
                    <a:pt x="3070" y="6138"/>
                  </a:cubicBezTo>
                  <a:cubicBezTo>
                    <a:pt x="4761" y="6138"/>
                    <a:pt x="6136" y="4772"/>
                    <a:pt x="6136" y="3069"/>
                  </a:cubicBezTo>
                  <a:cubicBezTo>
                    <a:pt x="6136" y="1378"/>
                    <a:pt x="4761" y="0"/>
                    <a:pt x="307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3" name="Google Shape;1933;p87"/>
            <p:cNvSpPr/>
            <p:nvPr/>
          </p:nvSpPr>
          <p:spPr>
            <a:xfrm>
              <a:off x="7946645" y="3600075"/>
              <a:ext cx="757082" cy="237384"/>
            </a:xfrm>
            <a:custGeom>
              <a:avLst/>
              <a:gdLst/>
              <a:ahLst/>
              <a:cxnLst/>
              <a:rect l="l" t="t" r="r" b="b"/>
              <a:pathLst>
                <a:path w="6066" h="1902" extrusionOk="0">
                  <a:moveTo>
                    <a:pt x="944" y="0"/>
                  </a:moveTo>
                  <a:cubicBezTo>
                    <a:pt x="420" y="0"/>
                    <a:pt x="0" y="420"/>
                    <a:pt x="0" y="944"/>
                  </a:cubicBezTo>
                  <a:cubicBezTo>
                    <a:pt x="0" y="1470"/>
                    <a:pt x="420" y="1902"/>
                    <a:pt x="944" y="1902"/>
                  </a:cubicBezTo>
                  <a:lnTo>
                    <a:pt x="5122" y="1902"/>
                  </a:lnTo>
                  <a:cubicBezTo>
                    <a:pt x="5645" y="1902"/>
                    <a:pt x="6065" y="1470"/>
                    <a:pt x="6065" y="944"/>
                  </a:cubicBezTo>
                  <a:cubicBezTo>
                    <a:pt x="6065" y="420"/>
                    <a:pt x="5645" y="0"/>
                    <a:pt x="512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4" name="Google Shape;1934;p87"/>
            <p:cNvSpPr/>
            <p:nvPr/>
          </p:nvSpPr>
          <p:spPr>
            <a:xfrm>
              <a:off x="8023776" y="3635021"/>
              <a:ext cx="166244" cy="166119"/>
            </a:xfrm>
            <a:custGeom>
              <a:avLst/>
              <a:gdLst/>
              <a:ahLst/>
              <a:cxnLst/>
              <a:rect l="l" t="t" r="r" b="b"/>
              <a:pathLst>
                <a:path w="1332" h="1331" extrusionOk="0">
                  <a:moveTo>
                    <a:pt x="665" y="0"/>
                  </a:moveTo>
                  <a:cubicBezTo>
                    <a:pt x="292" y="0"/>
                    <a:pt x="1" y="303"/>
                    <a:pt x="1" y="664"/>
                  </a:cubicBezTo>
                  <a:cubicBezTo>
                    <a:pt x="1" y="1039"/>
                    <a:pt x="292" y="1330"/>
                    <a:pt x="665" y="1330"/>
                  </a:cubicBezTo>
                  <a:cubicBezTo>
                    <a:pt x="1026" y="1330"/>
                    <a:pt x="1331" y="1039"/>
                    <a:pt x="1331" y="664"/>
                  </a:cubicBezTo>
                  <a:cubicBezTo>
                    <a:pt x="1331" y="303"/>
                    <a:pt x="1026" y="0"/>
                    <a:pt x="6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5" name="Google Shape;1935;p87"/>
            <p:cNvSpPr/>
            <p:nvPr/>
          </p:nvSpPr>
          <p:spPr>
            <a:xfrm>
              <a:off x="7946645" y="3889751"/>
              <a:ext cx="757082" cy="237509"/>
            </a:xfrm>
            <a:custGeom>
              <a:avLst/>
              <a:gdLst/>
              <a:ahLst/>
              <a:cxnLst/>
              <a:rect l="l" t="t" r="r" b="b"/>
              <a:pathLst>
                <a:path w="6066" h="1903" extrusionOk="0">
                  <a:moveTo>
                    <a:pt x="944" y="1"/>
                  </a:moveTo>
                  <a:cubicBezTo>
                    <a:pt x="420" y="1"/>
                    <a:pt x="0" y="432"/>
                    <a:pt x="0" y="958"/>
                  </a:cubicBezTo>
                  <a:cubicBezTo>
                    <a:pt x="0" y="1482"/>
                    <a:pt x="420" y="1902"/>
                    <a:pt x="944" y="1902"/>
                  </a:cubicBezTo>
                  <a:lnTo>
                    <a:pt x="5122" y="1902"/>
                  </a:lnTo>
                  <a:cubicBezTo>
                    <a:pt x="5645" y="1902"/>
                    <a:pt x="6065" y="1482"/>
                    <a:pt x="6065" y="958"/>
                  </a:cubicBezTo>
                  <a:cubicBezTo>
                    <a:pt x="6065" y="432"/>
                    <a:pt x="5645" y="1"/>
                    <a:pt x="512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6" name="Google Shape;1936;p87"/>
            <p:cNvSpPr/>
            <p:nvPr/>
          </p:nvSpPr>
          <p:spPr>
            <a:xfrm>
              <a:off x="8462096" y="3926069"/>
              <a:ext cx="166119" cy="166244"/>
            </a:xfrm>
            <a:custGeom>
              <a:avLst/>
              <a:gdLst/>
              <a:ahLst/>
              <a:cxnLst/>
              <a:rect l="l" t="t" r="r" b="b"/>
              <a:pathLst>
                <a:path w="1331" h="1332" extrusionOk="0">
                  <a:moveTo>
                    <a:pt x="664" y="1"/>
                  </a:moveTo>
                  <a:cubicBezTo>
                    <a:pt x="292" y="1"/>
                    <a:pt x="0" y="292"/>
                    <a:pt x="0" y="667"/>
                  </a:cubicBezTo>
                  <a:cubicBezTo>
                    <a:pt x="0" y="1029"/>
                    <a:pt x="292" y="1331"/>
                    <a:pt x="664" y="1331"/>
                  </a:cubicBezTo>
                  <a:cubicBezTo>
                    <a:pt x="1025" y="1331"/>
                    <a:pt x="1331" y="1029"/>
                    <a:pt x="1331" y="667"/>
                  </a:cubicBezTo>
                  <a:cubicBezTo>
                    <a:pt x="1331" y="292"/>
                    <a:pt x="1025" y="1"/>
                    <a:pt x="66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7" name="Google Shape;1937;p87"/>
            <p:cNvSpPr/>
            <p:nvPr/>
          </p:nvSpPr>
          <p:spPr>
            <a:xfrm rot="6930745">
              <a:off x="4091773" y="4912129"/>
              <a:ext cx="257603" cy="258103"/>
            </a:xfrm>
            <a:custGeom>
              <a:avLst/>
              <a:gdLst/>
              <a:ahLst/>
              <a:cxnLst/>
              <a:rect l="l" t="t" r="r" b="b"/>
              <a:pathLst>
                <a:path w="2064" h="2068" extrusionOk="0">
                  <a:moveTo>
                    <a:pt x="1028" y="737"/>
                  </a:moveTo>
                  <a:cubicBezTo>
                    <a:pt x="1190" y="737"/>
                    <a:pt x="1330" y="866"/>
                    <a:pt x="1330" y="1039"/>
                  </a:cubicBezTo>
                  <a:cubicBezTo>
                    <a:pt x="1330" y="1205"/>
                    <a:pt x="1190" y="1345"/>
                    <a:pt x="1028" y="1345"/>
                  </a:cubicBezTo>
                  <a:cubicBezTo>
                    <a:pt x="863" y="1345"/>
                    <a:pt x="723" y="1205"/>
                    <a:pt x="723" y="1039"/>
                  </a:cubicBezTo>
                  <a:cubicBezTo>
                    <a:pt x="723" y="866"/>
                    <a:pt x="863" y="737"/>
                    <a:pt x="1028" y="737"/>
                  </a:cubicBezTo>
                  <a:close/>
                  <a:moveTo>
                    <a:pt x="899" y="0"/>
                  </a:moveTo>
                  <a:cubicBezTo>
                    <a:pt x="874" y="0"/>
                    <a:pt x="851" y="26"/>
                    <a:pt x="840" y="48"/>
                  </a:cubicBezTo>
                  <a:lnTo>
                    <a:pt x="781" y="281"/>
                  </a:lnTo>
                  <a:cubicBezTo>
                    <a:pt x="748" y="306"/>
                    <a:pt x="700" y="317"/>
                    <a:pt x="664" y="339"/>
                  </a:cubicBezTo>
                  <a:lnTo>
                    <a:pt x="454" y="211"/>
                  </a:lnTo>
                  <a:cubicBezTo>
                    <a:pt x="445" y="206"/>
                    <a:pt x="436" y="203"/>
                    <a:pt x="427" y="203"/>
                  </a:cubicBezTo>
                  <a:cubicBezTo>
                    <a:pt x="413" y="203"/>
                    <a:pt x="399" y="209"/>
                    <a:pt x="384" y="225"/>
                  </a:cubicBezTo>
                  <a:lnTo>
                    <a:pt x="210" y="398"/>
                  </a:lnTo>
                  <a:cubicBezTo>
                    <a:pt x="188" y="409"/>
                    <a:pt x="188" y="446"/>
                    <a:pt x="199" y="468"/>
                  </a:cubicBezTo>
                  <a:lnTo>
                    <a:pt x="328" y="678"/>
                  </a:lnTo>
                  <a:cubicBezTo>
                    <a:pt x="303" y="715"/>
                    <a:pt x="291" y="759"/>
                    <a:pt x="280" y="796"/>
                  </a:cubicBezTo>
                  <a:lnTo>
                    <a:pt x="48" y="855"/>
                  </a:lnTo>
                  <a:cubicBezTo>
                    <a:pt x="11" y="866"/>
                    <a:pt x="0" y="888"/>
                    <a:pt x="0" y="911"/>
                  </a:cubicBezTo>
                  <a:lnTo>
                    <a:pt x="0" y="1157"/>
                  </a:lnTo>
                  <a:cubicBezTo>
                    <a:pt x="0" y="1179"/>
                    <a:pt x="11" y="1216"/>
                    <a:pt x="48" y="1216"/>
                  </a:cubicBezTo>
                  <a:lnTo>
                    <a:pt x="280" y="1275"/>
                  </a:lnTo>
                  <a:cubicBezTo>
                    <a:pt x="291" y="1319"/>
                    <a:pt x="303" y="1356"/>
                    <a:pt x="328" y="1401"/>
                  </a:cubicBezTo>
                  <a:lnTo>
                    <a:pt x="199" y="1599"/>
                  </a:lnTo>
                  <a:cubicBezTo>
                    <a:pt x="188" y="1625"/>
                    <a:pt x="188" y="1658"/>
                    <a:pt x="210" y="1681"/>
                  </a:cubicBezTo>
                  <a:lnTo>
                    <a:pt x="384" y="1846"/>
                  </a:lnTo>
                  <a:cubicBezTo>
                    <a:pt x="399" y="1859"/>
                    <a:pt x="412" y="1864"/>
                    <a:pt x="426" y="1864"/>
                  </a:cubicBezTo>
                  <a:cubicBezTo>
                    <a:pt x="435" y="1864"/>
                    <a:pt x="445" y="1862"/>
                    <a:pt x="454" y="1857"/>
                  </a:cubicBezTo>
                  <a:lnTo>
                    <a:pt x="664" y="1739"/>
                  </a:lnTo>
                  <a:cubicBezTo>
                    <a:pt x="700" y="1751"/>
                    <a:pt x="748" y="1776"/>
                    <a:pt x="781" y="1787"/>
                  </a:cubicBezTo>
                  <a:lnTo>
                    <a:pt x="840" y="2019"/>
                  </a:lnTo>
                  <a:cubicBezTo>
                    <a:pt x="851" y="2045"/>
                    <a:pt x="874" y="2067"/>
                    <a:pt x="899" y="2067"/>
                  </a:cubicBezTo>
                  <a:lnTo>
                    <a:pt x="1143" y="2067"/>
                  </a:lnTo>
                  <a:cubicBezTo>
                    <a:pt x="1179" y="2067"/>
                    <a:pt x="1201" y="2045"/>
                    <a:pt x="1201" y="2019"/>
                  </a:cubicBezTo>
                  <a:lnTo>
                    <a:pt x="1260" y="1787"/>
                  </a:lnTo>
                  <a:cubicBezTo>
                    <a:pt x="1308" y="1776"/>
                    <a:pt x="1341" y="1751"/>
                    <a:pt x="1389" y="1739"/>
                  </a:cubicBezTo>
                  <a:lnTo>
                    <a:pt x="1588" y="1857"/>
                  </a:lnTo>
                  <a:cubicBezTo>
                    <a:pt x="1602" y="1862"/>
                    <a:pt x="1614" y="1864"/>
                    <a:pt x="1625" y="1864"/>
                  </a:cubicBezTo>
                  <a:cubicBezTo>
                    <a:pt x="1641" y="1864"/>
                    <a:pt x="1654" y="1859"/>
                    <a:pt x="1669" y="1846"/>
                  </a:cubicBezTo>
                  <a:lnTo>
                    <a:pt x="1843" y="1681"/>
                  </a:lnTo>
                  <a:cubicBezTo>
                    <a:pt x="1854" y="1658"/>
                    <a:pt x="1868" y="1625"/>
                    <a:pt x="1843" y="1599"/>
                  </a:cubicBezTo>
                  <a:lnTo>
                    <a:pt x="1728" y="1401"/>
                  </a:lnTo>
                  <a:cubicBezTo>
                    <a:pt x="1739" y="1356"/>
                    <a:pt x="1761" y="1319"/>
                    <a:pt x="1773" y="1275"/>
                  </a:cubicBezTo>
                  <a:lnTo>
                    <a:pt x="2019" y="1216"/>
                  </a:lnTo>
                  <a:cubicBezTo>
                    <a:pt x="2042" y="1216"/>
                    <a:pt x="2064" y="1179"/>
                    <a:pt x="2064" y="1157"/>
                  </a:cubicBezTo>
                  <a:lnTo>
                    <a:pt x="2064" y="911"/>
                  </a:lnTo>
                  <a:cubicBezTo>
                    <a:pt x="2064" y="888"/>
                    <a:pt x="2042" y="866"/>
                    <a:pt x="2019" y="855"/>
                  </a:cubicBezTo>
                  <a:lnTo>
                    <a:pt x="1773" y="796"/>
                  </a:lnTo>
                  <a:cubicBezTo>
                    <a:pt x="1761" y="759"/>
                    <a:pt x="1739" y="715"/>
                    <a:pt x="1728" y="678"/>
                  </a:cubicBezTo>
                  <a:lnTo>
                    <a:pt x="1843" y="468"/>
                  </a:lnTo>
                  <a:cubicBezTo>
                    <a:pt x="1868" y="446"/>
                    <a:pt x="1854" y="409"/>
                    <a:pt x="1843" y="398"/>
                  </a:cubicBezTo>
                  <a:lnTo>
                    <a:pt x="1669" y="225"/>
                  </a:lnTo>
                  <a:cubicBezTo>
                    <a:pt x="1654" y="209"/>
                    <a:pt x="1640" y="203"/>
                    <a:pt x="1624" y="203"/>
                  </a:cubicBezTo>
                  <a:cubicBezTo>
                    <a:pt x="1613" y="203"/>
                    <a:pt x="1601" y="206"/>
                    <a:pt x="1588" y="211"/>
                  </a:cubicBezTo>
                  <a:lnTo>
                    <a:pt x="1389" y="339"/>
                  </a:lnTo>
                  <a:cubicBezTo>
                    <a:pt x="1341" y="317"/>
                    <a:pt x="1308" y="306"/>
                    <a:pt x="1260" y="281"/>
                  </a:cubicBezTo>
                  <a:lnTo>
                    <a:pt x="1201" y="48"/>
                  </a:lnTo>
                  <a:cubicBezTo>
                    <a:pt x="1201" y="26"/>
                    <a:pt x="1179" y="0"/>
                    <a:pt x="114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38" name="Google Shape;1938;p87"/>
            <p:cNvSpPr/>
            <p:nvPr/>
          </p:nvSpPr>
          <p:spPr>
            <a:xfrm>
              <a:off x="6183319" y="2362120"/>
              <a:ext cx="632025" cy="630652"/>
            </a:xfrm>
            <a:custGeom>
              <a:avLst/>
              <a:gdLst/>
              <a:ahLst/>
              <a:cxnLst/>
              <a:rect l="l" t="t" r="r" b="b"/>
              <a:pathLst>
                <a:path w="5064" h="5053" extrusionOk="0">
                  <a:moveTo>
                    <a:pt x="2532" y="1"/>
                  </a:moveTo>
                  <a:cubicBezTo>
                    <a:pt x="1132" y="1"/>
                    <a:pt x="1" y="1132"/>
                    <a:pt x="1" y="2521"/>
                  </a:cubicBezTo>
                  <a:cubicBezTo>
                    <a:pt x="1" y="3921"/>
                    <a:pt x="1132" y="5052"/>
                    <a:pt x="2532" y="5052"/>
                  </a:cubicBezTo>
                  <a:cubicBezTo>
                    <a:pt x="3932" y="5052"/>
                    <a:pt x="5063" y="3921"/>
                    <a:pt x="5063" y="2521"/>
                  </a:cubicBezTo>
                  <a:cubicBezTo>
                    <a:pt x="5063" y="1132"/>
                    <a:pt x="3932" y="1"/>
                    <a:pt x="253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9" name="Google Shape;1939;p87"/>
            <p:cNvSpPr/>
            <p:nvPr/>
          </p:nvSpPr>
          <p:spPr>
            <a:xfrm>
              <a:off x="6302509" y="2481685"/>
              <a:ext cx="393268" cy="391896"/>
            </a:xfrm>
            <a:custGeom>
              <a:avLst/>
              <a:gdLst/>
              <a:ahLst/>
              <a:cxnLst/>
              <a:rect l="l" t="t" r="r" b="b"/>
              <a:pathLst>
                <a:path w="3151" h="3140" extrusionOk="0">
                  <a:moveTo>
                    <a:pt x="1577" y="1"/>
                  </a:moveTo>
                  <a:cubicBezTo>
                    <a:pt x="701" y="1"/>
                    <a:pt x="1" y="701"/>
                    <a:pt x="1" y="1563"/>
                  </a:cubicBezTo>
                  <a:cubicBezTo>
                    <a:pt x="1" y="2440"/>
                    <a:pt x="701" y="3140"/>
                    <a:pt x="1577" y="3140"/>
                  </a:cubicBezTo>
                  <a:cubicBezTo>
                    <a:pt x="2440" y="3140"/>
                    <a:pt x="3151" y="2440"/>
                    <a:pt x="3151" y="1563"/>
                  </a:cubicBezTo>
                  <a:cubicBezTo>
                    <a:pt x="3151" y="701"/>
                    <a:pt x="2440" y="1"/>
                    <a:pt x="157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0" name="Google Shape;1940;p87"/>
            <p:cNvSpPr/>
            <p:nvPr/>
          </p:nvSpPr>
          <p:spPr>
            <a:xfrm>
              <a:off x="6471622" y="2769987"/>
              <a:ext cx="55415" cy="26334"/>
            </a:xfrm>
            <a:custGeom>
              <a:avLst/>
              <a:gdLst/>
              <a:ahLst/>
              <a:cxnLst/>
              <a:rect l="l" t="t" r="r" b="b"/>
              <a:pathLst>
                <a:path w="444" h="211" extrusionOk="0">
                  <a:moveTo>
                    <a:pt x="1" y="1"/>
                  </a:moveTo>
                  <a:lnTo>
                    <a:pt x="1" y="1"/>
                  </a:lnTo>
                  <a:cubicBezTo>
                    <a:pt x="12" y="118"/>
                    <a:pt x="104" y="211"/>
                    <a:pt x="222" y="211"/>
                  </a:cubicBezTo>
                  <a:cubicBezTo>
                    <a:pt x="337" y="211"/>
                    <a:pt x="432" y="118"/>
                    <a:pt x="443" y="1"/>
                  </a:cubicBezTo>
                  <a:lnTo>
                    <a:pt x="443" y="1"/>
                  </a:lnTo>
                  <a:cubicBezTo>
                    <a:pt x="351" y="12"/>
                    <a:pt x="267" y="12"/>
                    <a:pt x="222" y="12"/>
                  </a:cubicBezTo>
                  <a:cubicBezTo>
                    <a:pt x="174" y="12"/>
                    <a:pt x="93" y="12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1" name="Google Shape;1941;p87"/>
            <p:cNvSpPr/>
            <p:nvPr/>
          </p:nvSpPr>
          <p:spPr>
            <a:xfrm>
              <a:off x="6427940" y="2558940"/>
              <a:ext cx="141407" cy="141282"/>
            </a:xfrm>
            <a:custGeom>
              <a:avLst/>
              <a:gdLst/>
              <a:ahLst/>
              <a:cxnLst/>
              <a:rect l="l" t="t" r="r" b="b"/>
              <a:pathLst>
                <a:path w="1133" h="1132" extrusionOk="0">
                  <a:moveTo>
                    <a:pt x="572" y="0"/>
                  </a:moveTo>
                  <a:cubicBezTo>
                    <a:pt x="303" y="0"/>
                    <a:pt x="93" y="210"/>
                    <a:pt x="93" y="479"/>
                  </a:cubicBezTo>
                  <a:cubicBezTo>
                    <a:pt x="93" y="675"/>
                    <a:pt x="71" y="874"/>
                    <a:pt x="1" y="1062"/>
                  </a:cubicBezTo>
                  <a:cubicBezTo>
                    <a:pt x="152" y="1095"/>
                    <a:pt x="337" y="1132"/>
                    <a:pt x="572" y="1132"/>
                  </a:cubicBezTo>
                  <a:cubicBezTo>
                    <a:pt x="804" y="1132"/>
                    <a:pt x="992" y="1095"/>
                    <a:pt x="1132" y="1062"/>
                  </a:cubicBezTo>
                  <a:cubicBezTo>
                    <a:pt x="1073" y="874"/>
                    <a:pt x="1037" y="675"/>
                    <a:pt x="1037" y="479"/>
                  </a:cubicBezTo>
                  <a:cubicBezTo>
                    <a:pt x="1037" y="210"/>
                    <a:pt x="827" y="0"/>
                    <a:pt x="57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2" name="Google Shape;1942;p87"/>
            <p:cNvSpPr/>
            <p:nvPr/>
          </p:nvSpPr>
          <p:spPr>
            <a:xfrm>
              <a:off x="6410467" y="2706087"/>
              <a:ext cx="177726" cy="49424"/>
            </a:xfrm>
            <a:custGeom>
              <a:avLst/>
              <a:gdLst/>
              <a:ahLst/>
              <a:cxnLst/>
              <a:rect l="l" t="t" r="r" b="b"/>
              <a:pathLst>
                <a:path w="1424" h="396" extrusionOk="0">
                  <a:moveTo>
                    <a:pt x="104" y="0"/>
                  </a:moveTo>
                  <a:cubicBezTo>
                    <a:pt x="71" y="56"/>
                    <a:pt x="46" y="126"/>
                    <a:pt x="12" y="185"/>
                  </a:cubicBezTo>
                  <a:cubicBezTo>
                    <a:pt x="1" y="210"/>
                    <a:pt x="1" y="222"/>
                    <a:pt x="1" y="222"/>
                  </a:cubicBezTo>
                  <a:cubicBezTo>
                    <a:pt x="1" y="314"/>
                    <a:pt x="314" y="395"/>
                    <a:pt x="712" y="395"/>
                  </a:cubicBezTo>
                  <a:cubicBezTo>
                    <a:pt x="1107" y="395"/>
                    <a:pt x="1423" y="314"/>
                    <a:pt x="1423" y="222"/>
                  </a:cubicBezTo>
                  <a:cubicBezTo>
                    <a:pt x="1423" y="222"/>
                    <a:pt x="1412" y="210"/>
                    <a:pt x="1401" y="185"/>
                  </a:cubicBezTo>
                  <a:cubicBezTo>
                    <a:pt x="1376" y="126"/>
                    <a:pt x="1342" y="56"/>
                    <a:pt x="1317" y="0"/>
                  </a:cubicBezTo>
                  <a:cubicBezTo>
                    <a:pt x="1143" y="45"/>
                    <a:pt x="933" y="82"/>
                    <a:pt x="712" y="82"/>
                  </a:cubicBezTo>
                  <a:cubicBezTo>
                    <a:pt x="491" y="82"/>
                    <a:pt x="281" y="45"/>
                    <a:pt x="10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3" name="Google Shape;1943;p87"/>
            <p:cNvSpPr/>
            <p:nvPr/>
          </p:nvSpPr>
          <p:spPr>
            <a:xfrm>
              <a:off x="7519932" y="2282132"/>
              <a:ext cx="1182426" cy="369929"/>
            </a:xfrm>
            <a:custGeom>
              <a:avLst/>
              <a:gdLst/>
              <a:ahLst/>
              <a:cxnLst/>
              <a:rect l="l" t="t" r="r" b="b"/>
              <a:pathLst>
                <a:path w="9474" h="2964" extrusionOk="0">
                  <a:moveTo>
                    <a:pt x="339" y="1"/>
                  </a:moveTo>
                  <a:cubicBezTo>
                    <a:pt x="151" y="1"/>
                    <a:pt x="0" y="152"/>
                    <a:pt x="0" y="351"/>
                  </a:cubicBezTo>
                  <a:lnTo>
                    <a:pt x="0" y="2625"/>
                  </a:lnTo>
                  <a:cubicBezTo>
                    <a:pt x="0" y="2812"/>
                    <a:pt x="151" y="2964"/>
                    <a:pt x="339" y="2964"/>
                  </a:cubicBezTo>
                  <a:lnTo>
                    <a:pt x="9134" y="2964"/>
                  </a:lnTo>
                  <a:cubicBezTo>
                    <a:pt x="9322" y="2964"/>
                    <a:pt x="9473" y="2812"/>
                    <a:pt x="9473" y="2625"/>
                  </a:cubicBezTo>
                  <a:lnTo>
                    <a:pt x="9473" y="351"/>
                  </a:lnTo>
                  <a:cubicBezTo>
                    <a:pt x="9473" y="152"/>
                    <a:pt x="9322" y="1"/>
                    <a:pt x="9134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4EB3E4">
                    <a:alpha val="57647"/>
                  </a:srgbClr>
                </a:gs>
              </a:gsLst>
              <a:lin ang="5400700" scaled="0"/>
            </a:gra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4" name="Google Shape;1944;p87"/>
            <p:cNvSpPr/>
            <p:nvPr/>
          </p:nvSpPr>
          <p:spPr>
            <a:xfrm>
              <a:off x="7768671" y="2367874"/>
              <a:ext cx="684819" cy="64401"/>
            </a:xfrm>
            <a:custGeom>
              <a:avLst/>
              <a:gdLst/>
              <a:ahLst/>
              <a:cxnLst/>
              <a:rect l="l" t="t" r="r" b="b"/>
              <a:pathLst>
                <a:path w="5487" h="516" extrusionOk="0">
                  <a:moveTo>
                    <a:pt x="258" y="0"/>
                  </a:moveTo>
                  <a:cubicBezTo>
                    <a:pt x="118" y="0"/>
                    <a:pt x="1" y="118"/>
                    <a:pt x="1" y="258"/>
                  </a:cubicBezTo>
                  <a:cubicBezTo>
                    <a:pt x="1" y="398"/>
                    <a:pt x="118" y="515"/>
                    <a:pt x="258" y="515"/>
                  </a:cubicBezTo>
                  <a:lnTo>
                    <a:pt x="5229" y="515"/>
                  </a:lnTo>
                  <a:cubicBezTo>
                    <a:pt x="5369" y="515"/>
                    <a:pt x="5486" y="398"/>
                    <a:pt x="5486" y="258"/>
                  </a:cubicBezTo>
                  <a:cubicBezTo>
                    <a:pt x="5486" y="118"/>
                    <a:pt x="5369" y="0"/>
                    <a:pt x="522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5" name="Google Shape;1945;p87"/>
            <p:cNvSpPr/>
            <p:nvPr/>
          </p:nvSpPr>
          <p:spPr>
            <a:xfrm>
              <a:off x="7933291" y="2506160"/>
              <a:ext cx="355577" cy="64525"/>
            </a:xfrm>
            <a:custGeom>
              <a:avLst/>
              <a:gdLst/>
              <a:ahLst/>
              <a:cxnLst/>
              <a:rect l="l" t="t" r="r" b="b"/>
              <a:pathLst>
                <a:path w="2849" h="517" extrusionOk="0">
                  <a:moveTo>
                    <a:pt x="258" y="1"/>
                  </a:moveTo>
                  <a:cubicBezTo>
                    <a:pt x="118" y="1"/>
                    <a:pt x="1" y="119"/>
                    <a:pt x="1" y="259"/>
                  </a:cubicBezTo>
                  <a:cubicBezTo>
                    <a:pt x="1" y="399"/>
                    <a:pt x="118" y="516"/>
                    <a:pt x="258" y="516"/>
                  </a:cubicBezTo>
                  <a:lnTo>
                    <a:pt x="2591" y="516"/>
                  </a:lnTo>
                  <a:cubicBezTo>
                    <a:pt x="2731" y="516"/>
                    <a:pt x="2849" y="399"/>
                    <a:pt x="2849" y="259"/>
                  </a:cubicBezTo>
                  <a:cubicBezTo>
                    <a:pt x="2849" y="119"/>
                    <a:pt x="2731" y="1"/>
                    <a:pt x="259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6" name="Google Shape;1946;p87"/>
            <p:cNvSpPr/>
            <p:nvPr/>
          </p:nvSpPr>
          <p:spPr>
            <a:xfrm>
              <a:off x="7387388" y="2815043"/>
              <a:ext cx="218538" cy="595706"/>
            </a:xfrm>
            <a:custGeom>
              <a:avLst/>
              <a:gdLst/>
              <a:ahLst/>
              <a:cxnLst/>
              <a:rect l="l" t="t" r="r" b="b"/>
              <a:pathLst>
                <a:path w="1751" h="4773" extrusionOk="0">
                  <a:moveTo>
                    <a:pt x="1143" y="1"/>
                  </a:moveTo>
                  <a:cubicBezTo>
                    <a:pt x="443" y="561"/>
                    <a:pt x="1" y="1423"/>
                    <a:pt x="1" y="2381"/>
                  </a:cubicBezTo>
                  <a:cubicBezTo>
                    <a:pt x="1" y="3350"/>
                    <a:pt x="443" y="4213"/>
                    <a:pt x="1143" y="4773"/>
                  </a:cubicBezTo>
                  <a:cubicBezTo>
                    <a:pt x="1353" y="4574"/>
                    <a:pt x="1552" y="4378"/>
                    <a:pt x="1751" y="4168"/>
                  </a:cubicBezTo>
                  <a:cubicBezTo>
                    <a:pt x="1202" y="3770"/>
                    <a:pt x="852" y="3118"/>
                    <a:pt x="852" y="2381"/>
                  </a:cubicBezTo>
                  <a:cubicBezTo>
                    <a:pt x="852" y="1659"/>
                    <a:pt x="1202" y="1003"/>
                    <a:pt x="1751" y="597"/>
                  </a:cubicBezTo>
                  <a:cubicBezTo>
                    <a:pt x="1552" y="399"/>
                    <a:pt x="1353" y="200"/>
                    <a:pt x="114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47" name="Google Shape;1947;p87"/>
          <p:cNvGrpSpPr/>
          <p:nvPr/>
        </p:nvGrpSpPr>
        <p:grpSpPr>
          <a:xfrm>
            <a:off x="339575" y="1036633"/>
            <a:ext cx="396150" cy="360700"/>
            <a:chOff x="1615925" y="2456425"/>
            <a:chExt cx="396150" cy="360700"/>
          </a:xfrm>
        </p:grpSpPr>
        <p:sp>
          <p:nvSpPr>
            <p:cNvPr id="1948" name="Google Shape;1948;p87"/>
            <p:cNvSpPr/>
            <p:nvPr/>
          </p:nvSpPr>
          <p:spPr>
            <a:xfrm>
              <a:off x="1615925" y="2456425"/>
              <a:ext cx="396150" cy="360700"/>
            </a:xfrm>
            <a:custGeom>
              <a:avLst/>
              <a:gdLst/>
              <a:ahLst/>
              <a:cxnLst/>
              <a:rect l="l" t="t" r="r" b="b"/>
              <a:pathLst>
                <a:path w="15846" h="14428" extrusionOk="0">
                  <a:moveTo>
                    <a:pt x="7919" y="1"/>
                  </a:moveTo>
                  <a:cubicBezTo>
                    <a:pt x="6072" y="1"/>
                    <a:pt x="4221" y="709"/>
                    <a:pt x="2803" y="2127"/>
                  </a:cubicBezTo>
                  <a:cubicBezTo>
                    <a:pt x="1" y="4929"/>
                    <a:pt x="1" y="9499"/>
                    <a:pt x="2803" y="12301"/>
                  </a:cubicBezTo>
                  <a:cubicBezTo>
                    <a:pt x="4221" y="13719"/>
                    <a:pt x="6072" y="14428"/>
                    <a:pt x="7919" y="14428"/>
                  </a:cubicBezTo>
                  <a:cubicBezTo>
                    <a:pt x="9766" y="14428"/>
                    <a:pt x="11609" y="13719"/>
                    <a:pt x="13010" y="12301"/>
                  </a:cubicBezTo>
                  <a:cubicBezTo>
                    <a:pt x="15846" y="9499"/>
                    <a:pt x="15846" y="4929"/>
                    <a:pt x="13010" y="2127"/>
                  </a:cubicBezTo>
                  <a:cubicBezTo>
                    <a:pt x="11609" y="709"/>
                    <a:pt x="9766" y="1"/>
                    <a:pt x="791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9" name="Google Shape;1949;p87"/>
            <p:cNvSpPr/>
            <p:nvPr/>
          </p:nvSpPr>
          <p:spPr>
            <a:xfrm>
              <a:off x="1658475" y="2554575"/>
              <a:ext cx="311075" cy="191050"/>
            </a:xfrm>
            <a:custGeom>
              <a:avLst/>
              <a:gdLst/>
              <a:ahLst/>
              <a:cxnLst/>
              <a:rect l="l" t="t" r="r" b="b"/>
              <a:pathLst>
                <a:path w="12443" h="7642" extrusionOk="0">
                  <a:moveTo>
                    <a:pt x="3916" y="1"/>
                  </a:moveTo>
                  <a:cubicBezTo>
                    <a:pt x="3438" y="1"/>
                    <a:pt x="2905" y="200"/>
                    <a:pt x="2335" y="736"/>
                  </a:cubicBezTo>
                  <a:cubicBezTo>
                    <a:pt x="0" y="2971"/>
                    <a:pt x="6238" y="7641"/>
                    <a:pt x="6238" y="7641"/>
                  </a:cubicBezTo>
                  <a:cubicBezTo>
                    <a:pt x="6238" y="7641"/>
                    <a:pt x="12442" y="2971"/>
                    <a:pt x="10107" y="736"/>
                  </a:cubicBezTo>
                  <a:cubicBezTo>
                    <a:pt x="9546" y="200"/>
                    <a:pt x="9019" y="1"/>
                    <a:pt x="8546" y="1"/>
                  </a:cubicBezTo>
                  <a:cubicBezTo>
                    <a:pt x="7164" y="1"/>
                    <a:pt x="6238" y="1704"/>
                    <a:pt x="6238" y="1704"/>
                  </a:cubicBezTo>
                  <a:cubicBezTo>
                    <a:pt x="6238" y="1704"/>
                    <a:pt x="5312" y="1"/>
                    <a:pt x="391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50" name="Google Shape;1950;p87"/>
          <p:cNvSpPr/>
          <p:nvPr/>
        </p:nvSpPr>
        <p:spPr>
          <a:xfrm rot="6409000">
            <a:off x="382125" y="4291775"/>
            <a:ext cx="299275" cy="299275"/>
          </a:xfrm>
          <a:custGeom>
            <a:avLst/>
            <a:gdLst/>
            <a:ahLst/>
            <a:cxnLst/>
            <a:rect l="l" t="t" r="r" b="b"/>
            <a:pathLst>
              <a:path w="10031" h="10031" extrusionOk="0">
                <a:moveTo>
                  <a:pt x="5047" y="3455"/>
                </a:moveTo>
                <a:cubicBezTo>
                  <a:pt x="5309" y="3455"/>
                  <a:pt x="5573" y="3526"/>
                  <a:pt x="5806" y="3678"/>
                </a:cubicBezTo>
                <a:cubicBezTo>
                  <a:pt x="6535" y="4134"/>
                  <a:pt x="6778" y="5046"/>
                  <a:pt x="6353" y="5775"/>
                </a:cubicBezTo>
                <a:cubicBezTo>
                  <a:pt x="6074" y="6254"/>
                  <a:pt x="5572" y="6523"/>
                  <a:pt x="5055" y="6523"/>
                </a:cubicBezTo>
                <a:cubicBezTo>
                  <a:pt x="4783" y="6523"/>
                  <a:pt x="4507" y="6449"/>
                  <a:pt x="4256" y="6292"/>
                </a:cubicBezTo>
                <a:cubicBezTo>
                  <a:pt x="3526" y="5897"/>
                  <a:pt x="3283" y="4924"/>
                  <a:pt x="3739" y="4225"/>
                </a:cubicBezTo>
                <a:cubicBezTo>
                  <a:pt x="4002" y="3739"/>
                  <a:pt x="4522" y="3455"/>
                  <a:pt x="5047" y="3455"/>
                </a:cubicBezTo>
                <a:close/>
                <a:moveTo>
                  <a:pt x="4681" y="0"/>
                </a:moveTo>
                <a:lnTo>
                  <a:pt x="2857" y="456"/>
                </a:lnTo>
                <a:lnTo>
                  <a:pt x="3222" y="1854"/>
                </a:lnTo>
                <a:cubicBezTo>
                  <a:pt x="2979" y="2006"/>
                  <a:pt x="2705" y="2189"/>
                  <a:pt x="2462" y="2432"/>
                </a:cubicBezTo>
                <a:lnTo>
                  <a:pt x="1216" y="1672"/>
                </a:lnTo>
                <a:lnTo>
                  <a:pt x="274" y="3313"/>
                </a:lnTo>
                <a:lnTo>
                  <a:pt x="1520" y="4073"/>
                </a:lnTo>
                <a:cubicBezTo>
                  <a:pt x="1459" y="4377"/>
                  <a:pt x="1398" y="4681"/>
                  <a:pt x="1398" y="4985"/>
                </a:cubicBezTo>
                <a:lnTo>
                  <a:pt x="0" y="5350"/>
                </a:lnTo>
                <a:lnTo>
                  <a:pt x="456" y="7173"/>
                </a:lnTo>
                <a:lnTo>
                  <a:pt x="1854" y="6809"/>
                </a:lnTo>
                <a:cubicBezTo>
                  <a:pt x="2006" y="7052"/>
                  <a:pt x="2189" y="7325"/>
                  <a:pt x="2432" y="7569"/>
                </a:cubicBezTo>
                <a:lnTo>
                  <a:pt x="1672" y="8815"/>
                </a:lnTo>
                <a:lnTo>
                  <a:pt x="3313" y="9757"/>
                </a:lnTo>
                <a:lnTo>
                  <a:pt x="4073" y="8511"/>
                </a:lnTo>
                <a:cubicBezTo>
                  <a:pt x="4377" y="8572"/>
                  <a:pt x="4681" y="8632"/>
                  <a:pt x="4985" y="8632"/>
                </a:cubicBezTo>
                <a:lnTo>
                  <a:pt x="5350" y="10031"/>
                </a:lnTo>
                <a:lnTo>
                  <a:pt x="7174" y="9575"/>
                </a:lnTo>
                <a:lnTo>
                  <a:pt x="6809" y="8176"/>
                </a:lnTo>
                <a:cubicBezTo>
                  <a:pt x="7052" y="8024"/>
                  <a:pt x="7326" y="7812"/>
                  <a:pt x="7569" y="7599"/>
                </a:cubicBezTo>
                <a:lnTo>
                  <a:pt x="8815" y="8359"/>
                </a:lnTo>
                <a:lnTo>
                  <a:pt x="9757" y="6717"/>
                </a:lnTo>
                <a:lnTo>
                  <a:pt x="8511" y="5958"/>
                </a:lnTo>
                <a:cubicBezTo>
                  <a:pt x="8572" y="5654"/>
                  <a:pt x="8633" y="5350"/>
                  <a:pt x="8633" y="5046"/>
                </a:cubicBezTo>
                <a:lnTo>
                  <a:pt x="10031" y="4681"/>
                </a:lnTo>
                <a:lnTo>
                  <a:pt x="9575" y="2857"/>
                </a:lnTo>
                <a:lnTo>
                  <a:pt x="8177" y="3222"/>
                </a:lnTo>
                <a:cubicBezTo>
                  <a:pt x="8025" y="2948"/>
                  <a:pt x="7842" y="2705"/>
                  <a:pt x="7599" y="2462"/>
                </a:cubicBezTo>
                <a:lnTo>
                  <a:pt x="8359" y="1216"/>
                </a:lnTo>
                <a:lnTo>
                  <a:pt x="6718" y="274"/>
                </a:lnTo>
                <a:lnTo>
                  <a:pt x="5958" y="1520"/>
                </a:lnTo>
                <a:cubicBezTo>
                  <a:pt x="5654" y="1429"/>
                  <a:pt x="5350" y="1398"/>
                  <a:pt x="5046" y="1398"/>
                </a:cubicBezTo>
                <a:lnTo>
                  <a:pt x="4681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blurRad="57150" dist="476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1594;p78">
            <a:extLst>
              <a:ext uri="{FF2B5EF4-FFF2-40B4-BE49-F238E27FC236}">
                <a16:creationId xmlns:a16="http://schemas.microsoft.com/office/drawing/2014/main" id="{88CFE1BE-A985-43C3-BCD4-27C498A9443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69959" y="-2727658"/>
            <a:ext cx="4205400" cy="166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0" dirty="0"/>
              <a:t>Правило</a:t>
            </a:r>
            <a:endParaRPr sz="6000" dirty="0"/>
          </a:p>
        </p:txBody>
      </p:sp>
      <p:sp>
        <p:nvSpPr>
          <p:cNvPr id="40" name="Google Shape;1956;p88">
            <a:extLst>
              <a:ext uri="{FF2B5EF4-FFF2-40B4-BE49-F238E27FC236}">
                <a16:creationId xmlns:a16="http://schemas.microsoft.com/office/drawing/2014/main" id="{BEA4E545-C51C-44C0-8C4A-45FFFFCE5070}"/>
              </a:ext>
            </a:extLst>
          </p:cNvPr>
          <p:cNvSpPr txBox="1">
            <a:spLocks/>
          </p:cNvSpPr>
          <p:nvPr/>
        </p:nvSpPr>
        <p:spPr>
          <a:xfrm>
            <a:off x="1260741" y="494774"/>
            <a:ext cx="6781011" cy="44919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rbitron"/>
              <a:buNone/>
              <a:defRPr sz="36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 sz="2400" dirty="0"/>
              <a:t>   Если в интернете пишет незнакомый    человек:</a:t>
            </a:r>
          </a:p>
          <a:p>
            <a:endParaRPr lang="ru-RU" sz="2000" dirty="0"/>
          </a:p>
          <a:p>
            <a:pPr algn="l"/>
            <a:r>
              <a:rPr lang="en-US" sz="2000" dirty="0"/>
              <a:t>-</a:t>
            </a:r>
            <a:r>
              <a:rPr lang="ru-RU" sz="2000" dirty="0"/>
              <a:t>не отвечай ему</a:t>
            </a:r>
          </a:p>
          <a:p>
            <a:pPr algn="l"/>
            <a:r>
              <a:rPr lang="en-US" sz="2000" dirty="0"/>
              <a:t>-</a:t>
            </a:r>
            <a:r>
              <a:rPr lang="ru-RU" sz="2000" dirty="0"/>
              <a:t>не отправляй свои фото </a:t>
            </a:r>
          </a:p>
          <a:p>
            <a:pPr algn="l"/>
            <a:r>
              <a:rPr lang="en-US" sz="2000" dirty="0"/>
              <a:t>-</a:t>
            </a:r>
            <a:r>
              <a:rPr lang="ru-RU" sz="2000" dirty="0"/>
              <a:t>сразу расскажи взрослым</a:t>
            </a:r>
          </a:p>
          <a:p>
            <a:pPr algn="l"/>
            <a:r>
              <a:rPr lang="ru-RU" sz="1800" dirty="0"/>
              <a:t> </a:t>
            </a:r>
          </a:p>
          <a:p>
            <a:r>
              <a:rPr lang="ru-RU" sz="2400" dirty="0"/>
              <a:t>Личная информация — это секрет.</a:t>
            </a:r>
          </a:p>
        </p:txBody>
      </p:sp>
    </p:spTree>
    <p:extLst>
      <p:ext uri="{BB962C8B-B14F-4D97-AF65-F5344CB8AC3E}">
        <p14:creationId xmlns:p14="http://schemas.microsoft.com/office/powerpoint/2010/main" val="25735115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2" name="Google Shape;1592;p78"/>
          <p:cNvSpPr/>
          <p:nvPr/>
        </p:nvSpPr>
        <p:spPr>
          <a:xfrm>
            <a:off x="1552658" y="887775"/>
            <a:ext cx="1159800" cy="808200"/>
          </a:xfrm>
          <a:prstGeom prst="wedgeRoundRectCallout">
            <a:avLst>
              <a:gd name="adj1" fmla="val -17374"/>
              <a:gd name="adj2" fmla="val 73101"/>
              <a:gd name="adj3" fmla="val 0"/>
            </a:avLst>
          </a:prstGeom>
          <a:solidFill>
            <a:schemeClr val="accent3"/>
          </a:solidFill>
          <a:ln>
            <a:noFill/>
          </a:ln>
          <a:effectLst>
            <a:outerShdw blurRad="57150" dist="47625" dir="5400000" algn="bl" rotWithShape="0">
              <a:schemeClr val="dk1">
                <a:alpha val="25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3" name="Google Shape;1593;p78"/>
          <p:cNvSpPr/>
          <p:nvPr/>
        </p:nvSpPr>
        <p:spPr>
          <a:xfrm>
            <a:off x="2846029" y="2232180"/>
            <a:ext cx="3459000" cy="808200"/>
          </a:xfrm>
          <a:prstGeom prst="roundRect">
            <a:avLst>
              <a:gd name="adj" fmla="val 31653"/>
            </a:avLst>
          </a:prstGeom>
          <a:solidFill>
            <a:schemeClr val="lt2"/>
          </a:solidFill>
          <a:ln w="9525" cap="flat" cmpd="sng">
            <a:solidFill>
              <a:srgbClr val="D2D6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47625" dir="5400000" algn="bl" rotWithShape="0">
              <a:schemeClr val="dk1">
                <a:alpha val="24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4" name="Google Shape;1594;p78"/>
          <p:cNvSpPr txBox="1">
            <a:spLocks noGrp="1"/>
          </p:cNvSpPr>
          <p:nvPr>
            <p:ph type="title"/>
          </p:nvPr>
        </p:nvSpPr>
        <p:spPr>
          <a:xfrm>
            <a:off x="2477237" y="461325"/>
            <a:ext cx="4205400" cy="166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600" dirty="0"/>
              <a:t>Правило</a:t>
            </a:r>
            <a:endParaRPr sz="6600" dirty="0"/>
          </a:p>
        </p:txBody>
      </p:sp>
      <p:sp>
        <p:nvSpPr>
          <p:cNvPr id="1595" name="Google Shape;1595;p78"/>
          <p:cNvSpPr txBox="1">
            <a:spLocks noGrp="1"/>
          </p:cNvSpPr>
          <p:nvPr>
            <p:ph type="subTitle" idx="1"/>
          </p:nvPr>
        </p:nvSpPr>
        <p:spPr>
          <a:xfrm>
            <a:off x="2846029" y="2265500"/>
            <a:ext cx="3459000" cy="81437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Aft>
                <a:spcPts val="1200"/>
              </a:spcAft>
            </a:pPr>
            <a:r>
              <a:rPr lang="ru-RU" sz="2000" dirty="0"/>
              <a:t>Не открывай подозрительные ссылки</a:t>
            </a:r>
            <a:endParaRPr sz="2000" dirty="0"/>
          </a:p>
        </p:txBody>
      </p:sp>
      <p:grpSp>
        <p:nvGrpSpPr>
          <p:cNvPr id="1596" name="Google Shape;1596;p78"/>
          <p:cNvGrpSpPr/>
          <p:nvPr/>
        </p:nvGrpSpPr>
        <p:grpSpPr>
          <a:xfrm>
            <a:off x="6782222" y="3381976"/>
            <a:ext cx="1514782" cy="1006855"/>
            <a:chOff x="4981963" y="3755000"/>
            <a:chExt cx="1001575" cy="735575"/>
          </a:xfrm>
        </p:grpSpPr>
        <p:sp>
          <p:nvSpPr>
            <p:cNvPr id="1597" name="Google Shape;1597;p78"/>
            <p:cNvSpPr/>
            <p:nvPr/>
          </p:nvSpPr>
          <p:spPr>
            <a:xfrm>
              <a:off x="4981963" y="3755000"/>
              <a:ext cx="1001575" cy="735575"/>
            </a:xfrm>
            <a:custGeom>
              <a:avLst/>
              <a:gdLst/>
              <a:ahLst/>
              <a:cxnLst/>
              <a:rect l="l" t="t" r="r" b="b"/>
              <a:pathLst>
                <a:path w="40063" h="29423" extrusionOk="0">
                  <a:moveTo>
                    <a:pt x="1916" y="0"/>
                  </a:moveTo>
                  <a:cubicBezTo>
                    <a:pt x="852" y="0"/>
                    <a:pt x="1" y="882"/>
                    <a:pt x="1" y="1945"/>
                  </a:cubicBezTo>
                  <a:lnTo>
                    <a:pt x="1" y="27478"/>
                  </a:lnTo>
                  <a:cubicBezTo>
                    <a:pt x="1" y="28541"/>
                    <a:pt x="852" y="29423"/>
                    <a:pt x="1916" y="29423"/>
                  </a:cubicBezTo>
                  <a:lnTo>
                    <a:pt x="38148" y="29423"/>
                  </a:lnTo>
                  <a:cubicBezTo>
                    <a:pt x="39211" y="29423"/>
                    <a:pt x="40063" y="28541"/>
                    <a:pt x="40063" y="27478"/>
                  </a:cubicBezTo>
                  <a:lnTo>
                    <a:pt x="40063" y="1976"/>
                  </a:lnTo>
                  <a:cubicBezTo>
                    <a:pt x="40063" y="882"/>
                    <a:pt x="39211" y="0"/>
                    <a:pt x="381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dist="76200" dir="5400000" algn="bl" rotWithShape="0">
                <a:schemeClr val="dk1">
                  <a:alpha val="17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" name="Google Shape;1598;p78"/>
            <p:cNvSpPr/>
            <p:nvPr/>
          </p:nvSpPr>
          <p:spPr>
            <a:xfrm>
              <a:off x="5092913" y="3848450"/>
              <a:ext cx="357950" cy="289550"/>
            </a:xfrm>
            <a:custGeom>
              <a:avLst/>
              <a:gdLst/>
              <a:ahLst/>
              <a:cxnLst/>
              <a:rect l="l" t="t" r="r" b="b"/>
              <a:pathLst>
                <a:path w="14318" h="11582" extrusionOk="0">
                  <a:moveTo>
                    <a:pt x="791" y="1"/>
                  </a:moveTo>
                  <a:cubicBezTo>
                    <a:pt x="335" y="1"/>
                    <a:pt x="1" y="365"/>
                    <a:pt x="1" y="791"/>
                  </a:cubicBezTo>
                  <a:lnTo>
                    <a:pt x="1" y="10791"/>
                  </a:lnTo>
                  <a:cubicBezTo>
                    <a:pt x="1" y="11247"/>
                    <a:pt x="366" y="11581"/>
                    <a:pt x="791" y="11581"/>
                  </a:cubicBezTo>
                  <a:lnTo>
                    <a:pt x="13527" y="11581"/>
                  </a:lnTo>
                  <a:cubicBezTo>
                    <a:pt x="13952" y="11581"/>
                    <a:pt x="14287" y="11247"/>
                    <a:pt x="14317" y="10791"/>
                  </a:cubicBezTo>
                  <a:lnTo>
                    <a:pt x="14317" y="791"/>
                  </a:lnTo>
                  <a:cubicBezTo>
                    <a:pt x="14317" y="335"/>
                    <a:pt x="13952" y="1"/>
                    <a:pt x="1352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dist="76200" dir="5400000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" name="Google Shape;1599;p78"/>
            <p:cNvSpPr/>
            <p:nvPr/>
          </p:nvSpPr>
          <p:spPr>
            <a:xfrm>
              <a:off x="5092913" y="4207125"/>
              <a:ext cx="779675" cy="30425"/>
            </a:xfrm>
            <a:custGeom>
              <a:avLst/>
              <a:gdLst/>
              <a:ahLst/>
              <a:cxnLst/>
              <a:rect l="l" t="t" r="r" b="b"/>
              <a:pathLst>
                <a:path w="31187" h="1217" extrusionOk="0">
                  <a:moveTo>
                    <a:pt x="609" y="0"/>
                  </a:moveTo>
                  <a:cubicBezTo>
                    <a:pt x="274" y="0"/>
                    <a:pt x="1" y="274"/>
                    <a:pt x="1" y="608"/>
                  </a:cubicBezTo>
                  <a:cubicBezTo>
                    <a:pt x="1" y="973"/>
                    <a:pt x="274" y="1216"/>
                    <a:pt x="609" y="1216"/>
                  </a:cubicBezTo>
                  <a:lnTo>
                    <a:pt x="30579" y="1216"/>
                  </a:lnTo>
                  <a:cubicBezTo>
                    <a:pt x="30913" y="1216"/>
                    <a:pt x="31187" y="973"/>
                    <a:pt x="31187" y="608"/>
                  </a:cubicBezTo>
                  <a:cubicBezTo>
                    <a:pt x="31187" y="274"/>
                    <a:pt x="30913" y="0"/>
                    <a:pt x="3057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21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600;p78"/>
            <p:cNvSpPr/>
            <p:nvPr/>
          </p:nvSpPr>
          <p:spPr>
            <a:xfrm>
              <a:off x="5092913" y="4286900"/>
              <a:ext cx="779675" cy="30425"/>
            </a:xfrm>
            <a:custGeom>
              <a:avLst/>
              <a:gdLst/>
              <a:ahLst/>
              <a:cxnLst/>
              <a:rect l="l" t="t" r="r" b="b"/>
              <a:pathLst>
                <a:path w="31187" h="1217" extrusionOk="0">
                  <a:moveTo>
                    <a:pt x="609" y="1"/>
                  </a:moveTo>
                  <a:cubicBezTo>
                    <a:pt x="274" y="1"/>
                    <a:pt x="1" y="275"/>
                    <a:pt x="1" y="609"/>
                  </a:cubicBezTo>
                  <a:cubicBezTo>
                    <a:pt x="1" y="974"/>
                    <a:pt x="274" y="1217"/>
                    <a:pt x="609" y="1217"/>
                  </a:cubicBezTo>
                  <a:lnTo>
                    <a:pt x="30579" y="1217"/>
                  </a:lnTo>
                  <a:cubicBezTo>
                    <a:pt x="30913" y="1217"/>
                    <a:pt x="31187" y="913"/>
                    <a:pt x="31187" y="609"/>
                  </a:cubicBezTo>
                  <a:cubicBezTo>
                    <a:pt x="31187" y="275"/>
                    <a:pt x="30913" y="1"/>
                    <a:pt x="305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21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1601;p78"/>
            <p:cNvSpPr/>
            <p:nvPr/>
          </p:nvSpPr>
          <p:spPr>
            <a:xfrm>
              <a:off x="5092913" y="4365950"/>
              <a:ext cx="295625" cy="30400"/>
            </a:xfrm>
            <a:custGeom>
              <a:avLst/>
              <a:gdLst/>
              <a:ahLst/>
              <a:cxnLst/>
              <a:rect l="l" t="t" r="r" b="b"/>
              <a:pathLst>
                <a:path w="11825" h="1216" extrusionOk="0">
                  <a:moveTo>
                    <a:pt x="609" y="0"/>
                  </a:moveTo>
                  <a:cubicBezTo>
                    <a:pt x="274" y="0"/>
                    <a:pt x="1" y="274"/>
                    <a:pt x="1" y="608"/>
                  </a:cubicBezTo>
                  <a:cubicBezTo>
                    <a:pt x="1" y="942"/>
                    <a:pt x="274" y="1216"/>
                    <a:pt x="609" y="1216"/>
                  </a:cubicBezTo>
                  <a:lnTo>
                    <a:pt x="11217" y="1216"/>
                  </a:lnTo>
                  <a:cubicBezTo>
                    <a:pt x="11551" y="1216"/>
                    <a:pt x="11825" y="942"/>
                    <a:pt x="11825" y="608"/>
                  </a:cubicBezTo>
                  <a:cubicBezTo>
                    <a:pt x="11825" y="274"/>
                    <a:pt x="11551" y="0"/>
                    <a:pt x="1121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21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1602;p78"/>
            <p:cNvSpPr/>
            <p:nvPr/>
          </p:nvSpPr>
          <p:spPr>
            <a:xfrm>
              <a:off x="5515413" y="3848450"/>
              <a:ext cx="357950" cy="289550"/>
            </a:xfrm>
            <a:custGeom>
              <a:avLst/>
              <a:gdLst/>
              <a:ahLst/>
              <a:cxnLst/>
              <a:rect l="l" t="t" r="r" b="b"/>
              <a:pathLst>
                <a:path w="14318" h="11582" extrusionOk="0">
                  <a:moveTo>
                    <a:pt x="791" y="1"/>
                  </a:moveTo>
                  <a:cubicBezTo>
                    <a:pt x="335" y="1"/>
                    <a:pt x="1" y="365"/>
                    <a:pt x="1" y="791"/>
                  </a:cubicBezTo>
                  <a:lnTo>
                    <a:pt x="1" y="10791"/>
                  </a:lnTo>
                  <a:cubicBezTo>
                    <a:pt x="1" y="11247"/>
                    <a:pt x="396" y="11581"/>
                    <a:pt x="791" y="11581"/>
                  </a:cubicBezTo>
                  <a:lnTo>
                    <a:pt x="13527" y="11581"/>
                  </a:lnTo>
                  <a:cubicBezTo>
                    <a:pt x="13952" y="11581"/>
                    <a:pt x="14287" y="11247"/>
                    <a:pt x="14317" y="10791"/>
                  </a:cubicBezTo>
                  <a:lnTo>
                    <a:pt x="14317" y="791"/>
                  </a:lnTo>
                  <a:cubicBezTo>
                    <a:pt x="14317" y="335"/>
                    <a:pt x="13952" y="1"/>
                    <a:pt x="1352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dist="76200" dir="5400000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03" name="Google Shape;1603;p78"/>
          <p:cNvGrpSpPr/>
          <p:nvPr/>
        </p:nvGrpSpPr>
        <p:grpSpPr>
          <a:xfrm flipH="1">
            <a:off x="7908792" y="2620556"/>
            <a:ext cx="789081" cy="515055"/>
            <a:chOff x="4842900" y="2922987"/>
            <a:chExt cx="436632" cy="284986"/>
          </a:xfrm>
        </p:grpSpPr>
        <p:sp>
          <p:nvSpPr>
            <p:cNvPr id="1604" name="Google Shape;1604;p78"/>
            <p:cNvSpPr/>
            <p:nvPr/>
          </p:nvSpPr>
          <p:spPr>
            <a:xfrm>
              <a:off x="4842900" y="2922987"/>
              <a:ext cx="436632" cy="284986"/>
            </a:xfrm>
            <a:custGeom>
              <a:avLst/>
              <a:gdLst/>
              <a:ahLst/>
              <a:cxnLst/>
              <a:rect l="l" t="t" r="r" b="b"/>
              <a:pathLst>
                <a:path w="35922" h="23446" extrusionOk="0">
                  <a:moveTo>
                    <a:pt x="3448" y="1"/>
                  </a:moveTo>
                  <a:cubicBezTo>
                    <a:pt x="1555" y="1"/>
                    <a:pt x="0" y="1538"/>
                    <a:pt x="0" y="3432"/>
                  </a:cubicBezTo>
                  <a:lnTo>
                    <a:pt x="0" y="15552"/>
                  </a:lnTo>
                  <a:cubicBezTo>
                    <a:pt x="0" y="17446"/>
                    <a:pt x="1555" y="18983"/>
                    <a:pt x="3448" y="18983"/>
                  </a:cubicBezTo>
                  <a:lnTo>
                    <a:pt x="24950" y="18983"/>
                  </a:lnTo>
                  <a:lnTo>
                    <a:pt x="29074" y="23446"/>
                  </a:lnTo>
                  <a:lnTo>
                    <a:pt x="29074" y="18983"/>
                  </a:lnTo>
                  <a:lnTo>
                    <a:pt x="32473" y="18983"/>
                  </a:lnTo>
                  <a:cubicBezTo>
                    <a:pt x="34382" y="18983"/>
                    <a:pt x="35921" y="17446"/>
                    <a:pt x="35921" y="15552"/>
                  </a:cubicBezTo>
                  <a:lnTo>
                    <a:pt x="35921" y="3432"/>
                  </a:lnTo>
                  <a:cubicBezTo>
                    <a:pt x="35921" y="1538"/>
                    <a:pt x="34382" y="1"/>
                    <a:pt x="32473" y="1"/>
                  </a:cubicBezTo>
                  <a:close/>
                </a:path>
              </a:pathLst>
            </a:custGeom>
            <a:gradFill>
              <a:gsLst>
                <a:gs pos="0">
                  <a:srgbClr val="BBF6F4"/>
                </a:gs>
                <a:gs pos="100000">
                  <a:srgbClr val="4EE0DB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rgbClr val="5352EE">
                  <a:alpha val="18000"/>
                </a:srgb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78"/>
            <p:cNvSpPr/>
            <p:nvPr/>
          </p:nvSpPr>
          <p:spPr>
            <a:xfrm>
              <a:off x="4917676" y="3006198"/>
              <a:ext cx="287065" cy="60824"/>
            </a:xfrm>
            <a:custGeom>
              <a:avLst/>
              <a:gdLst/>
              <a:ahLst/>
              <a:cxnLst/>
              <a:rect l="l" t="t" r="r" b="b"/>
              <a:pathLst>
                <a:path w="23617" h="5004" extrusionOk="0">
                  <a:moveTo>
                    <a:pt x="2503" y="0"/>
                  </a:moveTo>
                  <a:cubicBezTo>
                    <a:pt x="1117" y="0"/>
                    <a:pt x="1" y="1116"/>
                    <a:pt x="1" y="2502"/>
                  </a:cubicBezTo>
                  <a:cubicBezTo>
                    <a:pt x="1" y="3888"/>
                    <a:pt x="1117" y="5004"/>
                    <a:pt x="2503" y="5004"/>
                  </a:cubicBezTo>
                  <a:cubicBezTo>
                    <a:pt x="3873" y="5004"/>
                    <a:pt x="4988" y="3888"/>
                    <a:pt x="4988" y="2502"/>
                  </a:cubicBezTo>
                  <a:cubicBezTo>
                    <a:pt x="4988" y="1116"/>
                    <a:pt x="3873" y="0"/>
                    <a:pt x="2503" y="0"/>
                  </a:cubicBezTo>
                  <a:close/>
                  <a:moveTo>
                    <a:pt x="11817" y="0"/>
                  </a:moveTo>
                  <a:cubicBezTo>
                    <a:pt x="10431" y="0"/>
                    <a:pt x="9316" y="1116"/>
                    <a:pt x="9316" y="2502"/>
                  </a:cubicBezTo>
                  <a:cubicBezTo>
                    <a:pt x="9316" y="3888"/>
                    <a:pt x="10431" y="5004"/>
                    <a:pt x="11817" y="5004"/>
                  </a:cubicBezTo>
                  <a:cubicBezTo>
                    <a:pt x="13186" y="5004"/>
                    <a:pt x="14301" y="3888"/>
                    <a:pt x="14301" y="2502"/>
                  </a:cubicBezTo>
                  <a:cubicBezTo>
                    <a:pt x="14301" y="1116"/>
                    <a:pt x="13186" y="0"/>
                    <a:pt x="11817" y="0"/>
                  </a:cubicBezTo>
                  <a:close/>
                  <a:moveTo>
                    <a:pt x="21131" y="0"/>
                  </a:moveTo>
                  <a:cubicBezTo>
                    <a:pt x="19744" y="0"/>
                    <a:pt x="18629" y="1116"/>
                    <a:pt x="18629" y="2502"/>
                  </a:cubicBezTo>
                  <a:cubicBezTo>
                    <a:pt x="18629" y="3888"/>
                    <a:pt x="19744" y="5004"/>
                    <a:pt x="21131" y="5004"/>
                  </a:cubicBezTo>
                  <a:cubicBezTo>
                    <a:pt x="22500" y="5004"/>
                    <a:pt x="23616" y="3888"/>
                    <a:pt x="23616" y="2502"/>
                  </a:cubicBezTo>
                  <a:cubicBezTo>
                    <a:pt x="23616" y="1116"/>
                    <a:pt x="22500" y="0"/>
                    <a:pt x="2113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18000"/>
                </a:srgb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06" name="Google Shape;1606;p78"/>
          <p:cNvSpPr/>
          <p:nvPr/>
        </p:nvSpPr>
        <p:spPr>
          <a:xfrm>
            <a:off x="847750" y="4125125"/>
            <a:ext cx="356425" cy="355650"/>
          </a:xfrm>
          <a:custGeom>
            <a:avLst/>
            <a:gdLst/>
            <a:ahLst/>
            <a:cxnLst/>
            <a:rect l="l" t="t" r="r" b="b"/>
            <a:pathLst>
              <a:path w="14257" h="14226" extrusionOk="0">
                <a:moveTo>
                  <a:pt x="7160" y="4895"/>
                </a:moveTo>
                <a:cubicBezTo>
                  <a:pt x="8066" y="4895"/>
                  <a:pt x="8891" y="5467"/>
                  <a:pt x="9180" y="6383"/>
                </a:cubicBezTo>
                <a:cubicBezTo>
                  <a:pt x="9575" y="7508"/>
                  <a:pt x="8967" y="8724"/>
                  <a:pt x="7812" y="9119"/>
                </a:cubicBezTo>
                <a:cubicBezTo>
                  <a:pt x="7591" y="9191"/>
                  <a:pt x="7367" y="9225"/>
                  <a:pt x="7145" y="9225"/>
                </a:cubicBezTo>
                <a:cubicBezTo>
                  <a:pt x="6241" y="9225"/>
                  <a:pt x="5394" y="8655"/>
                  <a:pt x="5077" y="7751"/>
                </a:cubicBezTo>
                <a:cubicBezTo>
                  <a:pt x="4712" y="6596"/>
                  <a:pt x="5320" y="5380"/>
                  <a:pt x="6444" y="5016"/>
                </a:cubicBezTo>
                <a:cubicBezTo>
                  <a:pt x="6683" y="4934"/>
                  <a:pt x="6924" y="4895"/>
                  <a:pt x="7160" y="4895"/>
                </a:cubicBezTo>
                <a:close/>
                <a:moveTo>
                  <a:pt x="6080" y="0"/>
                </a:moveTo>
                <a:lnTo>
                  <a:pt x="3526" y="851"/>
                </a:lnTo>
                <a:lnTo>
                  <a:pt x="4226" y="2827"/>
                </a:lnTo>
                <a:cubicBezTo>
                  <a:pt x="3830" y="3101"/>
                  <a:pt x="3526" y="3374"/>
                  <a:pt x="3222" y="3709"/>
                </a:cubicBezTo>
                <a:lnTo>
                  <a:pt x="1368" y="2797"/>
                </a:lnTo>
                <a:lnTo>
                  <a:pt x="183" y="5228"/>
                </a:lnTo>
                <a:lnTo>
                  <a:pt x="2037" y="6140"/>
                </a:lnTo>
                <a:cubicBezTo>
                  <a:pt x="1976" y="6566"/>
                  <a:pt x="1946" y="7022"/>
                  <a:pt x="1976" y="7478"/>
                </a:cubicBezTo>
                <a:lnTo>
                  <a:pt x="0" y="8146"/>
                </a:lnTo>
                <a:lnTo>
                  <a:pt x="852" y="10700"/>
                </a:lnTo>
                <a:lnTo>
                  <a:pt x="2827" y="10031"/>
                </a:lnTo>
                <a:cubicBezTo>
                  <a:pt x="3101" y="10396"/>
                  <a:pt x="3374" y="10700"/>
                  <a:pt x="3709" y="11004"/>
                </a:cubicBezTo>
                <a:lnTo>
                  <a:pt x="2797" y="12858"/>
                </a:lnTo>
                <a:lnTo>
                  <a:pt x="5229" y="14043"/>
                </a:lnTo>
                <a:lnTo>
                  <a:pt x="6140" y="12189"/>
                </a:lnTo>
                <a:cubicBezTo>
                  <a:pt x="6441" y="12232"/>
                  <a:pt x="6757" y="12275"/>
                  <a:pt x="7078" y="12275"/>
                </a:cubicBezTo>
                <a:cubicBezTo>
                  <a:pt x="7211" y="12275"/>
                  <a:pt x="7344" y="12268"/>
                  <a:pt x="7478" y="12250"/>
                </a:cubicBezTo>
                <a:lnTo>
                  <a:pt x="8147" y="14225"/>
                </a:lnTo>
                <a:lnTo>
                  <a:pt x="10700" y="13374"/>
                </a:lnTo>
                <a:lnTo>
                  <a:pt x="10031" y="11399"/>
                </a:lnTo>
                <a:cubicBezTo>
                  <a:pt x="10396" y="11125"/>
                  <a:pt x="10700" y="10852"/>
                  <a:pt x="11004" y="10517"/>
                </a:cubicBezTo>
                <a:lnTo>
                  <a:pt x="12858" y="11429"/>
                </a:lnTo>
                <a:lnTo>
                  <a:pt x="14043" y="8997"/>
                </a:lnTo>
                <a:lnTo>
                  <a:pt x="12189" y="8086"/>
                </a:lnTo>
                <a:cubicBezTo>
                  <a:pt x="12280" y="7660"/>
                  <a:pt x="12311" y="7204"/>
                  <a:pt x="12280" y="6748"/>
                </a:cubicBezTo>
                <a:lnTo>
                  <a:pt x="14256" y="6079"/>
                </a:lnTo>
                <a:lnTo>
                  <a:pt x="13375" y="3526"/>
                </a:lnTo>
                <a:lnTo>
                  <a:pt x="11399" y="4195"/>
                </a:lnTo>
                <a:cubicBezTo>
                  <a:pt x="11125" y="3830"/>
                  <a:pt x="10852" y="3526"/>
                  <a:pt x="10517" y="3222"/>
                </a:cubicBezTo>
                <a:lnTo>
                  <a:pt x="11429" y="1368"/>
                </a:lnTo>
                <a:lnTo>
                  <a:pt x="8998" y="183"/>
                </a:lnTo>
                <a:lnTo>
                  <a:pt x="8086" y="2037"/>
                </a:lnTo>
                <a:cubicBezTo>
                  <a:pt x="7785" y="1994"/>
                  <a:pt x="7469" y="1951"/>
                  <a:pt x="7148" y="1951"/>
                </a:cubicBezTo>
                <a:cubicBezTo>
                  <a:pt x="7015" y="1951"/>
                  <a:pt x="6882" y="1958"/>
                  <a:pt x="6748" y="1976"/>
                </a:cubicBezTo>
                <a:lnTo>
                  <a:pt x="608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7" name="Google Shape;1607;p78"/>
          <p:cNvSpPr/>
          <p:nvPr/>
        </p:nvSpPr>
        <p:spPr>
          <a:xfrm>
            <a:off x="8077075" y="801150"/>
            <a:ext cx="250775" cy="250775"/>
          </a:xfrm>
          <a:custGeom>
            <a:avLst/>
            <a:gdLst/>
            <a:ahLst/>
            <a:cxnLst/>
            <a:rect l="l" t="t" r="r" b="b"/>
            <a:pathLst>
              <a:path w="10031" h="10031" extrusionOk="0">
                <a:moveTo>
                  <a:pt x="5047" y="3455"/>
                </a:moveTo>
                <a:cubicBezTo>
                  <a:pt x="5309" y="3455"/>
                  <a:pt x="5573" y="3526"/>
                  <a:pt x="5806" y="3678"/>
                </a:cubicBezTo>
                <a:cubicBezTo>
                  <a:pt x="6535" y="4134"/>
                  <a:pt x="6778" y="5046"/>
                  <a:pt x="6353" y="5775"/>
                </a:cubicBezTo>
                <a:cubicBezTo>
                  <a:pt x="6074" y="6254"/>
                  <a:pt x="5572" y="6523"/>
                  <a:pt x="5055" y="6523"/>
                </a:cubicBezTo>
                <a:cubicBezTo>
                  <a:pt x="4783" y="6523"/>
                  <a:pt x="4507" y="6449"/>
                  <a:pt x="4256" y="6292"/>
                </a:cubicBezTo>
                <a:cubicBezTo>
                  <a:pt x="3526" y="5897"/>
                  <a:pt x="3283" y="4924"/>
                  <a:pt x="3739" y="4225"/>
                </a:cubicBezTo>
                <a:cubicBezTo>
                  <a:pt x="4002" y="3739"/>
                  <a:pt x="4522" y="3455"/>
                  <a:pt x="5047" y="3455"/>
                </a:cubicBezTo>
                <a:close/>
                <a:moveTo>
                  <a:pt x="4681" y="0"/>
                </a:moveTo>
                <a:lnTo>
                  <a:pt x="2857" y="456"/>
                </a:lnTo>
                <a:lnTo>
                  <a:pt x="3222" y="1854"/>
                </a:lnTo>
                <a:cubicBezTo>
                  <a:pt x="2979" y="2006"/>
                  <a:pt x="2705" y="2189"/>
                  <a:pt x="2462" y="2432"/>
                </a:cubicBezTo>
                <a:lnTo>
                  <a:pt x="1216" y="1672"/>
                </a:lnTo>
                <a:lnTo>
                  <a:pt x="274" y="3313"/>
                </a:lnTo>
                <a:lnTo>
                  <a:pt x="1520" y="4073"/>
                </a:lnTo>
                <a:cubicBezTo>
                  <a:pt x="1459" y="4377"/>
                  <a:pt x="1398" y="4681"/>
                  <a:pt x="1398" y="4985"/>
                </a:cubicBezTo>
                <a:lnTo>
                  <a:pt x="0" y="5350"/>
                </a:lnTo>
                <a:lnTo>
                  <a:pt x="456" y="7173"/>
                </a:lnTo>
                <a:lnTo>
                  <a:pt x="1854" y="6809"/>
                </a:lnTo>
                <a:cubicBezTo>
                  <a:pt x="2006" y="7052"/>
                  <a:pt x="2189" y="7325"/>
                  <a:pt x="2432" y="7569"/>
                </a:cubicBezTo>
                <a:lnTo>
                  <a:pt x="1672" y="8815"/>
                </a:lnTo>
                <a:lnTo>
                  <a:pt x="3313" y="9757"/>
                </a:lnTo>
                <a:lnTo>
                  <a:pt x="4073" y="8511"/>
                </a:lnTo>
                <a:cubicBezTo>
                  <a:pt x="4377" y="8572"/>
                  <a:pt x="4681" y="8632"/>
                  <a:pt x="4985" y="8632"/>
                </a:cubicBezTo>
                <a:lnTo>
                  <a:pt x="5350" y="10031"/>
                </a:lnTo>
                <a:lnTo>
                  <a:pt x="7174" y="9575"/>
                </a:lnTo>
                <a:lnTo>
                  <a:pt x="6809" y="8176"/>
                </a:lnTo>
                <a:cubicBezTo>
                  <a:pt x="7052" y="8024"/>
                  <a:pt x="7326" y="7812"/>
                  <a:pt x="7569" y="7599"/>
                </a:cubicBezTo>
                <a:lnTo>
                  <a:pt x="8815" y="8359"/>
                </a:lnTo>
                <a:lnTo>
                  <a:pt x="9757" y="6717"/>
                </a:lnTo>
                <a:lnTo>
                  <a:pt x="8511" y="5958"/>
                </a:lnTo>
                <a:cubicBezTo>
                  <a:pt x="8572" y="5654"/>
                  <a:pt x="8633" y="5350"/>
                  <a:pt x="8633" y="5046"/>
                </a:cubicBezTo>
                <a:lnTo>
                  <a:pt x="10031" y="4681"/>
                </a:lnTo>
                <a:lnTo>
                  <a:pt x="9575" y="2857"/>
                </a:lnTo>
                <a:lnTo>
                  <a:pt x="8177" y="3222"/>
                </a:lnTo>
                <a:cubicBezTo>
                  <a:pt x="8025" y="2948"/>
                  <a:pt x="7842" y="2705"/>
                  <a:pt x="7599" y="2462"/>
                </a:cubicBezTo>
                <a:lnTo>
                  <a:pt x="8359" y="1216"/>
                </a:lnTo>
                <a:lnTo>
                  <a:pt x="6718" y="274"/>
                </a:lnTo>
                <a:lnTo>
                  <a:pt x="5958" y="1520"/>
                </a:lnTo>
                <a:cubicBezTo>
                  <a:pt x="5654" y="1429"/>
                  <a:pt x="5350" y="1398"/>
                  <a:pt x="5046" y="1398"/>
                </a:cubicBezTo>
                <a:lnTo>
                  <a:pt x="4681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8" name="Google Shape;1608;p78"/>
          <p:cNvSpPr txBox="1">
            <a:spLocks noGrp="1"/>
          </p:cNvSpPr>
          <p:nvPr>
            <p:ph type="title" idx="2"/>
          </p:nvPr>
        </p:nvSpPr>
        <p:spPr>
          <a:xfrm>
            <a:off x="1639207" y="935175"/>
            <a:ext cx="969000" cy="71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</a:t>
            </a:r>
            <a:r>
              <a:rPr lang="ru-RU" dirty="0"/>
              <a:t>3</a:t>
            </a:r>
            <a:endParaRPr dirty="0"/>
          </a:p>
        </p:txBody>
      </p:sp>
      <p:sp>
        <p:nvSpPr>
          <p:cNvPr id="19" name="Google Shape;1594;p78">
            <a:extLst>
              <a:ext uri="{FF2B5EF4-FFF2-40B4-BE49-F238E27FC236}">
                <a16:creationId xmlns:a16="http://schemas.microsoft.com/office/drawing/2014/main" id="{5CC8E03B-40FB-42EA-8E49-15C28FCC48FC}"/>
              </a:ext>
            </a:extLst>
          </p:cNvPr>
          <p:cNvSpPr txBox="1">
            <a:spLocks/>
          </p:cNvSpPr>
          <p:nvPr/>
        </p:nvSpPr>
        <p:spPr>
          <a:xfrm>
            <a:off x="2477237" y="3040380"/>
            <a:ext cx="4205400" cy="16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rbitron"/>
              <a:buNone/>
              <a:defRPr sz="36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 sz="1600" dirty="0"/>
              <a:t>Если ссылка выглядит странно или обещает подарок, приз или выигрыш — не нажимай на нее.</a:t>
            </a:r>
            <a:br>
              <a:rPr lang="ru-RU" sz="1600" dirty="0"/>
            </a:br>
            <a:r>
              <a:rPr lang="ru-RU" sz="1600" dirty="0"/>
              <a:t>Такие ссылки могут быть опасными.</a:t>
            </a:r>
          </a:p>
        </p:txBody>
      </p:sp>
    </p:spTree>
    <p:extLst>
      <p:ext uri="{BB962C8B-B14F-4D97-AF65-F5344CB8AC3E}">
        <p14:creationId xmlns:p14="http://schemas.microsoft.com/office/powerpoint/2010/main" val="5835712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800"/>
                                        <p:tgtEl>
                                          <p:spTgt spid="16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800"/>
                                        <p:tgtEl>
                                          <p:spTgt spid="15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800"/>
                            </p:stCondLst>
                            <p:childTnLst>
                              <p:par>
                                <p:cTn id="12" presetID="8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13" dur="800" fill="hold"/>
                                        <p:tgtEl>
                                          <p:spTgt spid="160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15" dur="800" fill="hold"/>
                                        <p:tgtEl>
                                          <p:spTgt spid="160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3" name="Google Shape;1913;p87"/>
          <p:cNvSpPr/>
          <p:nvPr/>
        </p:nvSpPr>
        <p:spPr>
          <a:xfrm>
            <a:off x="2204416" y="3004471"/>
            <a:ext cx="3459000" cy="808200"/>
          </a:xfrm>
          <a:prstGeom prst="roundRect">
            <a:avLst>
              <a:gd name="adj" fmla="val 31653"/>
            </a:avLst>
          </a:prstGeom>
          <a:solidFill>
            <a:schemeClr val="lt2"/>
          </a:solidFill>
          <a:ln w="9525" cap="flat" cmpd="sng">
            <a:solidFill>
              <a:srgbClr val="D2D6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47625" dir="5400000" algn="bl" rotWithShape="0">
              <a:schemeClr val="dk1">
                <a:alpha val="24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5" name="Google Shape;1915;p87"/>
          <p:cNvSpPr txBox="1">
            <a:spLocks noGrp="1"/>
          </p:cNvSpPr>
          <p:nvPr>
            <p:ph type="subTitle" idx="1"/>
          </p:nvPr>
        </p:nvSpPr>
        <p:spPr>
          <a:xfrm>
            <a:off x="2044768" y="3049296"/>
            <a:ext cx="3741902" cy="80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>
              <a:spcAft>
                <a:spcPts val="1200"/>
              </a:spcAft>
            </a:pPr>
            <a:r>
              <a:rPr lang="ru-RU" sz="2600" dirty="0"/>
              <a:t>Спрашивай взрослых</a:t>
            </a:r>
            <a:endParaRPr sz="2600" dirty="0"/>
          </a:p>
        </p:txBody>
      </p:sp>
      <p:sp>
        <p:nvSpPr>
          <p:cNvPr id="1916" name="Google Shape;1916;p87"/>
          <p:cNvSpPr/>
          <p:nvPr/>
        </p:nvSpPr>
        <p:spPr>
          <a:xfrm>
            <a:off x="883861" y="1680703"/>
            <a:ext cx="1065983" cy="903596"/>
          </a:xfrm>
          <a:custGeom>
            <a:avLst/>
            <a:gdLst/>
            <a:ahLst/>
            <a:cxnLst/>
            <a:rect l="l" t="t" r="r" b="b"/>
            <a:pathLst>
              <a:path w="37831" h="32068" extrusionOk="0">
                <a:moveTo>
                  <a:pt x="4445" y="0"/>
                </a:moveTo>
                <a:cubicBezTo>
                  <a:pt x="1995" y="0"/>
                  <a:pt x="0" y="1995"/>
                  <a:pt x="0" y="4446"/>
                </a:cubicBezTo>
                <a:lnTo>
                  <a:pt x="0" y="23868"/>
                </a:lnTo>
                <a:cubicBezTo>
                  <a:pt x="0" y="26320"/>
                  <a:pt x="1995" y="28314"/>
                  <a:pt x="4445" y="28314"/>
                </a:cubicBezTo>
                <a:lnTo>
                  <a:pt x="15162" y="28314"/>
                </a:lnTo>
                <a:lnTo>
                  <a:pt x="18915" y="32067"/>
                </a:lnTo>
                <a:lnTo>
                  <a:pt x="22667" y="28314"/>
                </a:lnTo>
                <a:lnTo>
                  <a:pt x="33384" y="28314"/>
                </a:lnTo>
                <a:cubicBezTo>
                  <a:pt x="35836" y="28314"/>
                  <a:pt x="37831" y="26320"/>
                  <a:pt x="37831" y="23868"/>
                </a:cubicBezTo>
                <a:lnTo>
                  <a:pt x="37831" y="4446"/>
                </a:lnTo>
                <a:cubicBezTo>
                  <a:pt x="37831" y="1995"/>
                  <a:pt x="35836" y="0"/>
                  <a:pt x="33384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57150" dist="38100" dir="5400000" algn="bl" rotWithShape="0">
              <a:schemeClr val="dk1">
                <a:alpha val="19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7" name="Google Shape;1917;p87"/>
          <p:cNvSpPr txBox="1">
            <a:spLocks noGrp="1"/>
          </p:cNvSpPr>
          <p:nvPr>
            <p:ph type="title" idx="2"/>
          </p:nvPr>
        </p:nvSpPr>
        <p:spPr>
          <a:xfrm>
            <a:off x="932353" y="1735575"/>
            <a:ext cx="969000" cy="71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</a:t>
            </a:r>
            <a:r>
              <a:rPr lang="ru-RU" dirty="0"/>
              <a:t>4</a:t>
            </a:r>
            <a:endParaRPr dirty="0"/>
          </a:p>
        </p:txBody>
      </p:sp>
      <p:grpSp>
        <p:nvGrpSpPr>
          <p:cNvPr id="1918" name="Google Shape;1918;p87"/>
          <p:cNvGrpSpPr/>
          <p:nvPr/>
        </p:nvGrpSpPr>
        <p:grpSpPr>
          <a:xfrm>
            <a:off x="5865108" y="1421749"/>
            <a:ext cx="2167804" cy="2740674"/>
            <a:chOff x="6183319" y="1488475"/>
            <a:chExt cx="2520409" cy="3186460"/>
          </a:xfrm>
        </p:grpSpPr>
        <p:sp>
          <p:nvSpPr>
            <p:cNvPr id="1919" name="Google Shape;1919;p87"/>
            <p:cNvSpPr/>
            <p:nvPr/>
          </p:nvSpPr>
          <p:spPr>
            <a:xfrm>
              <a:off x="6411651" y="1488475"/>
              <a:ext cx="1852393" cy="3186460"/>
            </a:xfrm>
            <a:custGeom>
              <a:avLst/>
              <a:gdLst/>
              <a:ahLst/>
              <a:cxnLst/>
              <a:rect l="l" t="t" r="r" b="b"/>
              <a:pathLst>
                <a:path w="14842" h="25531" extrusionOk="0">
                  <a:moveTo>
                    <a:pt x="1401" y="0"/>
                  </a:moveTo>
                  <a:cubicBezTo>
                    <a:pt x="782" y="0"/>
                    <a:pt x="281" y="502"/>
                    <a:pt x="281" y="1120"/>
                  </a:cubicBezTo>
                  <a:lnTo>
                    <a:pt x="281" y="2697"/>
                  </a:lnTo>
                  <a:cubicBezTo>
                    <a:pt x="118" y="2742"/>
                    <a:pt x="1" y="2896"/>
                    <a:pt x="1" y="3069"/>
                  </a:cubicBezTo>
                  <a:lnTo>
                    <a:pt x="1" y="5567"/>
                  </a:lnTo>
                  <a:cubicBezTo>
                    <a:pt x="1" y="5741"/>
                    <a:pt x="118" y="5892"/>
                    <a:pt x="281" y="5940"/>
                  </a:cubicBezTo>
                  <a:lnTo>
                    <a:pt x="281" y="24410"/>
                  </a:lnTo>
                  <a:cubicBezTo>
                    <a:pt x="281" y="25029"/>
                    <a:pt x="782" y="25530"/>
                    <a:pt x="1401" y="25530"/>
                  </a:cubicBezTo>
                  <a:lnTo>
                    <a:pt x="13442" y="25530"/>
                  </a:lnTo>
                  <a:cubicBezTo>
                    <a:pt x="14060" y="25530"/>
                    <a:pt x="14562" y="25029"/>
                    <a:pt x="14562" y="24410"/>
                  </a:cubicBezTo>
                  <a:lnTo>
                    <a:pt x="14562" y="5940"/>
                  </a:lnTo>
                  <a:cubicBezTo>
                    <a:pt x="14724" y="5892"/>
                    <a:pt x="14842" y="5741"/>
                    <a:pt x="14842" y="5567"/>
                  </a:cubicBezTo>
                  <a:lnTo>
                    <a:pt x="14842" y="3069"/>
                  </a:lnTo>
                  <a:cubicBezTo>
                    <a:pt x="14842" y="2896"/>
                    <a:pt x="14724" y="2742"/>
                    <a:pt x="14562" y="2697"/>
                  </a:cubicBezTo>
                  <a:lnTo>
                    <a:pt x="14562" y="1120"/>
                  </a:lnTo>
                  <a:cubicBezTo>
                    <a:pt x="14562" y="502"/>
                    <a:pt x="14060" y="0"/>
                    <a:pt x="1344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0" name="Google Shape;1920;p87"/>
            <p:cNvSpPr/>
            <p:nvPr/>
          </p:nvSpPr>
          <p:spPr>
            <a:xfrm>
              <a:off x="6542698" y="1581706"/>
              <a:ext cx="1590297" cy="2609850"/>
            </a:xfrm>
            <a:custGeom>
              <a:avLst/>
              <a:gdLst/>
              <a:ahLst/>
              <a:cxnLst/>
              <a:rect l="l" t="t" r="r" b="b"/>
              <a:pathLst>
                <a:path w="12742" h="20911" extrusionOk="0">
                  <a:moveTo>
                    <a:pt x="1003" y="1"/>
                  </a:moveTo>
                  <a:cubicBezTo>
                    <a:pt x="457" y="1"/>
                    <a:pt x="1" y="443"/>
                    <a:pt x="1" y="1003"/>
                  </a:cubicBezTo>
                  <a:lnTo>
                    <a:pt x="1" y="20910"/>
                  </a:lnTo>
                  <a:lnTo>
                    <a:pt x="12742" y="20910"/>
                  </a:lnTo>
                  <a:lnTo>
                    <a:pt x="12742" y="1003"/>
                  </a:lnTo>
                  <a:cubicBezTo>
                    <a:pt x="12742" y="443"/>
                    <a:pt x="12288" y="1"/>
                    <a:pt x="11739" y="1"/>
                  </a:cubicBezTo>
                  <a:lnTo>
                    <a:pt x="9334" y="1"/>
                  </a:lnTo>
                  <a:lnTo>
                    <a:pt x="9334" y="315"/>
                  </a:lnTo>
                  <a:cubicBezTo>
                    <a:pt x="9334" y="609"/>
                    <a:pt x="9101" y="841"/>
                    <a:pt x="8810" y="841"/>
                  </a:cubicBezTo>
                  <a:lnTo>
                    <a:pt x="3932" y="841"/>
                  </a:lnTo>
                  <a:cubicBezTo>
                    <a:pt x="3641" y="841"/>
                    <a:pt x="3408" y="609"/>
                    <a:pt x="3408" y="315"/>
                  </a:cubicBezTo>
                  <a:lnTo>
                    <a:pt x="3408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10801400" scaled="0"/>
            </a:gra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1" name="Google Shape;1921;p87"/>
            <p:cNvSpPr/>
            <p:nvPr/>
          </p:nvSpPr>
          <p:spPr>
            <a:xfrm>
              <a:off x="7199429" y="4294498"/>
              <a:ext cx="276948" cy="276948"/>
            </a:xfrm>
            <a:custGeom>
              <a:avLst/>
              <a:gdLst/>
              <a:ahLst/>
              <a:cxnLst/>
              <a:rect l="l" t="t" r="r" b="b"/>
              <a:pathLst>
                <a:path w="2219" h="2219" extrusionOk="0">
                  <a:moveTo>
                    <a:pt x="1109" y="0"/>
                  </a:moveTo>
                  <a:cubicBezTo>
                    <a:pt x="501" y="0"/>
                    <a:pt x="0" y="504"/>
                    <a:pt x="0" y="1109"/>
                  </a:cubicBezTo>
                  <a:cubicBezTo>
                    <a:pt x="0" y="1728"/>
                    <a:pt x="501" y="2218"/>
                    <a:pt x="1109" y="2218"/>
                  </a:cubicBezTo>
                  <a:cubicBezTo>
                    <a:pt x="1728" y="2218"/>
                    <a:pt x="2218" y="1728"/>
                    <a:pt x="2218" y="1109"/>
                  </a:cubicBezTo>
                  <a:cubicBezTo>
                    <a:pt x="2218" y="504"/>
                    <a:pt x="1728" y="0"/>
                    <a:pt x="11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2" name="Google Shape;1922;p87"/>
            <p:cNvSpPr/>
            <p:nvPr/>
          </p:nvSpPr>
          <p:spPr>
            <a:xfrm>
              <a:off x="6683854" y="1771162"/>
              <a:ext cx="555144" cy="553396"/>
            </a:xfrm>
            <a:custGeom>
              <a:avLst/>
              <a:gdLst/>
              <a:ahLst/>
              <a:cxnLst/>
              <a:rect l="l" t="t" r="r" b="b"/>
              <a:pathLst>
                <a:path w="4448" h="4434" extrusionOk="0">
                  <a:moveTo>
                    <a:pt x="306" y="1"/>
                  </a:moveTo>
                  <a:cubicBezTo>
                    <a:pt x="141" y="1"/>
                    <a:pt x="1" y="141"/>
                    <a:pt x="1" y="303"/>
                  </a:cubicBezTo>
                  <a:lnTo>
                    <a:pt x="1" y="4142"/>
                  </a:lnTo>
                  <a:cubicBezTo>
                    <a:pt x="1" y="4305"/>
                    <a:pt x="141" y="4433"/>
                    <a:pt x="306" y="4433"/>
                  </a:cubicBezTo>
                  <a:lnTo>
                    <a:pt x="4142" y="4433"/>
                  </a:lnTo>
                  <a:cubicBezTo>
                    <a:pt x="4308" y="4433"/>
                    <a:pt x="4448" y="4305"/>
                    <a:pt x="4448" y="4142"/>
                  </a:cubicBezTo>
                  <a:lnTo>
                    <a:pt x="4448" y="303"/>
                  </a:lnTo>
                  <a:cubicBezTo>
                    <a:pt x="4448" y="141"/>
                    <a:pt x="4308" y="1"/>
                    <a:pt x="414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3" name="Google Shape;1923;p87"/>
            <p:cNvSpPr/>
            <p:nvPr/>
          </p:nvSpPr>
          <p:spPr>
            <a:xfrm>
              <a:off x="7334969" y="1890352"/>
              <a:ext cx="656862" cy="38191"/>
            </a:xfrm>
            <a:custGeom>
              <a:avLst/>
              <a:gdLst/>
              <a:ahLst/>
              <a:cxnLst/>
              <a:rect l="l" t="t" r="r" b="b"/>
              <a:pathLst>
                <a:path w="5263" h="306" extrusionOk="0">
                  <a:moveTo>
                    <a:pt x="141" y="1"/>
                  </a:moveTo>
                  <a:cubicBezTo>
                    <a:pt x="60" y="1"/>
                    <a:pt x="1" y="71"/>
                    <a:pt x="1" y="152"/>
                  </a:cubicBezTo>
                  <a:cubicBezTo>
                    <a:pt x="1" y="236"/>
                    <a:pt x="60" y="306"/>
                    <a:pt x="141" y="306"/>
                  </a:cubicBezTo>
                  <a:lnTo>
                    <a:pt x="5111" y="306"/>
                  </a:lnTo>
                  <a:cubicBezTo>
                    <a:pt x="5192" y="306"/>
                    <a:pt x="5262" y="236"/>
                    <a:pt x="5262" y="152"/>
                  </a:cubicBezTo>
                  <a:cubicBezTo>
                    <a:pt x="5262" y="71"/>
                    <a:pt x="5192" y="1"/>
                    <a:pt x="51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4" name="Google Shape;1924;p87"/>
            <p:cNvSpPr/>
            <p:nvPr/>
          </p:nvSpPr>
          <p:spPr>
            <a:xfrm>
              <a:off x="7334969" y="1983707"/>
              <a:ext cx="656862" cy="36444"/>
            </a:xfrm>
            <a:custGeom>
              <a:avLst/>
              <a:gdLst/>
              <a:ahLst/>
              <a:cxnLst/>
              <a:rect l="l" t="t" r="r" b="b"/>
              <a:pathLst>
                <a:path w="5263" h="292" extrusionOk="0">
                  <a:moveTo>
                    <a:pt x="141" y="0"/>
                  </a:moveTo>
                  <a:cubicBezTo>
                    <a:pt x="60" y="0"/>
                    <a:pt x="1" y="59"/>
                    <a:pt x="1" y="140"/>
                  </a:cubicBezTo>
                  <a:cubicBezTo>
                    <a:pt x="1" y="221"/>
                    <a:pt x="60" y="291"/>
                    <a:pt x="141" y="291"/>
                  </a:cubicBezTo>
                  <a:lnTo>
                    <a:pt x="5111" y="291"/>
                  </a:lnTo>
                  <a:cubicBezTo>
                    <a:pt x="5192" y="291"/>
                    <a:pt x="5262" y="221"/>
                    <a:pt x="5262" y="140"/>
                  </a:cubicBezTo>
                  <a:cubicBezTo>
                    <a:pt x="5262" y="59"/>
                    <a:pt x="5192" y="0"/>
                    <a:pt x="51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5" name="Google Shape;1925;p87"/>
            <p:cNvSpPr/>
            <p:nvPr/>
          </p:nvSpPr>
          <p:spPr>
            <a:xfrm>
              <a:off x="7334969" y="2075190"/>
              <a:ext cx="656862" cy="38316"/>
            </a:xfrm>
            <a:custGeom>
              <a:avLst/>
              <a:gdLst/>
              <a:ahLst/>
              <a:cxnLst/>
              <a:rect l="l" t="t" r="r" b="b"/>
              <a:pathLst>
                <a:path w="5263" h="307" extrusionOk="0">
                  <a:moveTo>
                    <a:pt x="141" y="1"/>
                  </a:moveTo>
                  <a:cubicBezTo>
                    <a:pt x="60" y="1"/>
                    <a:pt x="1" y="71"/>
                    <a:pt x="1" y="155"/>
                  </a:cubicBezTo>
                  <a:cubicBezTo>
                    <a:pt x="1" y="236"/>
                    <a:pt x="60" y="306"/>
                    <a:pt x="141" y="306"/>
                  </a:cubicBezTo>
                  <a:lnTo>
                    <a:pt x="5111" y="306"/>
                  </a:lnTo>
                  <a:cubicBezTo>
                    <a:pt x="5192" y="306"/>
                    <a:pt x="5262" y="236"/>
                    <a:pt x="5262" y="155"/>
                  </a:cubicBezTo>
                  <a:cubicBezTo>
                    <a:pt x="5262" y="71"/>
                    <a:pt x="5192" y="1"/>
                    <a:pt x="51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6" name="Google Shape;1926;p87"/>
            <p:cNvSpPr/>
            <p:nvPr/>
          </p:nvSpPr>
          <p:spPr>
            <a:xfrm>
              <a:off x="7334969" y="2168545"/>
              <a:ext cx="656862" cy="36444"/>
            </a:xfrm>
            <a:custGeom>
              <a:avLst/>
              <a:gdLst/>
              <a:ahLst/>
              <a:cxnLst/>
              <a:rect l="l" t="t" r="r" b="b"/>
              <a:pathLst>
                <a:path w="5263" h="292" extrusionOk="0">
                  <a:moveTo>
                    <a:pt x="141" y="1"/>
                  </a:moveTo>
                  <a:cubicBezTo>
                    <a:pt x="60" y="1"/>
                    <a:pt x="1" y="59"/>
                    <a:pt x="1" y="141"/>
                  </a:cubicBezTo>
                  <a:cubicBezTo>
                    <a:pt x="1" y="222"/>
                    <a:pt x="60" y="292"/>
                    <a:pt x="141" y="292"/>
                  </a:cubicBezTo>
                  <a:lnTo>
                    <a:pt x="5111" y="292"/>
                  </a:lnTo>
                  <a:cubicBezTo>
                    <a:pt x="5192" y="292"/>
                    <a:pt x="5262" y="222"/>
                    <a:pt x="5262" y="141"/>
                  </a:cubicBezTo>
                  <a:cubicBezTo>
                    <a:pt x="5262" y="59"/>
                    <a:pt x="5192" y="1"/>
                    <a:pt x="51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7" name="Google Shape;1927;p87"/>
            <p:cNvSpPr/>
            <p:nvPr/>
          </p:nvSpPr>
          <p:spPr>
            <a:xfrm>
              <a:off x="6829628" y="1870133"/>
              <a:ext cx="257727" cy="355452"/>
            </a:xfrm>
            <a:custGeom>
              <a:avLst/>
              <a:gdLst/>
              <a:ahLst/>
              <a:cxnLst/>
              <a:rect l="l" t="t" r="r" b="b"/>
              <a:pathLst>
                <a:path w="2065" h="2848" extrusionOk="0">
                  <a:moveTo>
                    <a:pt x="1039" y="0"/>
                  </a:moveTo>
                  <a:cubicBezTo>
                    <a:pt x="689" y="0"/>
                    <a:pt x="421" y="280"/>
                    <a:pt x="421" y="619"/>
                  </a:cubicBezTo>
                  <a:cubicBezTo>
                    <a:pt x="421" y="910"/>
                    <a:pt x="619" y="1143"/>
                    <a:pt x="888" y="1213"/>
                  </a:cubicBezTo>
                  <a:cubicBezTo>
                    <a:pt x="384" y="1330"/>
                    <a:pt x="1" y="1983"/>
                    <a:pt x="1" y="2789"/>
                  </a:cubicBezTo>
                  <a:lnTo>
                    <a:pt x="1" y="2848"/>
                  </a:lnTo>
                  <a:lnTo>
                    <a:pt x="2064" y="2848"/>
                  </a:lnTo>
                  <a:lnTo>
                    <a:pt x="2064" y="2789"/>
                  </a:lnTo>
                  <a:cubicBezTo>
                    <a:pt x="2064" y="1983"/>
                    <a:pt x="1681" y="1330"/>
                    <a:pt x="1180" y="1213"/>
                  </a:cubicBezTo>
                  <a:cubicBezTo>
                    <a:pt x="1448" y="1143"/>
                    <a:pt x="1644" y="910"/>
                    <a:pt x="1644" y="619"/>
                  </a:cubicBezTo>
                  <a:cubicBezTo>
                    <a:pt x="1644" y="280"/>
                    <a:pt x="1378" y="0"/>
                    <a:pt x="10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8" name="Google Shape;1928;p87"/>
            <p:cNvSpPr/>
            <p:nvPr/>
          </p:nvSpPr>
          <p:spPr>
            <a:xfrm>
              <a:off x="6235425" y="3399826"/>
              <a:ext cx="1003452" cy="636518"/>
            </a:xfrm>
            <a:custGeom>
              <a:avLst/>
              <a:gdLst/>
              <a:ahLst/>
              <a:cxnLst/>
              <a:rect l="l" t="t" r="r" b="b"/>
              <a:pathLst>
                <a:path w="8040" h="5100" extrusionOk="0">
                  <a:moveTo>
                    <a:pt x="468" y="1"/>
                  </a:moveTo>
                  <a:cubicBezTo>
                    <a:pt x="210" y="1"/>
                    <a:pt x="0" y="211"/>
                    <a:pt x="0" y="480"/>
                  </a:cubicBezTo>
                  <a:lnTo>
                    <a:pt x="0" y="4635"/>
                  </a:lnTo>
                  <a:cubicBezTo>
                    <a:pt x="0" y="4890"/>
                    <a:pt x="210" y="5100"/>
                    <a:pt x="468" y="5100"/>
                  </a:cubicBezTo>
                  <a:lnTo>
                    <a:pt x="7572" y="5100"/>
                  </a:lnTo>
                  <a:cubicBezTo>
                    <a:pt x="7830" y="5100"/>
                    <a:pt x="8040" y="4890"/>
                    <a:pt x="8040" y="4635"/>
                  </a:cubicBezTo>
                  <a:lnTo>
                    <a:pt x="8040" y="480"/>
                  </a:lnTo>
                  <a:cubicBezTo>
                    <a:pt x="8040" y="211"/>
                    <a:pt x="7830" y="1"/>
                    <a:pt x="757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9" name="Google Shape;1929;p87"/>
            <p:cNvSpPr/>
            <p:nvPr/>
          </p:nvSpPr>
          <p:spPr>
            <a:xfrm>
              <a:off x="6516364" y="3497674"/>
              <a:ext cx="441569" cy="441195"/>
            </a:xfrm>
            <a:custGeom>
              <a:avLst/>
              <a:gdLst/>
              <a:ahLst/>
              <a:cxnLst/>
              <a:rect l="l" t="t" r="r" b="b"/>
              <a:pathLst>
                <a:path w="3538" h="3535" extrusionOk="0">
                  <a:moveTo>
                    <a:pt x="1762" y="1"/>
                  </a:moveTo>
                  <a:cubicBezTo>
                    <a:pt x="796" y="1"/>
                    <a:pt x="1" y="793"/>
                    <a:pt x="1" y="1773"/>
                  </a:cubicBezTo>
                  <a:cubicBezTo>
                    <a:pt x="1" y="2742"/>
                    <a:pt x="796" y="3535"/>
                    <a:pt x="1762" y="3535"/>
                  </a:cubicBezTo>
                  <a:cubicBezTo>
                    <a:pt x="2742" y="3535"/>
                    <a:pt x="3537" y="2742"/>
                    <a:pt x="3537" y="1773"/>
                  </a:cubicBezTo>
                  <a:cubicBezTo>
                    <a:pt x="3537" y="793"/>
                    <a:pt x="2742" y="1"/>
                    <a:pt x="176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0" name="Google Shape;1930;p87"/>
            <p:cNvSpPr/>
            <p:nvPr/>
          </p:nvSpPr>
          <p:spPr>
            <a:xfrm>
              <a:off x="6638675" y="3605382"/>
              <a:ext cx="196946" cy="225902"/>
            </a:xfrm>
            <a:custGeom>
              <a:avLst/>
              <a:gdLst/>
              <a:ahLst/>
              <a:cxnLst/>
              <a:rect l="l" t="t" r="r" b="b"/>
              <a:pathLst>
                <a:path w="1578" h="1810" extrusionOk="0">
                  <a:moveTo>
                    <a:pt x="1" y="0"/>
                  </a:moveTo>
                  <a:lnTo>
                    <a:pt x="1" y="1809"/>
                  </a:lnTo>
                  <a:lnTo>
                    <a:pt x="1577" y="91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1" name="Google Shape;1931;p87"/>
            <p:cNvSpPr/>
            <p:nvPr/>
          </p:nvSpPr>
          <p:spPr>
            <a:xfrm>
              <a:off x="7476250" y="2817913"/>
              <a:ext cx="589715" cy="590090"/>
            </a:xfrm>
            <a:custGeom>
              <a:avLst/>
              <a:gdLst/>
              <a:ahLst/>
              <a:cxnLst/>
              <a:rect l="l" t="t" r="r" b="b"/>
              <a:pathLst>
                <a:path w="4725" h="4728" extrusionOk="0">
                  <a:moveTo>
                    <a:pt x="2358" y="0"/>
                  </a:moveTo>
                  <a:cubicBezTo>
                    <a:pt x="1050" y="0"/>
                    <a:pt x="0" y="1064"/>
                    <a:pt x="0" y="2358"/>
                  </a:cubicBezTo>
                  <a:cubicBezTo>
                    <a:pt x="0" y="3666"/>
                    <a:pt x="1050" y="4727"/>
                    <a:pt x="2358" y="4727"/>
                  </a:cubicBezTo>
                  <a:cubicBezTo>
                    <a:pt x="3663" y="4727"/>
                    <a:pt x="4724" y="3666"/>
                    <a:pt x="4724" y="2358"/>
                  </a:cubicBezTo>
                  <a:cubicBezTo>
                    <a:pt x="4724" y="1064"/>
                    <a:pt x="3663" y="0"/>
                    <a:pt x="235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2" name="Google Shape;1932;p87"/>
            <p:cNvSpPr/>
            <p:nvPr/>
          </p:nvSpPr>
          <p:spPr>
            <a:xfrm>
              <a:off x="7387388" y="2729176"/>
              <a:ext cx="765944" cy="766193"/>
            </a:xfrm>
            <a:custGeom>
              <a:avLst/>
              <a:gdLst/>
              <a:ahLst/>
              <a:cxnLst/>
              <a:rect l="l" t="t" r="r" b="b"/>
              <a:pathLst>
                <a:path w="6137" h="6139" extrusionOk="0">
                  <a:moveTo>
                    <a:pt x="3070" y="851"/>
                  </a:moveTo>
                  <a:cubicBezTo>
                    <a:pt x="4294" y="851"/>
                    <a:pt x="5285" y="1845"/>
                    <a:pt x="5285" y="3069"/>
                  </a:cubicBezTo>
                  <a:cubicBezTo>
                    <a:pt x="5285" y="4296"/>
                    <a:pt x="4294" y="5298"/>
                    <a:pt x="3070" y="5298"/>
                  </a:cubicBezTo>
                  <a:cubicBezTo>
                    <a:pt x="2580" y="5298"/>
                    <a:pt x="2123" y="5136"/>
                    <a:pt x="1751" y="4856"/>
                  </a:cubicBezTo>
                  <a:cubicBezTo>
                    <a:pt x="1202" y="4458"/>
                    <a:pt x="852" y="3806"/>
                    <a:pt x="852" y="3069"/>
                  </a:cubicBezTo>
                  <a:cubicBezTo>
                    <a:pt x="852" y="2347"/>
                    <a:pt x="1202" y="1691"/>
                    <a:pt x="1751" y="1285"/>
                  </a:cubicBezTo>
                  <a:cubicBezTo>
                    <a:pt x="2123" y="1017"/>
                    <a:pt x="2580" y="851"/>
                    <a:pt x="3070" y="851"/>
                  </a:cubicBezTo>
                  <a:close/>
                  <a:moveTo>
                    <a:pt x="3070" y="0"/>
                  </a:moveTo>
                  <a:cubicBezTo>
                    <a:pt x="2345" y="0"/>
                    <a:pt x="1670" y="258"/>
                    <a:pt x="1143" y="689"/>
                  </a:cubicBezTo>
                  <a:cubicBezTo>
                    <a:pt x="443" y="1249"/>
                    <a:pt x="1" y="2111"/>
                    <a:pt x="1" y="3069"/>
                  </a:cubicBezTo>
                  <a:cubicBezTo>
                    <a:pt x="1" y="4038"/>
                    <a:pt x="443" y="4901"/>
                    <a:pt x="1143" y="5461"/>
                  </a:cubicBezTo>
                  <a:cubicBezTo>
                    <a:pt x="1670" y="5892"/>
                    <a:pt x="2345" y="6138"/>
                    <a:pt x="3070" y="6138"/>
                  </a:cubicBezTo>
                  <a:cubicBezTo>
                    <a:pt x="4761" y="6138"/>
                    <a:pt x="6136" y="4772"/>
                    <a:pt x="6136" y="3069"/>
                  </a:cubicBezTo>
                  <a:cubicBezTo>
                    <a:pt x="6136" y="1378"/>
                    <a:pt x="4761" y="0"/>
                    <a:pt x="307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3" name="Google Shape;1933;p87"/>
            <p:cNvSpPr/>
            <p:nvPr/>
          </p:nvSpPr>
          <p:spPr>
            <a:xfrm>
              <a:off x="7946645" y="3600075"/>
              <a:ext cx="757082" cy="237384"/>
            </a:xfrm>
            <a:custGeom>
              <a:avLst/>
              <a:gdLst/>
              <a:ahLst/>
              <a:cxnLst/>
              <a:rect l="l" t="t" r="r" b="b"/>
              <a:pathLst>
                <a:path w="6066" h="1902" extrusionOk="0">
                  <a:moveTo>
                    <a:pt x="944" y="0"/>
                  </a:moveTo>
                  <a:cubicBezTo>
                    <a:pt x="420" y="0"/>
                    <a:pt x="0" y="420"/>
                    <a:pt x="0" y="944"/>
                  </a:cubicBezTo>
                  <a:cubicBezTo>
                    <a:pt x="0" y="1470"/>
                    <a:pt x="420" y="1902"/>
                    <a:pt x="944" y="1902"/>
                  </a:cubicBezTo>
                  <a:lnTo>
                    <a:pt x="5122" y="1902"/>
                  </a:lnTo>
                  <a:cubicBezTo>
                    <a:pt x="5645" y="1902"/>
                    <a:pt x="6065" y="1470"/>
                    <a:pt x="6065" y="944"/>
                  </a:cubicBezTo>
                  <a:cubicBezTo>
                    <a:pt x="6065" y="420"/>
                    <a:pt x="5645" y="0"/>
                    <a:pt x="512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4" name="Google Shape;1934;p87"/>
            <p:cNvSpPr/>
            <p:nvPr/>
          </p:nvSpPr>
          <p:spPr>
            <a:xfrm>
              <a:off x="8023776" y="3635021"/>
              <a:ext cx="166244" cy="166119"/>
            </a:xfrm>
            <a:custGeom>
              <a:avLst/>
              <a:gdLst/>
              <a:ahLst/>
              <a:cxnLst/>
              <a:rect l="l" t="t" r="r" b="b"/>
              <a:pathLst>
                <a:path w="1332" h="1331" extrusionOk="0">
                  <a:moveTo>
                    <a:pt x="665" y="0"/>
                  </a:moveTo>
                  <a:cubicBezTo>
                    <a:pt x="292" y="0"/>
                    <a:pt x="1" y="303"/>
                    <a:pt x="1" y="664"/>
                  </a:cubicBezTo>
                  <a:cubicBezTo>
                    <a:pt x="1" y="1039"/>
                    <a:pt x="292" y="1330"/>
                    <a:pt x="665" y="1330"/>
                  </a:cubicBezTo>
                  <a:cubicBezTo>
                    <a:pt x="1026" y="1330"/>
                    <a:pt x="1331" y="1039"/>
                    <a:pt x="1331" y="664"/>
                  </a:cubicBezTo>
                  <a:cubicBezTo>
                    <a:pt x="1331" y="303"/>
                    <a:pt x="1026" y="0"/>
                    <a:pt x="6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5" name="Google Shape;1935;p87"/>
            <p:cNvSpPr/>
            <p:nvPr/>
          </p:nvSpPr>
          <p:spPr>
            <a:xfrm>
              <a:off x="7946645" y="3889751"/>
              <a:ext cx="757082" cy="237509"/>
            </a:xfrm>
            <a:custGeom>
              <a:avLst/>
              <a:gdLst/>
              <a:ahLst/>
              <a:cxnLst/>
              <a:rect l="l" t="t" r="r" b="b"/>
              <a:pathLst>
                <a:path w="6066" h="1903" extrusionOk="0">
                  <a:moveTo>
                    <a:pt x="944" y="1"/>
                  </a:moveTo>
                  <a:cubicBezTo>
                    <a:pt x="420" y="1"/>
                    <a:pt x="0" y="432"/>
                    <a:pt x="0" y="958"/>
                  </a:cubicBezTo>
                  <a:cubicBezTo>
                    <a:pt x="0" y="1482"/>
                    <a:pt x="420" y="1902"/>
                    <a:pt x="944" y="1902"/>
                  </a:cubicBezTo>
                  <a:lnTo>
                    <a:pt x="5122" y="1902"/>
                  </a:lnTo>
                  <a:cubicBezTo>
                    <a:pt x="5645" y="1902"/>
                    <a:pt x="6065" y="1482"/>
                    <a:pt x="6065" y="958"/>
                  </a:cubicBezTo>
                  <a:cubicBezTo>
                    <a:pt x="6065" y="432"/>
                    <a:pt x="5645" y="1"/>
                    <a:pt x="512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6" name="Google Shape;1936;p87"/>
            <p:cNvSpPr/>
            <p:nvPr/>
          </p:nvSpPr>
          <p:spPr>
            <a:xfrm>
              <a:off x="8462096" y="3926069"/>
              <a:ext cx="166119" cy="166244"/>
            </a:xfrm>
            <a:custGeom>
              <a:avLst/>
              <a:gdLst/>
              <a:ahLst/>
              <a:cxnLst/>
              <a:rect l="l" t="t" r="r" b="b"/>
              <a:pathLst>
                <a:path w="1331" h="1332" extrusionOk="0">
                  <a:moveTo>
                    <a:pt x="664" y="1"/>
                  </a:moveTo>
                  <a:cubicBezTo>
                    <a:pt x="292" y="1"/>
                    <a:pt x="0" y="292"/>
                    <a:pt x="0" y="667"/>
                  </a:cubicBezTo>
                  <a:cubicBezTo>
                    <a:pt x="0" y="1029"/>
                    <a:pt x="292" y="1331"/>
                    <a:pt x="664" y="1331"/>
                  </a:cubicBezTo>
                  <a:cubicBezTo>
                    <a:pt x="1025" y="1331"/>
                    <a:pt x="1331" y="1029"/>
                    <a:pt x="1331" y="667"/>
                  </a:cubicBezTo>
                  <a:cubicBezTo>
                    <a:pt x="1331" y="292"/>
                    <a:pt x="1025" y="1"/>
                    <a:pt x="66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7" name="Google Shape;1937;p87"/>
            <p:cNvSpPr/>
            <p:nvPr/>
          </p:nvSpPr>
          <p:spPr>
            <a:xfrm>
              <a:off x="7642243" y="2983906"/>
              <a:ext cx="257603" cy="258102"/>
            </a:xfrm>
            <a:custGeom>
              <a:avLst/>
              <a:gdLst/>
              <a:ahLst/>
              <a:cxnLst/>
              <a:rect l="l" t="t" r="r" b="b"/>
              <a:pathLst>
                <a:path w="2064" h="2068" extrusionOk="0">
                  <a:moveTo>
                    <a:pt x="1028" y="737"/>
                  </a:moveTo>
                  <a:cubicBezTo>
                    <a:pt x="1190" y="737"/>
                    <a:pt x="1330" y="866"/>
                    <a:pt x="1330" y="1039"/>
                  </a:cubicBezTo>
                  <a:cubicBezTo>
                    <a:pt x="1330" y="1205"/>
                    <a:pt x="1190" y="1345"/>
                    <a:pt x="1028" y="1345"/>
                  </a:cubicBezTo>
                  <a:cubicBezTo>
                    <a:pt x="863" y="1345"/>
                    <a:pt x="723" y="1205"/>
                    <a:pt x="723" y="1039"/>
                  </a:cubicBezTo>
                  <a:cubicBezTo>
                    <a:pt x="723" y="866"/>
                    <a:pt x="863" y="737"/>
                    <a:pt x="1028" y="737"/>
                  </a:cubicBezTo>
                  <a:close/>
                  <a:moveTo>
                    <a:pt x="899" y="0"/>
                  </a:moveTo>
                  <a:cubicBezTo>
                    <a:pt x="874" y="0"/>
                    <a:pt x="851" y="26"/>
                    <a:pt x="840" y="48"/>
                  </a:cubicBezTo>
                  <a:lnTo>
                    <a:pt x="781" y="281"/>
                  </a:lnTo>
                  <a:cubicBezTo>
                    <a:pt x="748" y="306"/>
                    <a:pt x="700" y="317"/>
                    <a:pt x="664" y="339"/>
                  </a:cubicBezTo>
                  <a:lnTo>
                    <a:pt x="454" y="211"/>
                  </a:lnTo>
                  <a:cubicBezTo>
                    <a:pt x="445" y="206"/>
                    <a:pt x="436" y="203"/>
                    <a:pt x="427" y="203"/>
                  </a:cubicBezTo>
                  <a:cubicBezTo>
                    <a:pt x="413" y="203"/>
                    <a:pt x="399" y="209"/>
                    <a:pt x="384" y="225"/>
                  </a:cubicBezTo>
                  <a:lnTo>
                    <a:pt x="210" y="398"/>
                  </a:lnTo>
                  <a:cubicBezTo>
                    <a:pt x="188" y="409"/>
                    <a:pt x="188" y="446"/>
                    <a:pt x="199" y="468"/>
                  </a:cubicBezTo>
                  <a:lnTo>
                    <a:pt x="328" y="678"/>
                  </a:lnTo>
                  <a:cubicBezTo>
                    <a:pt x="303" y="715"/>
                    <a:pt x="291" y="759"/>
                    <a:pt x="280" y="796"/>
                  </a:cubicBezTo>
                  <a:lnTo>
                    <a:pt x="48" y="855"/>
                  </a:lnTo>
                  <a:cubicBezTo>
                    <a:pt x="11" y="866"/>
                    <a:pt x="0" y="888"/>
                    <a:pt x="0" y="911"/>
                  </a:cubicBezTo>
                  <a:lnTo>
                    <a:pt x="0" y="1157"/>
                  </a:lnTo>
                  <a:cubicBezTo>
                    <a:pt x="0" y="1179"/>
                    <a:pt x="11" y="1216"/>
                    <a:pt x="48" y="1216"/>
                  </a:cubicBezTo>
                  <a:lnTo>
                    <a:pt x="280" y="1275"/>
                  </a:lnTo>
                  <a:cubicBezTo>
                    <a:pt x="291" y="1319"/>
                    <a:pt x="303" y="1356"/>
                    <a:pt x="328" y="1401"/>
                  </a:cubicBezTo>
                  <a:lnTo>
                    <a:pt x="199" y="1599"/>
                  </a:lnTo>
                  <a:cubicBezTo>
                    <a:pt x="188" y="1625"/>
                    <a:pt x="188" y="1658"/>
                    <a:pt x="210" y="1681"/>
                  </a:cubicBezTo>
                  <a:lnTo>
                    <a:pt x="384" y="1846"/>
                  </a:lnTo>
                  <a:cubicBezTo>
                    <a:pt x="399" y="1859"/>
                    <a:pt x="412" y="1864"/>
                    <a:pt x="426" y="1864"/>
                  </a:cubicBezTo>
                  <a:cubicBezTo>
                    <a:pt x="435" y="1864"/>
                    <a:pt x="445" y="1862"/>
                    <a:pt x="454" y="1857"/>
                  </a:cubicBezTo>
                  <a:lnTo>
                    <a:pt x="664" y="1739"/>
                  </a:lnTo>
                  <a:cubicBezTo>
                    <a:pt x="700" y="1751"/>
                    <a:pt x="748" y="1776"/>
                    <a:pt x="781" y="1787"/>
                  </a:cubicBezTo>
                  <a:lnTo>
                    <a:pt x="840" y="2019"/>
                  </a:lnTo>
                  <a:cubicBezTo>
                    <a:pt x="851" y="2045"/>
                    <a:pt x="874" y="2067"/>
                    <a:pt x="899" y="2067"/>
                  </a:cubicBezTo>
                  <a:lnTo>
                    <a:pt x="1143" y="2067"/>
                  </a:lnTo>
                  <a:cubicBezTo>
                    <a:pt x="1179" y="2067"/>
                    <a:pt x="1201" y="2045"/>
                    <a:pt x="1201" y="2019"/>
                  </a:cubicBezTo>
                  <a:lnTo>
                    <a:pt x="1260" y="1787"/>
                  </a:lnTo>
                  <a:cubicBezTo>
                    <a:pt x="1308" y="1776"/>
                    <a:pt x="1341" y="1751"/>
                    <a:pt x="1389" y="1739"/>
                  </a:cubicBezTo>
                  <a:lnTo>
                    <a:pt x="1588" y="1857"/>
                  </a:lnTo>
                  <a:cubicBezTo>
                    <a:pt x="1602" y="1862"/>
                    <a:pt x="1614" y="1864"/>
                    <a:pt x="1625" y="1864"/>
                  </a:cubicBezTo>
                  <a:cubicBezTo>
                    <a:pt x="1641" y="1864"/>
                    <a:pt x="1654" y="1859"/>
                    <a:pt x="1669" y="1846"/>
                  </a:cubicBezTo>
                  <a:lnTo>
                    <a:pt x="1843" y="1681"/>
                  </a:lnTo>
                  <a:cubicBezTo>
                    <a:pt x="1854" y="1658"/>
                    <a:pt x="1868" y="1625"/>
                    <a:pt x="1843" y="1599"/>
                  </a:cubicBezTo>
                  <a:lnTo>
                    <a:pt x="1728" y="1401"/>
                  </a:lnTo>
                  <a:cubicBezTo>
                    <a:pt x="1739" y="1356"/>
                    <a:pt x="1761" y="1319"/>
                    <a:pt x="1773" y="1275"/>
                  </a:cubicBezTo>
                  <a:lnTo>
                    <a:pt x="2019" y="1216"/>
                  </a:lnTo>
                  <a:cubicBezTo>
                    <a:pt x="2042" y="1216"/>
                    <a:pt x="2064" y="1179"/>
                    <a:pt x="2064" y="1157"/>
                  </a:cubicBezTo>
                  <a:lnTo>
                    <a:pt x="2064" y="911"/>
                  </a:lnTo>
                  <a:cubicBezTo>
                    <a:pt x="2064" y="888"/>
                    <a:pt x="2042" y="866"/>
                    <a:pt x="2019" y="855"/>
                  </a:cubicBezTo>
                  <a:lnTo>
                    <a:pt x="1773" y="796"/>
                  </a:lnTo>
                  <a:cubicBezTo>
                    <a:pt x="1761" y="759"/>
                    <a:pt x="1739" y="715"/>
                    <a:pt x="1728" y="678"/>
                  </a:cubicBezTo>
                  <a:lnTo>
                    <a:pt x="1843" y="468"/>
                  </a:lnTo>
                  <a:cubicBezTo>
                    <a:pt x="1868" y="446"/>
                    <a:pt x="1854" y="409"/>
                    <a:pt x="1843" y="398"/>
                  </a:cubicBezTo>
                  <a:lnTo>
                    <a:pt x="1669" y="225"/>
                  </a:lnTo>
                  <a:cubicBezTo>
                    <a:pt x="1654" y="209"/>
                    <a:pt x="1640" y="203"/>
                    <a:pt x="1624" y="203"/>
                  </a:cubicBezTo>
                  <a:cubicBezTo>
                    <a:pt x="1613" y="203"/>
                    <a:pt x="1601" y="206"/>
                    <a:pt x="1588" y="211"/>
                  </a:cubicBezTo>
                  <a:lnTo>
                    <a:pt x="1389" y="339"/>
                  </a:lnTo>
                  <a:cubicBezTo>
                    <a:pt x="1341" y="317"/>
                    <a:pt x="1308" y="306"/>
                    <a:pt x="1260" y="281"/>
                  </a:cubicBezTo>
                  <a:lnTo>
                    <a:pt x="1201" y="48"/>
                  </a:lnTo>
                  <a:cubicBezTo>
                    <a:pt x="1201" y="26"/>
                    <a:pt x="1179" y="0"/>
                    <a:pt x="114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8" name="Google Shape;1938;p87"/>
            <p:cNvSpPr/>
            <p:nvPr/>
          </p:nvSpPr>
          <p:spPr>
            <a:xfrm>
              <a:off x="6183319" y="2362120"/>
              <a:ext cx="632025" cy="630652"/>
            </a:xfrm>
            <a:custGeom>
              <a:avLst/>
              <a:gdLst/>
              <a:ahLst/>
              <a:cxnLst/>
              <a:rect l="l" t="t" r="r" b="b"/>
              <a:pathLst>
                <a:path w="5064" h="5053" extrusionOk="0">
                  <a:moveTo>
                    <a:pt x="2532" y="1"/>
                  </a:moveTo>
                  <a:cubicBezTo>
                    <a:pt x="1132" y="1"/>
                    <a:pt x="1" y="1132"/>
                    <a:pt x="1" y="2521"/>
                  </a:cubicBezTo>
                  <a:cubicBezTo>
                    <a:pt x="1" y="3921"/>
                    <a:pt x="1132" y="5052"/>
                    <a:pt x="2532" y="5052"/>
                  </a:cubicBezTo>
                  <a:cubicBezTo>
                    <a:pt x="3932" y="5052"/>
                    <a:pt x="5063" y="3921"/>
                    <a:pt x="5063" y="2521"/>
                  </a:cubicBezTo>
                  <a:cubicBezTo>
                    <a:pt x="5063" y="1132"/>
                    <a:pt x="3932" y="1"/>
                    <a:pt x="253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9" name="Google Shape;1939;p87"/>
            <p:cNvSpPr/>
            <p:nvPr/>
          </p:nvSpPr>
          <p:spPr>
            <a:xfrm>
              <a:off x="6302509" y="2481685"/>
              <a:ext cx="393268" cy="391896"/>
            </a:xfrm>
            <a:custGeom>
              <a:avLst/>
              <a:gdLst/>
              <a:ahLst/>
              <a:cxnLst/>
              <a:rect l="l" t="t" r="r" b="b"/>
              <a:pathLst>
                <a:path w="3151" h="3140" extrusionOk="0">
                  <a:moveTo>
                    <a:pt x="1577" y="1"/>
                  </a:moveTo>
                  <a:cubicBezTo>
                    <a:pt x="701" y="1"/>
                    <a:pt x="1" y="701"/>
                    <a:pt x="1" y="1563"/>
                  </a:cubicBezTo>
                  <a:cubicBezTo>
                    <a:pt x="1" y="2440"/>
                    <a:pt x="701" y="3140"/>
                    <a:pt x="1577" y="3140"/>
                  </a:cubicBezTo>
                  <a:cubicBezTo>
                    <a:pt x="2440" y="3140"/>
                    <a:pt x="3151" y="2440"/>
                    <a:pt x="3151" y="1563"/>
                  </a:cubicBezTo>
                  <a:cubicBezTo>
                    <a:pt x="3151" y="701"/>
                    <a:pt x="2440" y="1"/>
                    <a:pt x="157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0" name="Google Shape;1940;p87"/>
            <p:cNvSpPr/>
            <p:nvPr/>
          </p:nvSpPr>
          <p:spPr>
            <a:xfrm>
              <a:off x="6471622" y="2769987"/>
              <a:ext cx="55415" cy="26334"/>
            </a:xfrm>
            <a:custGeom>
              <a:avLst/>
              <a:gdLst/>
              <a:ahLst/>
              <a:cxnLst/>
              <a:rect l="l" t="t" r="r" b="b"/>
              <a:pathLst>
                <a:path w="444" h="211" extrusionOk="0">
                  <a:moveTo>
                    <a:pt x="1" y="1"/>
                  </a:moveTo>
                  <a:lnTo>
                    <a:pt x="1" y="1"/>
                  </a:lnTo>
                  <a:cubicBezTo>
                    <a:pt x="12" y="118"/>
                    <a:pt x="104" y="211"/>
                    <a:pt x="222" y="211"/>
                  </a:cubicBezTo>
                  <a:cubicBezTo>
                    <a:pt x="337" y="211"/>
                    <a:pt x="432" y="118"/>
                    <a:pt x="443" y="1"/>
                  </a:cubicBezTo>
                  <a:lnTo>
                    <a:pt x="443" y="1"/>
                  </a:lnTo>
                  <a:cubicBezTo>
                    <a:pt x="351" y="12"/>
                    <a:pt x="267" y="12"/>
                    <a:pt x="222" y="12"/>
                  </a:cubicBezTo>
                  <a:cubicBezTo>
                    <a:pt x="174" y="12"/>
                    <a:pt x="93" y="12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1" name="Google Shape;1941;p87"/>
            <p:cNvSpPr/>
            <p:nvPr/>
          </p:nvSpPr>
          <p:spPr>
            <a:xfrm>
              <a:off x="6427940" y="2558940"/>
              <a:ext cx="141407" cy="141282"/>
            </a:xfrm>
            <a:custGeom>
              <a:avLst/>
              <a:gdLst/>
              <a:ahLst/>
              <a:cxnLst/>
              <a:rect l="l" t="t" r="r" b="b"/>
              <a:pathLst>
                <a:path w="1133" h="1132" extrusionOk="0">
                  <a:moveTo>
                    <a:pt x="572" y="0"/>
                  </a:moveTo>
                  <a:cubicBezTo>
                    <a:pt x="303" y="0"/>
                    <a:pt x="93" y="210"/>
                    <a:pt x="93" y="479"/>
                  </a:cubicBezTo>
                  <a:cubicBezTo>
                    <a:pt x="93" y="675"/>
                    <a:pt x="71" y="874"/>
                    <a:pt x="1" y="1062"/>
                  </a:cubicBezTo>
                  <a:cubicBezTo>
                    <a:pt x="152" y="1095"/>
                    <a:pt x="337" y="1132"/>
                    <a:pt x="572" y="1132"/>
                  </a:cubicBezTo>
                  <a:cubicBezTo>
                    <a:pt x="804" y="1132"/>
                    <a:pt x="992" y="1095"/>
                    <a:pt x="1132" y="1062"/>
                  </a:cubicBezTo>
                  <a:cubicBezTo>
                    <a:pt x="1073" y="874"/>
                    <a:pt x="1037" y="675"/>
                    <a:pt x="1037" y="479"/>
                  </a:cubicBezTo>
                  <a:cubicBezTo>
                    <a:pt x="1037" y="210"/>
                    <a:pt x="827" y="0"/>
                    <a:pt x="57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2" name="Google Shape;1942;p87"/>
            <p:cNvSpPr/>
            <p:nvPr/>
          </p:nvSpPr>
          <p:spPr>
            <a:xfrm>
              <a:off x="6410467" y="2706087"/>
              <a:ext cx="177726" cy="49424"/>
            </a:xfrm>
            <a:custGeom>
              <a:avLst/>
              <a:gdLst/>
              <a:ahLst/>
              <a:cxnLst/>
              <a:rect l="l" t="t" r="r" b="b"/>
              <a:pathLst>
                <a:path w="1424" h="396" extrusionOk="0">
                  <a:moveTo>
                    <a:pt x="104" y="0"/>
                  </a:moveTo>
                  <a:cubicBezTo>
                    <a:pt x="71" y="56"/>
                    <a:pt x="46" y="126"/>
                    <a:pt x="12" y="185"/>
                  </a:cubicBezTo>
                  <a:cubicBezTo>
                    <a:pt x="1" y="210"/>
                    <a:pt x="1" y="222"/>
                    <a:pt x="1" y="222"/>
                  </a:cubicBezTo>
                  <a:cubicBezTo>
                    <a:pt x="1" y="314"/>
                    <a:pt x="314" y="395"/>
                    <a:pt x="712" y="395"/>
                  </a:cubicBezTo>
                  <a:cubicBezTo>
                    <a:pt x="1107" y="395"/>
                    <a:pt x="1423" y="314"/>
                    <a:pt x="1423" y="222"/>
                  </a:cubicBezTo>
                  <a:cubicBezTo>
                    <a:pt x="1423" y="222"/>
                    <a:pt x="1412" y="210"/>
                    <a:pt x="1401" y="185"/>
                  </a:cubicBezTo>
                  <a:cubicBezTo>
                    <a:pt x="1376" y="126"/>
                    <a:pt x="1342" y="56"/>
                    <a:pt x="1317" y="0"/>
                  </a:cubicBezTo>
                  <a:cubicBezTo>
                    <a:pt x="1143" y="45"/>
                    <a:pt x="933" y="82"/>
                    <a:pt x="712" y="82"/>
                  </a:cubicBezTo>
                  <a:cubicBezTo>
                    <a:pt x="491" y="82"/>
                    <a:pt x="281" y="45"/>
                    <a:pt x="10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3" name="Google Shape;1943;p87"/>
            <p:cNvSpPr/>
            <p:nvPr/>
          </p:nvSpPr>
          <p:spPr>
            <a:xfrm>
              <a:off x="7519932" y="2282132"/>
              <a:ext cx="1182426" cy="369929"/>
            </a:xfrm>
            <a:custGeom>
              <a:avLst/>
              <a:gdLst/>
              <a:ahLst/>
              <a:cxnLst/>
              <a:rect l="l" t="t" r="r" b="b"/>
              <a:pathLst>
                <a:path w="9474" h="2964" extrusionOk="0">
                  <a:moveTo>
                    <a:pt x="339" y="1"/>
                  </a:moveTo>
                  <a:cubicBezTo>
                    <a:pt x="151" y="1"/>
                    <a:pt x="0" y="152"/>
                    <a:pt x="0" y="351"/>
                  </a:cubicBezTo>
                  <a:lnTo>
                    <a:pt x="0" y="2625"/>
                  </a:lnTo>
                  <a:cubicBezTo>
                    <a:pt x="0" y="2812"/>
                    <a:pt x="151" y="2964"/>
                    <a:pt x="339" y="2964"/>
                  </a:cubicBezTo>
                  <a:lnTo>
                    <a:pt x="9134" y="2964"/>
                  </a:lnTo>
                  <a:cubicBezTo>
                    <a:pt x="9322" y="2964"/>
                    <a:pt x="9473" y="2812"/>
                    <a:pt x="9473" y="2625"/>
                  </a:cubicBezTo>
                  <a:lnTo>
                    <a:pt x="9473" y="351"/>
                  </a:lnTo>
                  <a:cubicBezTo>
                    <a:pt x="9473" y="152"/>
                    <a:pt x="9322" y="1"/>
                    <a:pt x="9134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4EB3E4">
                    <a:alpha val="57647"/>
                  </a:srgbClr>
                </a:gs>
              </a:gsLst>
              <a:lin ang="5400700" scaled="0"/>
            </a:gra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4" name="Google Shape;1944;p87"/>
            <p:cNvSpPr/>
            <p:nvPr/>
          </p:nvSpPr>
          <p:spPr>
            <a:xfrm>
              <a:off x="7768671" y="2367874"/>
              <a:ext cx="684819" cy="64401"/>
            </a:xfrm>
            <a:custGeom>
              <a:avLst/>
              <a:gdLst/>
              <a:ahLst/>
              <a:cxnLst/>
              <a:rect l="l" t="t" r="r" b="b"/>
              <a:pathLst>
                <a:path w="5487" h="516" extrusionOk="0">
                  <a:moveTo>
                    <a:pt x="258" y="0"/>
                  </a:moveTo>
                  <a:cubicBezTo>
                    <a:pt x="118" y="0"/>
                    <a:pt x="1" y="118"/>
                    <a:pt x="1" y="258"/>
                  </a:cubicBezTo>
                  <a:cubicBezTo>
                    <a:pt x="1" y="398"/>
                    <a:pt x="118" y="515"/>
                    <a:pt x="258" y="515"/>
                  </a:cubicBezTo>
                  <a:lnTo>
                    <a:pt x="5229" y="515"/>
                  </a:lnTo>
                  <a:cubicBezTo>
                    <a:pt x="5369" y="515"/>
                    <a:pt x="5486" y="398"/>
                    <a:pt x="5486" y="258"/>
                  </a:cubicBezTo>
                  <a:cubicBezTo>
                    <a:pt x="5486" y="118"/>
                    <a:pt x="5369" y="0"/>
                    <a:pt x="522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5" name="Google Shape;1945;p87"/>
            <p:cNvSpPr/>
            <p:nvPr/>
          </p:nvSpPr>
          <p:spPr>
            <a:xfrm>
              <a:off x="7933291" y="2506160"/>
              <a:ext cx="355577" cy="64525"/>
            </a:xfrm>
            <a:custGeom>
              <a:avLst/>
              <a:gdLst/>
              <a:ahLst/>
              <a:cxnLst/>
              <a:rect l="l" t="t" r="r" b="b"/>
              <a:pathLst>
                <a:path w="2849" h="517" extrusionOk="0">
                  <a:moveTo>
                    <a:pt x="258" y="1"/>
                  </a:moveTo>
                  <a:cubicBezTo>
                    <a:pt x="118" y="1"/>
                    <a:pt x="1" y="119"/>
                    <a:pt x="1" y="259"/>
                  </a:cubicBezTo>
                  <a:cubicBezTo>
                    <a:pt x="1" y="399"/>
                    <a:pt x="118" y="516"/>
                    <a:pt x="258" y="516"/>
                  </a:cubicBezTo>
                  <a:lnTo>
                    <a:pt x="2591" y="516"/>
                  </a:lnTo>
                  <a:cubicBezTo>
                    <a:pt x="2731" y="516"/>
                    <a:pt x="2849" y="399"/>
                    <a:pt x="2849" y="259"/>
                  </a:cubicBezTo>
                  <a:cubicBezTo>
                    <a:pt x="2849" y="119"/>
                    <a:pt x="2731" y="1"/>
                    <a:pt x="259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6" name="Google Shape;1946;p87"/>
            <p:cNvSpPr/>
            <p:nvPr/>
          </p:nvSpPr>
          <p:spPr>
            <a:xfrm>
              <a:off x="7387388" y="2815043"/>
              <a:ext cx="218538" cy="595706"/>
            </a:xfrm>
            <a:custGeom>
              <a:avLst/>
              <a:gdLst/>
              <a:ahLst/>
              <a:cxnLst/>
              <a:rect l="l" t="t" r="r" b="b"/>
              <a:pathLst>
                <a:path w="1751" h="4773" extrusionOk="0">
                  <a:moveTo>
                    <a:pt x="1143" y="1"/>
                  </a:moveTo>
                  <a:cubicBezTo>
                    <a:pt x="443" y="561"/>
                    <a:pt x="1" y="1423"/>
                    <a:pt x="1" y="2381"/>
                  </a:cubicBezTo>
                  <a:cubicBezTo>
                    <a:pt x="1" y="3350"/>
                    <a:pt x="443" y="4213"/>
                    <a:pt x="1143" y="4773"/>
                  </a:cubicBezTo>
                  <a:cubicBezTo>
                    <a:pt x="1353" y="4574"/>
                    <a:pt x="1552" y="4378"/>
                    <a:pt x="1751" y="4168"/>
                  </a:cubicBezTo>
                  <a:cubicBezTo>
                    <a:pt x="1202" y="3770"/>
                    <a:pt x="852" y="3118"/>
                    <a:pt x="852" y="2381"/>
                  </a:cubicBezTo>
                  <a:cubicBezTo>
                    <a:pt x="852" y="1659"/>
                    <a:pt x="1202" y="1003"/>
                    <a:pt x="1751" y="597"/>
                  </a:cubicBezTo>
                  <a:cubicBezTo>
                    <a:pt x="1552" y="399"/>
                    <a:pt x="1353" y="200"/>
                    <a:pt x="114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47" name="Google Shape;1947;p87"/>
          <p:cNvGrpSpPr/>
          <p:nvPr/>
        </p:nvGrpSpPr>
        <p:grpSpPr>
          <a:xfrm>
            <a:off x="5054450" y="1018150"/>
            <a:ext cx="396150" cy="360700"/>
            <a:chOff x="1615925" y="2456425"/>
            <a:chExt cx="396150" cy="360700"/>
          </a:xfrm>
        </p:grpSpPr>
        <p:sp>
          <p:nvSpPr>
            <p:cNvPr id="1948" name="Google Shape;1948;p87"/>
            <p:cNvSpPr/>
            <p:nvPr/>
          </p:nvSpPr>
          <p:spPr>
            <a:xfrm>
              <a:off x="1615925" y="2456425"/>
              <a:ext cx="396150" cy="360700"/>
            </a:xfrm>
            <a:custGeom>
              <a:avLst/>
              <a:gdLst/>
              <a:ahLst/>
              <a:cxnLst/>
              <a:rect l="l" t="t" r="r" b="b"/>
              <a:pathLst>
                <a:path w="15846" h="14428" extrusionOk="0">
                  <a:moveTo>
                    <a:pt x="7919" y="1"/>
                  </a:moveTo>
                  <a:cubicBezTo>
                    <a:pt x="6072" y="1"/>
                    <a:pt x="4221" y="709"/>
                    <a:pt x="2803" y="2127"/>
                  </a:cubicBezTo>
                  <a:cubicBezTo>
                    <a:pt x="1" y="4929"/>
                    <a:pt x="1" y="9499"/>
                    <a:pt x="2803" y="12301"/>
                  </a:cubicBezTo>
                  <a:cubicBezTo>
                    <a:pt x="4221" y="13719"/>
                    <a:pt x="6072" y="14428"/>
                    <a:pt x="7919" y="14428"/>
                  </a:cubicBezTo>
                  <a:cubicBezTo>
                    <a:pt x="9766" y="14428"/>
                    <a:pt x="11609" y="13719"/>
                    <a:pt x="13010" y="12301"/>
                  </a:cubicBezTo>
                  <a:cubicBezTo>
                    <a:pt x="15846" y="9499"/>
                    <a:pt x="15846" y="4929"/>
                    <a:pt x="13010" y="2127"/>
                  </a:cubicBezTo>
                  <a:cubicBezTo>
                    <a:pt x="11609" y="709"/>
                    <a:pt x="9766" y="1"/>
                    <a:pt x="791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9" name="Google Shape;1949;p87"/>
            <p:cNvSpPr/>
            <p:nvPr/>
          </p:nvSpPr>
          <p:spPr>
            <a:xfrm>
              <a:off x="1658475" y="2554575"/>
              <a:ext cx="311075" cy="191050"/>
            </a:xfrm>
            <a:custGeom>
              <a:avLst/>
              <a:gdLst/>
              <a:ahLst/>
              <a:cxnLst/>
              <a:rect l="l" t="t" r="r" b="b"/>
              <a:pathLst>
                <a:path w="12443" h="7642" extrusionOk="0">
                  <a:moveTo>
                    <a:pt x="3916" y="1"/>
                  </a:moveTo>
                  <a:cubicBezTo>
                    <a:pt x="3438" y="1"/>
                    <a:pt x="2905" y="200"/>
                    <a:pt x="2335" y="736"/>
                  </a:cubicBezTo>
                  <a:cubicBezTo>
                    <a:pt x="0" y="2971"/>
                    <a:pt x="6238" y="7641"/>
                    <a:pt x="6238" y="7641"/>
                  </a:cubicBezTo>
                  <a:cubicBezTo>
                    <a:pt x="6238" y="7641"/>
                    <a:pt x="12442" y="2971"/>
                    <a:pt x="10107" y="736"/>
                  </a:cubicBezTo>
                  <a:cubicBezTo>
                    <a:pt x="9546" y="200"/>
                    <a:pt x="9019" y="1"/>
                    <a:pt x="8546" y="1"/>
                  </a:cubicBezTo>
                  <a:cubicBezTo>
                    <a:pt x="7164" y="1"/>
                    <a:pt x="6238" y="1704"/>
                    <a:pt x="6238" y="1704"/>
                  </a:cubicBezTo>
                  <a:cubicBezTo>
                    <a:pt x="6238" y="1704"/>
                    <a:pt x="5312" y="1"/>
                    <a:pt x="391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50" name="Google Shape;1950;p87"/>
          <p:cNvSpPr/>
          <p:nvPr/>
        </p:nvSpPr>
        <p:spPr>
          <a:xfrm>
            <a:off x="1650573" y="3863150"/>
            <a:ext cx="299275" cy="299275"/>
          </a:xfrm>
          <a:custGeom>
            <a:avLst/>
            <a:gdLst/>
            <a:ahLst/>
            <a:cxnLst/>
            <a:rect l="l" t="t" r="r" b="b"/>
            <a:pathLst>
              <a:path w="10031" h="10031" extrusionOk="0">
                <a:moveTo>
                  <a:pt x="5047" y="3455"/>
                </a:moveTo>
                <a:cubicBezTo>
                  <a:pt x="5309" y="3455"/>
                  <a:pt x="5573" y="3526"/>
                  <a:pt x="5806" y="3678"/>
                </a:cubicBezTo>
                <a:cubicBezTo>
                  <a:pt x="6535" y="4134"/>
                  <a:pt x="6778" y="5046"/>
                  <a:pt x="6353" y="5775"/>
                </a:cubicBezTo>
                <a:cubicBezTo>
                  <a:pt x="6074" y="6254"/>
                  <a:pt x="5572" y="6523"/>
                  <a:pt x="5055" y="6523"/>
                </a:cubicBezTo>
                <a:cubicBezTo>
                  <a:pt x="4783" y="6523"/>
                  <a:pt x="4507" y="6449"/>
                  <a:pt x="4256" y="6292"/>
                </a:cubicBezTo>
                <a:cubicBezTo>
                  <a:pt x="3526" y="5897"/>
                  <a:pt x="3283" y="4924"/>
                  <a:pt x="3739" y="4225"/>
                </a:cubicBezTo>
                <a:cubicBezTo>
                  <a:pt x="4002" y="3739"/>
                  <a:pt x="4522" y="3455"/>
                  <a:pt x="5047" y="3455"/>
                </a:cubicBezTo>
                <a:close/>
                <a:moveTo>
                  <a:pt x="4681" y="0"/>
                </a:moveTo>
                <a:lnTo>
                  <a:pt x="2857" y="456"/>
                </a:lnTo>
                <a:lnTo>
                  <a:pt x="3222" y="1854"/>
                </a:lnTo>
                <a:cubicBezTo>
                  <a:pt x="2979" y="2006"/>
                  <a:pt x="2705" y="2189"/>
                  <a:pt x="2462" y="2432"/>
                </a:cubicBezTo>
                <a:lnTo>
                  <a:pt x="1216" y="1672"/>
                </a:lnTo>
                <a:lnTo>
                  <a:pt x="274" y="3313"/>
                </a:lnTo>
                <a:lnTo>
                  <a:pt x="1520" y="4073"/>
                </a:lnTo>
                <a:cubicBezTo>
                  <a:pt x="1459" y="4377"/>
                  <a:pt x="1398" y="4681"/>
                  <a:pt x="1398" y="4985"/>
                </a:cubicBezTo>
                <a:lnTo>
                  <a:pt x="0" y="5350"/>
                </a:lnTo>
                <a:lnTo>
                  <a:pt x="456" y="7173"/>
                </a:lnTo>
                <a:lnTo>
                  <a:pt x="1854" y="6809"/>
                </a:lnTo>
                <a:cubicBezTo>
                  <a:pt x="2006" y="7052"/>
                  <a:pt x="2189" y="7325"/>
                  <a:pt x="2432" y="7569"/>
                </a:cubicBezTo>
                <a:lnTo>
                  <a:pt x="1672" y="8815"/>
                </a:lnTo>
                <a:lnTo>
                  <a:pt x="3313" y="9757"/>
                </a:lnTo>
                <a:lnTo>
                  <a:pt x="4073" y="8511"/>
                </a:lnTo>
                <a:cubicBezTo>
                  <a:pt x="4377" y="8572"/>
                  <a:pt x="4681" y="8632"/>
                  <a:pt x="4985" y="8632"/>
                </a:cubicBezTo>
                <a:lnTo>
                  <a:pt x="5350" y="10031"/>
                </a:lnTo>
                <a:lnTo>
                  <a:pt x="7174" y="9575"/>
                </a:lnTo>
                <a:lnTo>
                  <a:pt x="6809" y="8176"/>
                </a:lnTo>
                <a:cubicBezTo>
                  <a:pt x="7052" y="8024"/>
                  <a:pt x="7326" y="7812"/>
                  <a:pt x="7569" y="7599"/>
                </a:cubicBezTo>
                <a:lnTo>
                  <a:pt x="8815" y="8359"/>
                </a:lnTo>
                <a:lnTo>
                  <a:pt x="9757" y="6717"/>
                </a:lnTo>
                <a:lnTo>
                  <a:pt x="8511" y="5958"/>
                </a:lnTo>
                <a:cubicBezTo>
                  <a:pt x="8572" y="5654"/>
                  <a:pt x="8633" y="5350"/>
                  <a:pt x="8633" y="5046"/>
                </a:cubicBezTo>
                <a:lnTo>
                  <a:pt x="10031" y="4681"/>
                </a:lnTo>
                <a:lnTo>
                  <a:pt x="9575" y="2857"/>
                </a:lnTo>
                <a:lnTo>
                  <a:pt x="8177" y="3222"/>
                </a:lnTo>
                <a:cubicBezTo>
                  <a:pt x="8025" y="2948"/>
                  <a:pt x="7842" y="2705"/>
                  <a:pt x="7599" y="2462"/>
                </a:cubicBezTo>
                <a:lnTo>
                  <a:pt x="8359" y="1216"/>
                </a:lnTo>
                <a:lnTo>
                  <a:pt x="6718" y="274"/>
                </a:lnTo>
                <a:lnTo>
                  <a:pt x="5958" y="1520"/>
                </a:lnTo>
                <a:cubicBezTo>
                  <a:pt x="5654" y="1429"/>
                  <a:pt x="5350" y="1398"/>
                  <a:pt x="5046" y="1398"/>
                </a:cubicBezTo>
                <a:lnTo>
                  <a:pt x="4681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blurRad="57150" dist="476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1594;p78">
            <a:extLst>
              <a:ext uri="{FF2B5EF4-FFF2-40B4-BE49-F238E27FC236}">
                <a16:creationId xmlns:a16="http://schemas.microsoft.com/office/drawing/2014/main" id="{88CFE1BE-A985-43C3-BCD4-27C498A9443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69959" y="1216983"/>
            <a:ext cx="4205400" cy="166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0" dirty="0"/>
              <a:t>Правило</a:t>
            </a:r>
            <a:endParaRPr sz="6000" dirty="0"/>
          </a:p>
        </p:txBody>
      </p:sp>
    </p:spTree>
    <p:extLst>
      <p:ext uri="{BB962C8B-B14F-4D97-AF65-F5344CB8AC3E}">
        <p14:creationId xmlns:p14="http://schemas.microsoft.com/office/powerpoint/2010/main" val="29148216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800"/>
                                        <p:tgtEl>
                                          <p:spTgt spid="19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800"/>
                            </p:stCondLst>
                            <p:childTnLst>
                              <p:par>
                                <p:cTn id="9" presetID="8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10" dur="800" fill="hold"/>
                                        <p:tgtEl>
                                          <p:spTgt spid="195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12" dur="800" fill="hold"/>
                                        <p:tgtEl>
                                          <p:spTgt spid="194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3" name="Google Shape;1913;p87"/>
          <p:cNvSpPr/>
          <p:nvPr/>
        </p:nvSpPr>
        <p:spPr>
          <a:xfrm>
            <a:off x="2204416" y="-940170"/>
            <a:ext cx="3459000" cy="808200"/>
          </a:xfrm>
          <a:prstGeom prst="roundRect">
            <a:avLst>
              <a:gd name="adj" fmla="val 31653"/>
            </a:avLst>
          </a:prstGeom>
          <a:solidFill>
            <a:schemeClr val="lt2"/>
          </a:solidFill>
          <a:ln w="9525" cap="flat" cmpd="sng">
            <a:solidFill>
              <a:srgbClr val="D2D6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47625" dir="5400000" algn="bl" rotWithShape="0">
              <a:schemeClr val="dk1">
                <a:alpha val="24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5" name="Google Shape;1915;p87"/>
          <p:cNvSpPr txBox="1">
            <a:spLocks noGrp="1"/>
          </p:cNvSpPr>
          <p:nvPr>
            <p:ph type="subTitle" idx="1"/>
          </p:nvPr>
        </p:nvSpPr>
        <p:spPr>
          <a:xfrm>
            <a:off x="2204416" y="-892770"/>
            <a:ext cx="3458999" cy="80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>
              <a:spcAft>
                <a:spcPts val="1200"/>
              </a:spcAft>
            </a:pPr>
            <a:r>
              <a:rPr lang="ru-RU" sz="2400" dirty="0"/>
              <a:t>Не общайся с незнакомцами</a:t>
            </a:r>
            <a:endParaRPr sz="2400" dirty="0"/>
          </a:p>
        </p:txBody>
      </p:sp>
      <p:sp>
        <p:nvSpPr>
          <p:cNvPr id="1916" name="Google Shape;1916;p87"/>
          <p:cNvSpPr/>
          <p:nvPr/>
        </p:nvSpPr>
        <p:spPr>
          <a:xfrm>
            <a:off x="883861" y="1680703"/>
            <a:ext cx="1065983" cy="903596"/>
          </a:xfrm>
          <a:custGeom>
            <a:avLst/>
            <a:gdLst/>
            <a:ahLst/>
            <a:cxnLst/>
            <a:rect l="l" t="t" r="r" b="b"/>
            <a:pathLst>
              <a:path w="37831" h="32068" extrusionOk="0">
                <a:moveTo>
                  <a:pt x="4445" y="0"/>
                </a:moveTo>
                <a:cubicBezTo>
                  <a:pt x="1995" y="0"/>
                  <a:pt x="0" y="1995"/>
                  <a:pt x="0" y="4446"/>
                </a:cubicBezTo>
                <a:lnTo>
                  <a:pt x="0" y="23868"/>
                </a:lnTo>
                <a:cubicBezTo>
                  <a:pt x="0" y="26320"/>
                  <a:pt x="1995" y="28314"/>
                  <a:pt x="4445" y="28314"/>
                </a:cubicBezTo>
                <a:lnTo>
                  <a:pt x="15162" y="28314"/>
                </a:lnTo>
                <a:lnTo>
                  <a:pt x="18915" y="32067"/>
                </a:lnTo>
                <a:lnTo>
                  <a:pt x="22667" y="28314"/>
                </a:lnTo>
                <a:lnTo>
                  <a:pt x="33384" y="28314"/>
                </a:lnTo>
                <a:cubicBezTo>
                  <a:pt x="35836" y="28314"/>
                  <a:pt x="37831" y="26320"/>
                  <a:pt x="37831" y="23868"/>
                </a:cubicBezTo>
                <a:lnTo>
                  <a:pt x="37831" y="4446"/>
                </a:lnTo>
                <a:cubicBezTo>
                  <a:pt x="37831" y="1995"/>
                  <a:pt x="35836" y="0"/>
                  <a:pt x="33384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57150" dist="38100" dir="5400000" algn="bl" rotWithShape="0">
              <a:schemeClr val="dk1">
                <a:alpha val="19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7" name="Google Shape;1917;p87"/>
          <p:cNvSpPr txBox="1">
            <a:spLocks noGrp="1"/>
          </p:cNvSpPr>
          <p:nvPr>
            <p:ph type="title" idx="2"/>
          </p:nvPr>
        </p:nvSpPr>
        <p:spPr>
          <a:xfrm>
            <a:off x="932353" y="1735575"/>
            <a:ext cx="969000" cy="71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</a:t>
            </a:r>
            <a:r>
              <a:rPr lang="ru-RU" dirty="0"/>
              <a:t>4</a:t>
            </a:r>
            <a:endParaRPr dirty="0"/>
          </a:p>
        </p:txBody>
      </p:sp>
      <p:grpSp>
        <p:nvGrpSpPr>
          <p:cNvPr id="1918" name="Google Shape;1918;p87"/>
          <p:cNvGrpSpPr/>
          <p:nvPr/>
        </p:nvGrpSpPr>
        <p:grpSpPr>
          <a:xfrm rot="19401277">
            <a:off x="7010327" y="429028"/>
            <a:ext cx="3966957" cy="3166464"/>
            <a:chOff x="4091523" y="1488475"/>
            <a:chExt cx="4612204" cy="3681507"/>
          </a:xfrm>
        </p:grpSpPr>
        <p:sp>
          <p:nvSpPr>
            <p:cNvPr id="1919" name="Google Shape;1919;p87"/>
            <p:cNvSpPr/>
            <p:nvPr/>
          </p:nvSpPr>
          <p:spPr>
            <a:xfrm>
              <a:off x="6411651" y="1488475"/>
              <a:ext cx="1852393" cy="3186460"/>
            </a:xfrm>
            <a:custGeom>
              <a:avLst/>
              <a:gdLst/>
              <a:ahLst/>
              <a:cxnLst/>
              <a:rect l="l" t="t" r="r" b="b"/>
              <a:pathLst>
                <a:path w="14842" h="25531" extrusionOk="0">
                  <a:moveTo>
                    <a:pt x="1401" y="0"/>
                  </a:moveTo>
                  <a:cubicBezTo>
                    <a:pt x="782" y="0"/>
                    <a:pt x="281" y="502"/>
                    <a:pt x="281" y="1120"/>
                  </a:cubicBezTo>
                  <a:lnTo>
                    <a:pt x="281" y="2697"/>
                  </a:lnTo>
                  <a:cubicBezTo>
                    <a:pt x="118" y="2742"/>
                    <a:pt x="1" y="2896"/>
                    <a:pt x="1" y="3069"/>
                  </a:cubicBezTo>
                  <a:lnTo>
                    <a:pt x="1" y="5567"/>
                  </a:lnTo>
                  <a:cubicBezTo>
                    <a:pt x="1" y="5741"/>
                    <a:pt x="118" y="5892"/>
                    <a:pt x="281" y="5940"/>
                  </a:cubicBezTo>
                  <a:lnTo>
                    <a:pt x="281" y="24410"/>
                  </a:lnTo>
                  <a:cubicBezTo>
                    <a:pt x="281" y="25029"/>
                    <a:pt x="782" y="25530"/>
                    <a:pt x="1401" y="25530"/>
                  </a:cubicBezTo>
                  <a:lnTo>
                    <a:pt x="13442" y="25530"/>
                  </a:lnTo>
                  <a:cubicBezTo>
                    <a:pt x="14060" y="25530"/>
                    <a:pt x="14562" y="25029"/>
                    <a:pt x="14562" y="24410"/>
                  </a:cubicBezTo>
                  <a:lnTo>
                    <a:pt x="14562" y="5940"/>
                  </a:lnTo>
                  <a:cubicBezTo>
                    <a:pt x="14724" y="5892"/>
                    <a:pt x="14842" y="5741"/>
                    <a:pt x="14842" y="5567"/>
                  </a:cubicBezTo>
                  <a:lnTo>
                    <a:pt x="14842" y="3069"/>
                  </a:lnTo>
                  <a:cubicBezTo>
                    <a:pt x="14842" y="2896"/>
                    <a:pt x="14724" y="2742"/>
                    <a:pt x="14562" y="2697"/>
                  </a:cubicBezTo>
                  <a:lnTo>
                    <a:pt x="14562" y="1120"/>
                  </a:lnTo>
                  <a:cubicBezTo>
                    <a:pt x="14562" y="502"/>
                    <a:pt x="14060" y="0"/>
                    <a:pt x="1344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0" name="Google Shape;1920;p87"/>
            <p:cNvSpPr/>
            <p:nvPr/>
          </p:nvSpPr>
          <p:spPr>
            <a:xfrm>
              <a:off x="6542698" y="1581706"/>
              <a:ext cx="1590297" cy="2609850"/>
            </a:xfrm>
            <a:custGeom>
              <a:avLst/>
              <a:gdLst/>
              <a:ahLst/>
              <a:cxnLst/>
              <a:rect l="l" t="t" r="r" b="b"/>
              <a:pathLst>
                <a:path w="12742" h="20911" extrusionOk="0">
                  <a:moveTo>
                    <a:pt x="1003" y="1"/>
                  </a:moveTo>
                  <a:cubicBezTo>
                    <a:pt x="457" y="1"/>
                    <a:pt x="1" y="443"/>
                    <a:pt x="1" y="1003"/>
                  </a:cubicBezTo>
                  <a:lnTo>
                    <a:pt x="1" y="20910"/>
                  </a:lnTo>
                  <a:lnTo>
                    <a:pt x="12742" y="20910"/>
                  </a:lnTo>
                  <a:lnTo>
                    <a:pt x="12742" y="1003"/>
                  </a:lnTo>
                  <a:cubicBezTo>
                    <a:pt x="12742" y="443"/>
                    <a:pt x="12288" y="1"/>
                    <a:pt x="11739" y="1"/>
                  </a:cubicBezTo>
                  <a:lnTo>
                    <a:pt x="9334" y="1"/>
                  </a:lnTo>
                  <a:lnTo>
                    <a:pt x="9334" y="315"/>
                  </a:lnTo>
                  <a:cubicBezTo>
                    <a:pt x="9334" y="609"/>
                    <a:pt x="9101" y="841"/>
                    <a:pt x="8810" y="841"/>
                  </a:cubicBezTo>
                  <a:lnTo>
                    <a:pt x="3932" y="841"/>
                  </a:lnTo>
                  <a:cubicBezTo>
                    <a:pt x="3641" y="841"/>
                    <a:pt x="3408" y="609"/>
                    <a:pt x="3408" y="315"/>
                  </a:cubicBezTo>
                  <a:lnTo>
                    <a:pt x="3408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10801400" scaled="0"/>
            </a:gra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1" name="Google Shape;1921;p87"/>
            <p:cNvSpPr/>
            <p:nvPr/>
          </p:nvSpPr>
          <p:spPr>
            <a:xfrm>
              <a:off x="7199429" y="4294498"/>
              <a:ext cx="276948" cy="276948"/>
            </a:xfrm>
            <a:custGeom>
              <a:avLst/>
              <a:gdLst/>
              <a:ahLst/>
              <a:cxnLst/>
              <a:rect l="l" t="t" r="r" b="b"/>
              <a:pathLst>
                <a:path w="2219" h="2219" extrusionOk="0">
                  <a:moveTo>
                    <a:pt x="1109" y="0"/>
                  </a:moveTo>
                  <a:cubicBezTo>
                    <a:pt x="501" y="0"/>
                    <a:pt x="0" y="504"/>
                    <a:pt x="0" y="1109"/>
                  </a:cubicBezTo>
                  <a:cubicBezTo>
                    <a:pt x="0" y="1728"/>
                    <a:pt x="501" y="2218"/>
                    <a:pt x="1109" y="2218"/>
                  </a:cubicBezTo>
                  <a:cubicBezTo>
                    <a:pt x="1728" y="2218"/>
                    <a:pt x="2218" y="1728"/>
                    <a:pt x="2218" y="1109"/>
                  </a:cubicBezTo>
                  <a:cubicBezTo>
                    <a:pt x="2218" y="504"/>
                    <a:pt x="1728" y="0"/>
                    <a:pt x="11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2" name="Google Shape;1922;p87"/>
            <p:cNvSpPr/>
            <p:nvPr/>
          </p:nvSpPr>
          <p:spPr>
            <a:xfrm>
              <a:off x="6683854" y="1771162"/>
              <a:ext cx="555144" cy="553396"/>
            </a:xfrm>
            <a:custGeom>
              <a:avLst/>
              <a:gdLst/>
              <a:ahLst/>
              <a:cxnLst/>
              <a:rect l="l" t="t" r="r" b="b"/>
              <a:pathLst>
                <a:path w="4448" h="4434" extrusionOk="0">
                  <a:moveTo>
                    <a:pt x="306" y="1"/>
                  </a:moveTo>
                  <a:cubicBezTo>
                    <a:pt x="141" y="1"/>
                    <a:pt x="1" y="141"/>
                    <a:pt x="1" y="303"/>
                  </a:cubicBezTo>
                  <a:lnTo>
                    <a:pt x="1" y="4142"/>
                  </a:lnTo>
                  <a:cubicBezTo>
                    <a:pt x="1" y="4305"/>
                    <a:pt x="141" y="4433"/>
                    <a:pt x="306" y="4433"/>
                  </a:cubicBezTo>
                  <a:lnTo>
                    <a:pt x="4142" y="4433"/>
                  </a:lnTo>
                  <a:cubicBezTo>
                    <a:pt x="4308" y="4433"/>
                    <a:pt x="4448" y="4305"/>
                    <a:pt x="4448" y="4142"/>
                  </a:cubicBezTo>
                  <a:lnTo>
                    <a:pt x="4448" y="303"/>
                  </a:lnTo>
                  <a:cubicBezTo>
                    <a:pt x="4448" y="141"/>
                    <a:pt x="4308" y="1"/>
                    <a:pt x="414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3" name="Google Shape;1923;p87"/>
            <p:cNvSpPr/>
            <p:nvPr/>
          </p:nvSpPr>
          <p:spPr>
            <a:xfrm>
              <a:off x="7334969" y="1890352"/>
              <a:ext cx="656862" cy="38191"/>
            </a:xfrm>
            <a:custGeom>
              <a:avLst/>
              <a:gdLst/>
              <a:ahLst/>
              <a:cxnLst/>
              <a:rect l="l" t="t" r="r" b="b"/>
              <a:pathLst>
                <a:path w="5263" h="306" extrusionOk="0">
                  <a:moveTo>
                    <a:pt x="141" y="1"/>
                  </a:moveTo>
                  <a:cubicBezTo>
                    <a:pt x="60" y="1"/>
                    <a:pt x="1" y="71"/>
                    <a:pt x="1" y="152"/>
                  </a:cubicBezTo>
                  <a:cubicBezTo>
                    <a:pt x="1" y="236"/>
                    <a:pt x="60" y="306"/>
                    <a:pt x="141" y="306"/>
                  </a:cubicBezTo>
                  <a:lnTo>
                    <a:pt x="5111" y="306"/>
                  </a:lnTo>
                  <a:cubicBezTo>
                    <a:pt x="5192" y="306"/>
                    <a:pt x="5262" y="236"/>
                    <a:pt x="5262" y="152"/>
                  </a:cubicBezTo>
                  <a:cubicBezTo>
                    <a:pt x="5262" y="71"/>
                    <a:pt x="5192" y="1"/>
                    <a:pt x="51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4" name="Google Shape;1924;p87"/>
            <p:cNvSpPr/>
            <p:nvPr/>
          </p:nvSpPr>
          <p:spPr>
            <a:xfrm>
              <a:off x="7334969" y="1983707"/>
              <a:ext cx="656862" cy="36444"/>
            </a:xfrm>
            <a:custGeom>
              <a:avLst/>
              <a:gdLst/>
              <a:ahLst/>
              <a:cxnLst/>
              <a:rect l="l" t="t" r="r" b="b"/>
              <a:pathLst>
                <a:path w="5263" h="292" extrusionOk="0">
                  <a:moveTo>
                    <a:pt x="141" y="0"/>
                  </a:moveTo>
                  <a:cubicBezTo>
                    <a:pt x="60" y="0"/>
                    <a:pt x="1" y="59"/>
                    <a:pt x="1" y="140"/>
                  </a:cubicBezTo>
                  <a:cubicBezTo>
                    <a:pt x="1" y="221"/>
                    <a:pt x="60" y="291"/>
                    <a:pt x="141" y="291"/>
                  </a:cubicBezTo>
                  <a:lnTo>
                    <a:pt x="5111" y="291"/>
                  </a:lnTo>
                  <a:cubicBezTo>
                    <a:pt x="5192" y="291"/>
                    <a:pt x="5262" y="221"/>
                    <a:pt x="5262" y="140"/>
                  </a:cubicBezTo>
                  <a:cubicBezTo>
                    <a:pt x="5262" y="59"/>
                    <a:pt x="5192" y="0"/>
                    <a:pt x="51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5" name="Google Shape;1925;p87"/>
            <p:cNvSpPr/>
            <p:nvPr/>
          </p:nvSpPr>
          <p:spPr>
            <a:xfrm>
              <a:off x="7334969" y="2075190"/>
              <a:ext cx="656862" cy="38316"/>
            </a:xfrm>
            <a:custGeom>
              <a:avLst/>
              <a:gdLst/>
              <a:ahLst/>
              <a:cxnLst/>
              <a:rect l="l" t="t" r="r" b="b"/>
              <a:pathLst>
                <a:path w="5263" h="307" extrusionOk="0">
                  <a:moveTo>
                    <a:pt x="141" y="1"/>
                  </a:moveTo>
                  <a:cubicBezTo>
                    <a:pt x="60" y="1"/>
                    <a:pt x="1" y="71"/>
                    <a:pt x="1" y="155"/>
                  </a:cubicBezTo>
                  <a:cubicBezTo>
                    <a:pt x="1" y="236"/>
                    <a:pt x="60" y="306"/>
                    <a:pt x="141" y="306"/>
                  </a:cubicBezTo>
                  <a:lnTo>
                    <a:pt x="5111" y="306"/>
                  </a:lnTo>
                  <a:cubicBezTo>
                    <a:pt x="5192" y="306"/>
                    <a:pt x="5262" y="236"/>
                    <a:pt x="5262" y="155"/>
                  </a:cubicBezTo>
                  <a:cubicBezTo>
                    <a:pt x="5262" y="71"/>
                    <a:pt x="5192" y="1"/>
                    <a:pt x="51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6" name="Google Shape;1926;p87"/>
            <p:cNvSpPr/>
            <p:nvPr/>
          </p:nvSpPr>
          <p:spPr>
            <a:xfrm>
              <a:off x="7334969" y="2168545"/>
              <a:ext cx="656862" cy="36444"/>
            </a:xfrm>
            <a:custGeom>
              <a:avLst/>
              <a:gdLst/>
              <a:ahLst/>
              <a:cxnLst/>
              <a:rect l="l" t="t" r="r" b="b"/>
              <a:pathLst>
                <a:path w="5263" h="292" extrusionOk="0">
                  <a:moveTo>
                    <a:pt x="141" y="1"/>
                  </a:moveTo>
                  <a:cubicBezTo>
                    <a:pt x="60" y="1"/>
                    <a:pt x="1" y="59"/>
                    <a:pt x="1" y="141"/>
                  </a:cubicBezTo>
                  <a:cubicBezTo>
                    <a:pt x="1" y="222"/>
                    <a:pt x="60" y="292"/>
                    <a:pt x="141" y="292"/>
                  </a:cubicBezTo>
                  <a:lnTo>
                    <a:pt x="5111" y="292"/>
                  </a:lnTo>
                  <a:cubicBezTo>
                    <a:pt x="5192" y="292"/>
                    <a:pt x="5262" y="222"/>
                    <a:pt x="5262" y="141"/>
                  </a:cubicBezTo>
                  <a:cubicBezTo>
                    <a:pt x="5262" y="59"/>
                    <a:pt x="5192" y="1"/>
                    <a:pt x="51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7" name="Google Shape;1927;p87"/>
            <p:cNvSpPr/>
            <p:nvPr/>
          </p:nvSpPr>
          <p:spPr>
            <a:xfrm>
              <a:off x="6829628" y="1870133"/>
              <a:ext cx="257727" cy="355452"/>
            </a:xfrm>
            <a:custGeom>
              <a:avLst/>
              <a:gdLst/>
              <a:ahLst/>
              <a:cxnLst/>
              <a:rect l="l" t="t" r="r" b="b"/>
              <a:pathLst>
                <a:path w="2065" h="2848" extrusionOk="0">
                  <a:moveTo>
                    <a:pt x="1039" y="0"/>
                  </a:moveTo>
                  <a:cubicBezTo>
                    <a:pt x="689" y="0"/>
                    <a:pt x="421" y="280"/>
                    <a:pt x="421" y="619"/>
                  </a:cubicBezTo>
                  <a:cubicBezTo>
                    <a:pt x="421" y="910"/>
                    <a:pt x="619" y="1143"/>
                    <a:pt x="888" y="1213"/>
                  </a:cubicBezTo>
                  <a:cubicBezTo>
                    <a:pt x="384" y="1330"/>
                    <a:pt x="1" y="1983"/>
                    <a:pt x="1" y="2789"/>
                  </a:cubicBezTo>
                  <a:lnTo>
                    <a:pt x="1" y="2848"/>
                  </a:lnTo>
                  <a:lnTo>
                    <a:pt x="2064" y="2848"/>
                  </a:lnTo>
                  <a:lnTo>
                    <a:pt x="2064" y="2789"/>
                  </a:lnTo>
                  <a:cubicBezTo>
                    <a:pt x="2064" y="1983"/>
                    <a:pt x="1681" y="1330"/>
                    <a:pt x="1180" y="1213"/>
                  </a:cubicBezTo>
                  <a:cubicBezTo>
                    <a:pt x="1448" y="1143"/>
                    <a:pt x="1644" y="910"/>
                    <a:pt x="1644" y="619"/>
                  </a:cubicBezTo>
                  <a:cubicBezTo>
                    <a:pt x="1644" y="280"/>
                    <a:pt x="1378" y="0"/>
                    <a:pt x="10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8" name="Google Shape;1928;p87"/>
            <p:cNvSpPr/>
            <p:nvPr/>
          </p:nvSpPr>
          <p:spPr>
            <a:xfrm>
              <a:off x="6235425" y="3399826"/>
              <a:ext cx="1003452" cy="636518"/>
            </a:xfrm>
            <a:custGeom>
              <a:avLst/>
              <a:gdLst/>
              <a:ahLst/>
              <a:cxnLst/>
              <a:rect l="l" t="t" r="r" b="b"/>
              <a:pathLst>
                <a:path w="8040" h="5100" extrusionOk="0">
                  <a:moveTo>
                    <a:pt x="468" y="1"/>
                  </a:moveTo>
                  <a:cubicBezTo>
                    <a:pt x="210" y="1"/>
                    <a:pt x="0" y="211"/>
                    <a:pt x="0" y="480"/>
                  </a:cubicBezTo>
                  <a:lnTo>
                    <a:pt x="0" y="4635"/>
                  </a:lnTo>
                  <a:cubicBezTo>
                    <a:pt x="0" y="4890"/>
                    <a:pt x="210" y="5100"/>
                    <a:pt x="468" y="5100"/>
                  </a:cubicBezTo>
                  <a:lnTo>
                    <a:pt x="7572" y="5100"/>
                  </a:lnTo>
                  <a:cubicBezTo>
                    <a:pt x="7830" y="5100"/>
                    <a:pt x="8040" y="4890"/>
                    <a:pt x="8040" y="4635"/>
                  </a:cubicBezTo>
                  <a:lnTo>
                    <a:pt x="8040" y="480"/>
                  </a:lnTo>
                  <a:cubicBezTo>
                    <a:pt x="8040" y="211"/>
                    <a:pt x="7830" y="1"/>
                    <a:pt x="757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9" name="Google Shape;1929;p87"/>
            <p:cNvSpPr/>
            <p:nvPr/>
          </p:nvSpPr>
          <p:spPr>
            <a:xfrm>
              <a:off x="6516364" y="3497674"/>
              <a:ext cx="441569" cy="441195"/>
            </a:xfrm>
            <a:custGeom>
              <a:avLst/>
              <a:gdLst/>
              <a:ahLst/>
              <a:cxnLst/>
              <a:rect l="l" t="t" r="r" b="b"/>
              <a:pathLst>
                <a:path w="3538" h="3535" extrusionOk="0">
                  <a:moveTo>
                    <a:pt x="1762" y="1"/>
                  </a:moveTo>
                  <a:cubicBezTo>
                    <a:pt x="796" y="1"/>
                    <a:pt x="1" y="793"/>
                    <a:pt x="1" y="1773"/>
                  </a:cubicBezTo>
                  <a:cubicBezTo>
                    <a:pt x="1" y="2742"/>
                    <a:pt x="796" y="3535"/>
                    <a:pt x="1762" y="3535"/>
                  </a:cubicBezTo>
                  <a:cubicBezTo>
                    <a:pt x="2742" y="3535"/>
                    <a:pt x="3537" y="2742"/>
                    <a:pt x="3537" y="1773"/>
                  </a:cubicBezTo>
                  <a:cubicBezTo>
                    <a:pt x="3537" y="793"/>
                    <a:pt x="2742" y="1"/>
                    <a:pt x="176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0" name="Google Shape;1930;p87"/>
            <p:cNvSpPr/>
            <p:nvPr/>
          </p:nvSpPr>
          <p:spPr>
            <a:xfrm>
              <a:off x="6638675" y="3605382"/>
              <a:ext cx="196946" cy="225902"/>
            </a:xfrm>
            <a:custGeom>
              <a:avLst/>
              <a:gdLst/>
              <a:ahLst/>
              <a:cxnLst/>
              <a:rect l="l" t="t" r="r" b="b"/>
              <a:pathLst>
                <a:path w="1578" h="1810" extrusionOk="0">
                  <a:moveTo>
                    <a:pt x="1" y="0"/>
                  </a:moveTo>
                  <a:lnTo>
                    <a:pt x="1" y="1809"/>
                  </a:lnTo>
                  <a:lnTo>
                    <a:pt x="1577" y="91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1" name="Google Shape;1931;p87"/>
            <p:cNvSpPr/>
            <p:nvPr/>
          </p:nvSpPr>
          <p:spPr>
            <a:xfrm>
              <a:off x="7476250" y="2817913"/>
              <a:ext cx="589715" cy="590090"/>
            </a:xfrm>
            <a:custGeom>
              <a:avLst/>
              <a:gdLst/>
              <a:ahLst/>
              <a:cxnLst/>
              <a:rect l="l" t="t" r="r" b="b"/>
              <a:pathLst>
                <a:path w="4725" h="4728" extrusionOk="0">
                  <a:moveTo>
                    <a:pt x="2358" y="0"/>
                  </a:moveTo>
                  <a:cubicBezTo>
                    <a:pt x="1050" y="0"/>
                    <a:pt x="0" y="1064"/>
                    <a:pt x="0" y="2358"/>
                  </a:cubicBezTo>
                  <a:cubicBezTo>
                    <a:pt x="0" y="3666"/>
                    <a:pt x="1050" y="4727"/>
                    <a:pt x="2358" y="4727"/>
                  </a:cubicBezTo>
                  <a:cubicBezTo>
                    <a:pt x="3663" y="4727"/>
                    <a:pt x="4724" y="3666"/>
                    <a:pt x="4724" y="2358"/>
                  </a:cubicBezTo>
                  <a:cubicBezTo>
                    <a:pt x="4724" y="1064"/>
                    <a:pt x="3663" y="0"/>
                    <a:pt x="235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2" name="Google Shape;1932;p87"/>
            <p:cNvSpPr/>
            <p:nvPr/>
          </p:nvSpPr>
          <p:spPr>
            <a:xfrm>
              <a:off x="7387388" y="2729176"/>
              <a:ext cx="765944" cy="766193"/>
            </a:xfrm>
            <a:custGeom>
              <a:avLst/>
              <a:gdLst/>
              <a:ahLst/>
              <a:cxnLst/>
              <a:rect l="l" t="t" r="r" b="b"/>
              <a:pathLst>
                <a:path w="6137" h="6139" extrusionOk="0">
                  <a:moveTo>
                    <a:pt x="3070" y="851"/>
                  </a:moveTo>
                  <a:cubicBezTo>
                    <a:pt x="4294" y="851"/>
                    <a:pt x="5285" y="1845"/>
                    <a:pt x="5285" y="3069"/>
                  </a:cubicBezTo>
                  <a:cubicBezTo>
                    <a:pt x="5285" y="4296"/>
                    <a:pt x="4294" y="5298"/>
                    <a:pt x="3070" y="5298"/>
                  </a:cubicBezTo>
                  <a:cubicBezTo>
                    <a:pt x="2580" y="5298"/>
                    <a:pt x="2123" y="5136"/>
                    <a:pt x="1751" y="4856"/>
                  </a:cubicBezTo>
                  <a:cubicBezTo>
                    <a:pt x="1202" y="4458"/>
                    <a:pt x="852" y="3806"/>
                    <a:pt x="852" y="3069"/>
                  </a:cubicBezTo>
                  <a:cubicBezTo>
                    <a:pt x="852" y="2347"/>
                    <a:pt x="1202" y="1691"/>
                    <a:pt x="1751" y="1285"/>
                  </a:cubicBezTo>
                  <a:cubicBezTo>
                    <a:pt x="2123" y="1017"/>
                    <a:pt x="2580" y="851"/>
                    <a:pt x="3070" y="851"/>
                  </a:cubicBezTo>
                  <a:close/>
                  <a:moveTo>
                    <a:pt x="3070" y="0"/>
                  </a:moveTo>
                  <a:cubicBezTo>
                    <a:pt x="2345" y="0"/>
                    <a:pt x="1670" y="258"/>
                    <a:pt x="1143" y="689"/>
                  </a:cubicBezTo>
                  <a:cubicBezTo>
                    <a:pt x="443" y="1249"/>
                    <a:pt x="1" y="2111"/>
                    <a:pt x="1" y="3069"/>
                  </a:cubicBezTo>
                  <a:cubicBezTo>
                    <a:pt x="1" y="4038"/>
                    <a:pt x="443" y="4901"/>
                    <a:pt x="1143" y="5461"/>
                  </a:cubicBezTo>
                  <a:cubicBezTo>
                    <a:pt x="1670" y="5892"/>
                    <a:pt x="2345" y="6138"/>
                    <a:pt x="3070" y="6138"/>
                  </a:cubicBezTo>
                  <a:cubicBezTo>
                    <a:pt x="4761" y="6138"/>
                    <a:pt x="6136" y="4772"/>
                    <a:pt x="6136" y="3069"/>
                  </a:cubicBezTo>
                  <a:cubicBezTo>
                    <a:pt x="6136" y="1378"/>
                    <a:pt x="4761" y="0"/>
                    <a:pt x="307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3" name="Google Shape;1933;p87"/>
            <p:cNvSpPr/>
            <p:nvPr/>
          </p:nvSpPr>
          <p:spPr>
            <a:xfrm>
              <a:off x="7946645" y="3600075"/>
              <a:ext cx="757082" cy="237384"/>
            </a:xfrm>
            <a:custGeom>
              <a:avLst/>
              <a:gdLst/>
              <a:ahLst/>
              <a:cxnLst/>
              <a:rect l="l" t="t" r="r" b="b"/>
              <a:pathLst>
                <a:path w="6066" h="1902" extrusionOk="0">
                  <a:moveTo>
                    <a:pt x="944" y="0"/>
                  </a:moveTo>
                  <a:cubicBezTo>
                    <a:pt x="420" y="0"/>
                    <a:pt x="0" y="420"/>
                    <a:pt x="0" y="944"/>
                  </a:cubicBezTo>
                  <a:cubicBezTo>
                    <a:pt x="0" y="1470"/>
                    <a:pt x="420" y="1902"/>
                    <a:pt x="944" y="1902"/>
                  </a:cubicBezTo>
                  <a:lnTo>
                    <a:pt x="5122" y="1902"/>
                  </a:lnTo>
                  <a:cubicBezTo>
                    <a:pt x="5645" y="1902"/>
                    <a:pt x="6065" y="1470"/>
                    <a:pt x="6065" y="944"/>
                  </a:cubicBezTo>
                  <a:cubicBezTo>
                    <a:pt x="6065" y="420"/>
                    <a:pt x="5645" y="0"/>
                    <a:pt x="512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4" name="Google Shape;1934;p87"/>
            <p:cNvSpPr/>
            <p:nvPr/>
          </p:nvSpPr>
          <p:spPr>
            <a:xfrm>
              <a:off x="8023776" y="3635021"/>
              <a:ext cx="166244" cy="166119"/>
            </a:xfrm>
            <a:custGeom>
              <a:avLst/>
              <a:gdLst/>
              <a:ahLst/>
              <a:cxnLst/>
              <a:rect l="l" t="t" r="r" b="b"/>
              <a:pathLst>
                <a:path w="1332" h="1331" extrusionOk="0">
                  <a:moveTo>
                    <a:pt x="665" y="0"/>
                  </a:moveTo>
                  <a:cubicBezTo>
                    <a:pt x="292" y="0"/>
                    <a:pt x="1" y="303"/>
                    <a:pt x="1" y="664"/>
                  </a:cubicBezTo>
                  <a:cubicBezTo>
                    <a:pt x="1" y="1039"/>
                    <a:pt x="292" y="1330"/>
                    <a:pt x="665" y="1330"/>
                  </a:cubicBezTo>
                  <a:cubicBezTo>
                    <a:pt x="1026" y="1330"/>
                    <a:pt x="1331" y="1039"/>
                    <a:pt x="1331" y="664"/>
                  </a:cubicBezTo>
                  <a:cubicBezTo>
                    <a:pt x="1331" y="303"/>
                    <a:pt x="1026" y="0"/>
                    <a:pt x="6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5" name="Google Shape;1935;p87"/>
            <p:cNvSpPr/>
            <p:nvPr/>
          </p:nvSpPr>
          <p:spPr>
            <a:xfrm>
              <a:off x="7946645" y="3889751"/>
              <a:ext cx="757082" cy="237509"/>
            </a:xfrm>
            <a:custGeom>
              <a:avLst/>
              <a:gdLst/>
              <a:ahLst/>
              <a:cxnLst/>
              <a:rect l="l" t="t" r="r" b="b"/>
              <a:pathLst>
                <a:path w="6066" h="1903" extrusionOk="0">
                  <a:moveTo>
                    <a:pt x="944" y="1"/>
                  </a:moveTo>
                  <a:cubicBezTo>
                    <a:pt x="420" y="1"/>
                    <a:pt x="0" y="432"/>
                    <a:pt x="0" y="958"/>
                  </a:cubicBezTo>
                  <a:cubicBezTo>
                    <a:pt x="0" y="1482"/>
                    <a:pt x="420" y="1902"/>
                    <a:pt x="944" y="1902"/>
                  </a:cubicBezTo>
                  <a:lnTo>
                    <a:pt x="5122" y="1902"/>
                  </a:lnTo>
                  <a:cubicBezTo>
                    <a:pt x="5645" y="1902"/>
                    <a:pt x="6065" y="1482"/>
                    <a:pt x="6065" y="958"/>
                  </a:cubicBezTo>
                  <a:cubicBezTo>
                    <a:pt x="6065" y="432"/>
                    <a:pt x="5645" y="1"/>
                    <a:pt x="512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6" name="Google Shape;1936;p87"/>
            <p:cNvSpPr/>
            <p:nvPr/>
          </p:nvSpPr>
          <p:spPr>
            <a:xfrm>
              <a:off x="8462096" y="3926069"/>
              <a:ext cx="166119" cy="166244"/>
            </a:xfrm>
            <a:custGeom>
              <a:avLst/>
              <a:gdLst/>
              <a:ahLst/>
              <a:cxnLst/>
              <a:rect l="l" t="t" r="r" b="b"/>
              <a:pathLst>
                <a:path w="1331" h="1332" extrusionOk="0">
                  <a:moveTo>
                    <a:pt x="664" y="1"/>
                  </a:moveTo>
                  <a:cubicBezTo>
                    <a:pt x="292" y="1"/>
                    <a:pt x="0" y="292"/>
                    <a:pt x="0" y="667"/>
                  </a:cubicBezTo>
                  <a:cubicBezTo>
                    <a:pt x="0" y="1029"/>
                    <a:pt x="292" y="1331"/>
                    <a:pt x="664" y="1331"/>
                  </a:cubicBezTo>
                  <a:cubicBezTo>
                    <a:pt x="1025" y="1331"/>
                    <a:pt x="1331" y="1029"/>
                    <a:pt x="1331" y="667"/>
                  </a:cubicBezTo>
                  <a:cubicBezTo>
                    <a:pt x="1331" y="292"/>
                    <a:pt x="1025" y="1"/>
                    <a:pt x="66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7" name="Google Shape;1937;p87"/>
            <p:cNvSpPr/>
            <p:nvPr/>
          </p:nvSpPr>
          <p:spPr>
            <a:xfrm rot="6930745">
              <a:off x="4091773" y="4912129"/>
              <a:ext cx="257603" cy="258103"/>
            </a:xfrm>
            <a:custGeom>
              <a:avLst/>
              <a:gdLst/>
              <a:ahLst/>
              <a:cxnLst/>
              <a:rect l="l" t="t" r="r" b="b"/>
              <a:pathLst>
                <a:path w="2064" h="2068" extrusionOk="0">
                  <a:moveTo>
                    <a:pt x="1028" y="737"/>
                  </a:moveTo>
                  <a:cubicBezTo>
                    <a:pt x="1190" y="737"/>
                    <a:pt x="1330" y="866"/>
                    <a:pt x="1330" y="1039"/>
                  </a:cubicBezTo>
                  <a:cubicBezTo>
                    <a:pt x="1330" y="1205"/>
                    <a:pt x="1190" y="1345"/>
                    <a:pt x="1028" y="1345"/>
                  </a:cubicBezTo>
                  <a:cubicBezTo>
                    <a:pt x="863" y="1345"/>
                    <a:pt x="723" y="1205"/>
                    <a:pt x="723" y="1039"/>
                  </a:cubicBezTo>
                  <a:cubicBezTo>
                    <a:pt x="723" y="866"/>
                    <a:pt x="863" y="737"/>
                    <a:pt x="1028" y="737"/>
                  </a:cubicBezTo>
                  <a:close/>
                  <a:moveTo>
                    <a:pt x="899" y="0"/>
                  </a:moveTo>
                  <a:cubicBezTo>
                    <a:pt x="874" y="0"/>
                    <a:pt x="851" y="26"/>
                    <a:pt x="840" y="48"/>
                  </a:cubicBezTo>
                  <a:lnTo>
                    <a:pt x="781" y="281"/>
                  </a:lnTo>
                  <a:cubicBezTo>
                    <a:pt x="748" y="306"/>
                    <a:pt x="700" y="317"/>
                    <a:pt x="664" y="339"/>
                  </a:cubicBezTo>
                  <a:lnTo>
                    <a:pt x="454" y="211"/>
                  </a:lnTo>
                  <a:cubicBezTo>
                    <a:pt x="445" y="206"/>
                    <a:pt x="436" y="203"/>
                    <a:pt x="427" y="203"/>
                  </a:cubicBezTo>
                  <a:cubicBezTo>
                    <a:pt x="413" y="203"/>
                    <a:pt x="399" y="209"/>
                    <a:pt x="384" y="225"/>
                  </a:cubicBezTo>
                  <a:lnTo>
                    <a:pt x="210" y="398"/>
                  </a:lnTo>
                  <a:cubicBezTo>
                    <a:pt x="188" y="409"/>
                    <a:pt x="188" y="446"/>
                    <a:pt x="199" y="468"/>
                  </a:cubicBezTo>
                  <a:lnTo>
                    <a:pt x="328" y="678"/>
                  </a:lnTo>
                  <a:cubicBezTo>
                    <a:pt x="303" y="715"/>
                    <a:pt x="291" y="759"/>
                    <a:pt x="280" y="796"/>
                  </a:cubicBezTo>
                  <a:lnTo>
                    <a:pt x="48" y="855"/>
                  </a:lnTo>
                  <a:cubicBezTo>
                    <a:pt x="11" y="866"/>
                    <a:pt x="0" y="888"/>
                    <a:pt x="0" y="911"/>
                  </a:cubicBezTo>
                  <a:lnTo>
                    <a:pt x="0" y="1157"/>
                  </a:lnTo>
                  <a:cubicBezTo>
                    <a:pt x="0" y="1179"/>
                    <a:pt x="11" y="1216"/>
                    <a:pt x="48" y="1216"/>
                  </a:cubicBezTo>
                  <a:lnTo>
                    <a:pt x="280" y="1275"/>
                  </a:lnTo>
                  <a:cubicBezTo>
                    <a:pt x="291" y="1319"/>
                    <a:pt x="303" y="1356"/>
                    <a:pt x="328" y="1401"/>
                  </a:cubicBezTo>
                  <a:lnTo>
                    <a:pt x="199" y="1599"/>
                  </a:lnTo>
                  <a:cubicBezTo>
                    <a:pt x="188" y="1625"/>
                    <a:pt x="188" y="1658"/>
                    <a:pt x="210" y="1681"/>
                  </a:cubicBezTo>
                  <a:lnTo>
                    <a:pt x="384" y="1846"/>
                  </a:lnTo>
                  <a:cubicBezTo>
                    <a:pt x="399" y="1859"/>
                    <a:pt x="412" y="1864"/>
                    <a:pt x="426" y="1864"/>
                  </a:cubicBezTo>
                  <a:cubicBezTo>
                    <a:pt x="435" y="1864"/>
                    <a:pt x="445" y="1862"/>
                    <a:pt x="454" y="1857"/>
                  </a:cubicBezTo>
                  <a:lnTo>
                    <a:pt x="664" y="1739"/>
                  </a:lnTo>
                  <a:cubicBezTo>
                    <a:pt x="700" y="1751"/>
                    <a:pt x="748" y="1776"/>
                    <a:pt x="781" y="1787"/>
                  </a:cubicBezTo>
                  <a:lnTo>
                    <a:pt x="840" y="2019"/>
                  </a:lnTo>
                  <a:cubicBezTo>
                    <a:pt x="851" y="2045"/>
                    <a:pt x="874" y="2067"/>
                    <a:pt x="899" y="2067"/>
                  </a:cubicBezTo>
                  <a:lnTo>
                    <a:pt x="1143" y="2067"/>
                  </a:lnTo>
                  <a:cubicBezTo>
                    <a:pt x="1179" y="2067"/>
                    <a:pt x="1201" y="2045"/>
                    <a:pt x="1201" y="2019"/>
                  </a:cubicBezTo>
                  <a:lnTo>
                    <a:pt x="1260" y="1787"/>
                  </a:lnTo>
                  <a:cubicBezTo>
                    <a:pt x="1308" y="1776"/>
                    <a:pt x="1341" y="1751"/>
                    <a:pt x="1389" y="1739"/>
                  </a:cubicBezTo>
                  <a:lnTo>
                    <a:pt x="1588" y="1857"/>
                  </a:lnTo>
                  <a:cubicBezTo>
                    <a:pt x="1602" y="1862"/>
                    <a:pt x="1614" y="1864"/>
                    <a:pt x="1625" y="1864"/>
                  </a:cubicBezTo>
                  <a:cubicBezTo>
                    <a:pt x="1641" y="1864"/>
                    <a:pt x="1654" y="1859"/>
                    <a:pt x="1669" y="1846"/>
                  </a:cubicBezTo>
                  <a:lnTo>
                    <a:pt x="1843" y="1681"/>
                  </a:lnTo>
                  <a:cubicBezTo>
                    <a:pt x="1854" y="1658"/>
                    <a:pt x="1868" y="1625"/>
                    <a:pt x="1843" y="1599"/>
                  </a:cubicBezTo>
                  <a:lnTo>
                    <a:pt x="1728" y="1401"/>
                  </a:lnTo>
                  <a:cubicBezTo>
                    <a:pt x="1739" y="1356"/>
                    <a:pt x="1761" y="1319"/>
                    <a:pt x="1773" y="1275"/>
                  </a:cubicBezTo>
                  <a:lnTo>
                    <a:pt x="2019" y="1216"/>
                  </a:lnTo>
                  <a:cubicBezTo>
                    <a:pt x="2042" y="1216"/>
                    <a:pt x="2064" y="1179"/>
                    <a:pt x="2064" y="1157"/>
                  </a:cubicBezTo>
                  <a:lnTo>
                    <a:pt x="2064" y="911"/>
                  </a:lnTo>
                  <a:cubicBezTo>
                    <a:pt x="2064" y="888"/>
                    <a:pt x="2042" y="866"/>
                    <a:pt x="2019" y="855"/>
                  </a:cubicBezTo>
                  <a:lnTo>
                    <a:pt x="1773" y="796"/>
                  </a:lnTo>
                  <a:cubicBezTo>
                    <a:pt x="1761" y="759"/>
                    <a:pt x="1739" y="715"/>
                    <a:pt x="1728" y="678"/>
                  </a:cubicBezTo>
                  <a:lnTo>
                    <a:pt x="1843" y="468"/>
                  </a:lnTo>
                  <a:cubicBezTo>
                    <a:pt x="1868" y="446"/>
                    <a:pt x="1854" y="409"/>
                    <a:pt x="1843" y="398"/>
                  </a:cubicBezTo>
                  <a:lnTo>
                    <a:pt x="1669" y="225"/>
                  </a:lnTo>
                  <a:cubicBezTo>
                    <a:pt x="1654" y="209"/>
                    <a:pt x="1640" y="203"/>
                    <a:pt x="1624" y="203"/>
                  </a:cubicBezTo>
                  <a:cubicBezTo>
                    <a:pt x="1613" y="203"/>
                    <a:pt x="1601" y="206"/>
                    <a:pt x="1588" y="211"/>
                  </a:cubicBezTo>
                  <a:lnTo>
                    <a:pt x="1389" y="339"/>
                  </a:lnTo>
                  <a:cubicBezTo>
                    <a:pt x="1341" y="317"/>
                    <a:pt x="1308" y="306"/>
                    <a:pt x="1260" y="281"/>
                  </a:cubicBezTo>
                  <a:lnTo>
                    <a:pt x="1201" y="48"/>
                  </a:lnTo>
                  <a:cubicBezTo>
                    <a:pt x="1201" y="26"/>
                    <a:pt x="1179" y="0"/>
                    <a:pt x="114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38" name="Google Shape;1938;p87"/>
            <p:cNvSpPr/>
            <p:nvPr/>
          </p:nvSpPr>
          <p:spPr>
            <a:xfrm>
              <a:off x="6183319" y="2362120"/>
              <a:ext cx="632025" cy="630652"/>
            </a:xfrm>
            <a:custGeom>
              <a:avLst/>
              <a:gdLst/>
              <a:ahLst/>
              <a:cxnLst/>
              <a:rect l="l" t="t" r="r" b="b"/>
              <a:pathLst>
                <a:path w="5064" h="5053" extrusionOk="0">
                  <a:moveTo>
                    <a:pt x="2532" y="1"/>
                  </a:moveTo>
                  <a:cubicBezTo>
                    <a:pt x="1132" y="1"/>
                    <a:pt x="1" y="1132"/>
                    <a:pt x="1" y="2521"/>
                  </a:cubicBezTo>
                  <a:cubicBezTo>
                    <a:pt x="1" y="3921"/>
                    <a:pt x="1132" y="5052"/>
                    <a:pt x="2532" y="5052"/>
                  </a:cubicBezTo>
                  <a:cubicBezTo>
                    <a:pt x="3932" y="5052"/>
                    <a:pt x="5063" y="3921"/>
                    <a:pt x="5063" y="2521"/>
                  </a:cubicBezTo>
                  <a:cubicBezTo>
                    <a:pt x="5063" y="1132"/>
                    <a:pt x="3932" y="1"/>
                    <a:pt x="253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9" name="Google Shape;1939;p87"/>
            <p:cNvSpPr/>
            <p:nvPr/>
          </p:nvSpPr>
          <p:spPr>
            <a:xfrm>
              <a:off x="6302509" y="2481685"/>
              <a:ext cx="393268" cy="391896"/>
            </a:xfrm>
            <a:custGeom>
              <a:avLst/>
              <a:gdLst/>
              <a:ahLst/>
              <a:cxnLst/>
              <a:rect l="l" t="t" r="r" b="b"/>
              <a:pathLst>
                <a:path w="3151" h="3140" extrusionOk="0">
                  <a:moveTo>
                    <a:pt x="1577" y="1"/>
                  </a:moveTo>
                  <a:cubicBezTo>
                    <a:pt x="701" y="1"/>
                    <a:pt x="1" y="701"/>
                    <a:pt x="1" y="1563"/>
                  </a:cubicBezTo>
                  <a:cubicBezTo>
                    <a:pt x="1" y="2440"/>
                    <a:pt x="701" y="3140"/>
                    <a:pt x="1577" y="3140"/>
                  </a:cubicBezTo>
                  <a:cubicBezTo>
                    <a:pt x="2440" y="3140"/>
                    <a:pt x="3151" y="2440"/>
                    <a:pt x="3151" y="1563"/>
                  </a:cubicBezTo>
                  <a:cubicBezTo>
                    <a:pt x="3151" y="701"/>
                    <a:pt x="2440" y="1"/>
                    <a:pt x="157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0" name="Google Shape;1940;p87"/>
            <p:cNvSpPr/>
            <p:nvPr/>
          </p:nvSpPr>
          <p:spPr>
            <a:xfrm>
              <a:off x="6471622" y="2769987"/>
              <a:ext cx="55415" cy="26334"/>
            </a:xfrm>
            <a:custGeom>
              <a:avLst/>
              <a:gdLst/>
              <a:ahLst/>
              <a:cxnLst/>
              <a:rect l="l" t="t" r="r" b="b"/>
              <a:pathLst>
                <a:path w="444" h="211" extrusionOk="0">
                  <a:moveTo>
                    <a:pt x="1" y="1"/>
                  </a:moveTo>
                  <a:lnTo>
                    <a:pt x="1" y="1"/>
                  </a:lnTo>
                  <a:cubicBezTo>
                    <a:pt x="12" y="118"/>
                    <a:pt x="104" y="211"/>
                    <a:pt x="222" y="211"/>
                  </a:cubicBezTo>
                  <a:cubicBezTo>
                    <a:pt x="337" y="211"/>
                    <a:pt x="432" y="118"/>
                    <a:pt x="443" y="1"/>
                  </a:cubicBezTo>
                  <a:lnTo>
                    <a:pt x="443" y="1"/>
                  </a:lnTo>
                  <a:cubicBezTo>
                    <a:pt x="351" y="12"/>
                    <a:pt x="267" y="12"/>
                    <a:pt x="222" y="12"/>
                  </a:cubicBezTo>
                  <a:cubicBezTo>
                    <a:pt x="174" y="12"/>
                    <a:pt x="93" y="12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1" name="Google Shape;1941;p87"/>
            <p:cNvSpPr/>
            <p:nvPr/>
          </p:nvSpPr>
          <p:spPr>
            <a:xfrm>
              <a:off x="6427940" y="2558940"/>
              <a:ext cx="141407" cy="141282"/>
            </a:xfrm>
            <a:custGeom>
              <a:avLst/>
              <a:gdLst/>
              <a:ahLst/>
              <a:cxnLst/>
              <a:rect l="l" t="t" r="r" b="b"/>
              <a:pathLst>
                <a:path w="1133" h="1132" extrusionOk="0">
                  <a:moveTo>
                    <a:pt x="572" y="0"/>
                  </a:moveTo>
                  <a:cubicBezTo>
                    <a:pt x="303" y="0"/>
                    <a:pt x="93" y="210"/>
                    <a:pt x="93" y="479"/>
                  </a:cubicBezTo>
                  <a:cubicBezTo>
                    <a:pt x="93" y="675"/>
                    <a:pt x="71" y="874"/>
                    <a:pt x="1" y="1062"/>
                  </a:cubicBezTo>
                  <a:cubicBezTo>
                    <a:pt x="152" y="1095"/>
                    <a:pt x="337" y="1132"/>
                    <a:pt x="572" y="1132"/>
                  </a:cubicBezTo>
                  <a:cubicBezTo>
                    <a:pt x="804" y="1132"/>
                    <a:pt x="992" y="1095"/>
                    <a:pt x="1132" y="1062"/>
                  </a:cubicBezTo>
                  <a:cubicBezTo>
                    <a:pt x="1073" y="874"/>
                    <a:pt x="1037" y="675"/>
                    <a:pt x="1037" y="479"/>
                  </a:cubicBezTo>
                  <a:cubicBezTo>
                    <a:pt x="1037" y="210"/>
                    <a:pt x="827" y="0"/>
                    <a:pt x="57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2" name="Google Shape;1942;p87"/>
            <p:cNvSpPr/>
            <p:nvPr/>
          </p:nvSpPr>
          <p:spPr>
            <a:xfrm>
              <a:off x="6410467" y="2706087"/>
              <a:ext cx="177726" cy="49424"/>
            </a:xfrm>
            <a:custGeom>
              <a:avLst/>
              <a:gdLst/>
              <a:ahLst/>
              <a:cxnLst/>
              <a:rect l="l" t="t" r="r" b="b"/>
              <a:pathLst>
                <a:path w="1424" h="396" extrusionOk="0">
                  <a:moveTo>
                    <a:pt x="104" y="0"/>
                  </a:moveTo>
                  <a:cubicBezTo>
                    <a:pt x="71" y="56"/>
                    <a:pt x="46" y="126"/>
                    <a:pt x="12" y="185"/>
                  </a:cubicBezTo>
                  <a:cubicBezTo>
                    <a:pt x="1" y="210"/>
                    <a:pt x="1" y="222"/>
                    <a:pt x="1" y="222"/>
                  </a:cubicBezTo>
                  <a:cubicBezTo>
                    <a:pt x="1" y="314"/>
                    <a:pt x="314" y="395"/>
                    <a:pt x="712" y="395"/>
                  </a:cubicBezTo>
                  <a:cubicBezTo>
                    <a:pt x="1107" y="395"/>
                    <a:pt x="1423" y="314"/>
                    <a:pt x="1423" y="222"/>
                  </a:cubicBezTo>
                  <a:cubicBezTo>
                    <a:pt x="1423" y="222"/>
                    <a:pt x="1412" y="210"/>
                    <a:pt x="1401" y="185"/>
                  </a:cubicBezTo>
                  <a:cubicBezTo>
                    <a:pt x="1376" y="126"/>
                    <a:pt x="1342" y="56"/>
                    <a:pt x="1317" y="0"/>
                  </a:cubicBezTo>
                  <a:cubicBezTo>
                    <a:pt x="1143" y="45"/>
                    <a:pt x="933" y="82"/>
                    <a:pt x="712" y="82"/>
                  </a:cubicBezTo>
                  <a:cubicBezTo>
                    <a:pt x="491" y="82"/>
                    <a:pt x="281" y="45"/>
                    <a:pt x="10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3" name="Google Shape;1943;p87"/>
            <p:cNvSpPr/>
            <p:nvPr/>
          </p:nvSpPr>
          <p:spPr>
            <a:xfrm>
              <a:off x="7519932" y="2282132"/>
              <a:ext cx="1182426" cy="369929"/>
            </a:xfrm>
            <a:custGeom>
              <a:avLst/>
              <a:gdLst/>
              <a:ahLst/>
              <a:cxnLst/>
              <a:rect l="l" t="t" r="r" b="b"/>
              <a:pathLst>
                <a:path w="9474" h="2964" extrusionOk="0">
                  <a:moveTo>
                    <a:pt x="339" y="1"/>
                  </a:moveTo>
                  <a:cubicBezTo>
                    <a:pt x="151" y="1"/>
                    <a:pt x="0" y="152"/>
                    <a:pt x="0" y="351"/>
                  </a:cubicBezTo>
                  <a:lnTo>
                    <a:pt x="0" y="2625"/>
                  </a:lnTo>
                  <a:cubicBezTo>
                    <a:pt x="0" y="2812"/>
                    <a:pt x="151" y="2964"/>
                    <a:pt x="339" y="2964"/>
                  </a:cubicBezTo>
                  <a:lnTo>
                    <a:pt x="9134" y="2964"/>
                  </a:lnTo>
                  <a:cubicBezTo>
                    <a:pt x="9322" y="2964"/>
                    <a:pt x="9473" y="2812"/>
                    <a:pt x="9473" y="2625"/>
                  </a:cubicBezTo>
                  <a:lnTo>
                    <a:pt x="9473" y="351"/>
                  </a:lnTo>
                  <a:cubicBezTo>
                    <a:pt x="9473" y="152"/>
                    <a:pt x="9322" y="1"/>
                    <a:pt x="9134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4EB3E4">
                    <a:alpha val="57647"/>
                  </a:srgbClr>
                </a:gs>
              </a:gsLst>
              <a:lin ang="5400700" scaled="0"/>
            </a:gra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4" name="Google Shape;1944;p87"/>
            <p:cNvSpPr/>
            <p:nvPr/>
          </p:nvSpPr>
          <p:spPr>
            <a:xfrm>
              <a:off x="7768671" y="2367874"/>
              <a:ext cx="684819" cy="64401"/>
            </a:xfrm>
            <a:custGeom>
              <a:avLst/>
              <a:gdLst/>
              <a:ahLst/>
              <a:cxnLst/>
              <a:rect l="l" t="t" r="r" b="b"/>
              <a:pathLst>
                <a:path w="5487" h="516" extrusionOk="0">
                  <a:moveTo>
                    <a:pt x="258" y="0"/>
                  </a:moveTo>
                  <a:cubicBezTo>
                    <a:pt x="118" y="0"/>
                    <a:pt x="1" y="118"/>
                    <a:pt x="1" y="258"/>
                  </a:cubicBezTo>
                  <a:cubicBezTo>
                    <a:pt x="1" y="398"/>
                    <a:pt x="118" y="515"/>
                    <a:pt x="258" y="515"/>
                  </a:cubicBezTo>
                  <a:lnTo>
                    <a:pt x="5229" y="515"/>
                  </a:lnTo>
                  <a:cubicBezTo>
                    <a:pt x="5369" y="515"/>
                    <a:pt x="5486" y="398"/>
                    <a:pt x="5486" y="258"/>
                  </a:cubicBezTo>
                  <a:cubicBezTo>
                    <a:pt x="5486" y="118"/>
                    <a:pt x="5369" y="0"/>
                    <a:pt x="522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5" name="Google Shape;1945;p87"/>
            <p:cNvSpPr/>
            <p:nvPr/>
          </p:nvSpPr>
          <p:spPr>
            <a:xfrm>
              <a:off x="7933291" y="2506160"/>
              <a:ext cx="355577" cy="64525"/>
            </a:xfrm>
            <a:custGeom>
              <a:avLst/>
              <a:gdLst/>
              <a:ahLst/>
              <a:cxnLst/>
              <a:rect l="l" t="t" r="r" b="b"/>
              <a:pathLst>
                <a:path w="2849" h="517" extrusionOk="0">
                  <a:moveTo>
                    <a:pt x="258" y="1"/>
                  </a:moveTo>
                  <a:cubicBezTo>
                    <a:pt x="118" y="1"/>
                    <a:pt x="1" y="119"/>
                    <a:pt x="1" y="259"/>
                  </a:cubicBezTo>
                  <a:cubicBezTo>
                    <a:pt x="1" y="399"/>
                    <a:pt x="118" y="516"/>
                    <a:pt x="258" y="516"/>
                  </a:cubicBezTo>
                  <a:lnTo>
                    <a:pt x="2591" y="516"/>
                  </a:lnTo>
                  <a:cubicBezTo>
                    <a:pt x="2731" y="516"/>
                    <a:pt x="2849" y="399"/>
                    <a:pt x="2849" y="259"/>
                  </a:cubicBezTo>
                  <a:cubicBezTo>
                    <a:pt x="2849" y="119"/>
                    <a:pt x="2731" y="1"/>
                    <a:pt x="259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6" name="Google Shape;1946;p87"/>
            <p:cNvSpPr/>
            <p:nvPr/>
          </p:nvSpPr>
          <p:spPr>
            <a:xfrm>
              <a:off x="7387388" y="2815043"/>
              <a:ext cx="218538" cy="595706"/>
            </a:xfrm>
            <a:custGeom>
              <a:avLst/>
              <a:gdLst/>
              <a:ahLst/>
              <a:cxnLst/>
              <a:rect l="l" t="t" r="r" b="b"/>
              <a:pathLst>
                <a:path w="1751" h="4773" extrusionOk="0">
                  <a:moveTo>
                    <a:pt x="1143" y="1"/>
                  </a:moveTo>
                  <a:cubicBezTo>
                    <a:pt x="443" y="561"/>
                    <a:pt x="1" y="1423"/>
                    <a:pt x="1" y="2381"/>
                  </a:cubicBezTo>
                  <a:cubicBezTo>
                    <a:pt x="1" y="3350"/>
                    <a:pt x="443" y="4213"/>
                    <a:pt x="1143" y="4773"/>
                  </a:cubicBezTo>
                  <a:cubicBezTo>
                    <a:pt x="1353" y="4574"/>
                    <a:pt x="1552" y="4378"/>
                    <a:pt x="1751" y="4168"/>
                  </a:cubicBezTo>
                  <a:cubicBezTo>
                    <a:pt x="1202" y="3770"/>
                    <a:pt x="852" y="3118"/>
                    <a:pt x="852" y="2381"/>
                  </a:cubicBezTo>
                  <a:cubicBezTo>
                    <a:pt x="852" y="1659"/>
                    <a:pt x="1202" y="1003"/>
                    <a:pt x="1751" y="597"/>
                  </a:cubicBezTo>
                  <a:cubicBezTo>
                    <a:pt x="1552" y="399"/>
                    <a:pt x="1353" y="200"/>
                    <a:pt x="114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47" name="Google Shape;1947;p87"/>
          <p:cNvGrpSpPr/>
          <p:nvPr/>
        </p:nvGrpSpPr>
        <p:grpSpPr>
          <a:xfrm>
            <a:off x="339575" y="1036633"/>
            <a:ext cx="396150" cy="360700"/>
            <a:chOff x="1615925" y="2456425"/>
            <a:chExt cx="396150" cy="360700"/>
          </a:xfrm>
        </p:grpSpPr>
        <p:sp>
          <p:nvSpPr>
            <p:cNvPr id="1948" name="Google Shape;1948;p87"/>
            <p:cNvSpPr/>
            <p:nvPr/>
          </p:nvSpPr>
          <p:spPr>
            <a:xfrm>
              <a:off x="1615925" y="2456425"/>
              <a:ext cx="396150" cy="360700"/>
            </a:xfrm>
            <a:custGeom>
              <a:avLst/>
              <a:gdLst/>
              <a:ahLst/>
              <a:cxnLst/>
              <a:rect l="l" t="t" r="r" b="b"/>
              <a:pathLst>
                <a:path w="15846" h="14428" extrusionOk="0">
                  <a:moveTo>
                    <a:pt x="7919" y="1"/>
                  </a:moveTo>
                  <a:cubicBezTo>
                    <a:pt x="6072" y="1"/>
                    <a:pt x="4221" y="709"/>
                    <a:pt x="2803" y="2127"/>
                  </a:cubicBezTo>
                  <a:cubicBezTo>
                    <a:pt x="1" y="4929"/>
                    <a:pt x="1" y="9499"/>
                    <a:pt x="2803" y="12301"/>
                  </a:cubicBezTo>
                  <a:cubicBezTo>
                    <a:pt x="4221" y="13719"/>
                    <a:pt x="6072" y="14428"/>
                    <a:pt x="7919" y="14428"/>
                  </a:cubicBezTo>
                  <a:cubicBezTo>
                    <a:pt x="9766" y="14428"/>
                    <a:pt x="11609" y="13719"/>
                    <a:pt x="13010" y="12301"/>
                  </a:cubicBezTo>
                  <a:cubicBezTo>
                    <a:pt x="15846" y="9499"/>
                    <a:pt x="15846" y="4929"/>
                    <a:pt x="13010" y="2127"/>
                  </a:cubicBezTo>
                  <a:cubicBezTo>
                    <a:pt x="11609" y="709"/>
                    <a:pt x="9766" y="1"/>
                    <a:pt x="791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9" name="Google Shape;1949;p87"/>
            <p:cNvSpPr/>
            <p:nvPr/>
          </p:nvSpPr>
          <p:spPr>
            <a:xfrm>
              <a:off x="1658475" y="2554575"/>
              <a:ext cx="311075" cy="191050"/>
            </a:xfrm>
            <a:custGeom>
              <a:avLst/>
              <a:gdLst/>
              <a:ahLst/>
              <a:cxnLst/>
              <a:rect l="l" t="t" r="r" b="b"/>
              <a:pathLst>
                <a:path w="12443" h="7642" extrusionOk="0">
                  <a:moveTo>
                    <a:pt x="3916" y="1"/>
                  </a:moveTo>
                  <a:cubicBezTo>
                    <a:pt x="3438" y="1"/>
                    <a:pt x="2905" y="200"/>
                    <a:pt x="2335" y="736"/>
                  </a:cubicBezTo>
                  <a:cubicBezTo>
                    <a:pt x="0" y="2971"/>
                    <a:pt x="6238" y="7641"/>
                    <a:pt x="6238" y="7641"/>
                  </a:cubicBezTo>
                  <a:cubicBezTo>
                    <a:pt x="6238" y="7641"/>
                    <a:pt x="12442" y="2971"/>
                    <a:pt x="10107" y="736"/>
                  </a:cubicBezTo>
                  <a:cubicBezTo>
                    <a:pt x="9546" y="200"/>
                    <a:pt x="9019" y="1"/>
                    <a:pt x="8546" y="1"/>
                  </a:cubicBezTo>
                  <a:cubicBezTo>
                    <a:pt x="7164" y="1"/>
                    <a:pt x="6238" y="1704"/>
                    <a:pt x="6238" y="1704"/>
                  </a:cubicBezTo>
                  <a:cubicBezTo>
                    <a:pt x="6238" y="1704"/>
                    <a:pt x="5312" y="1"/>
                    <a:pt x="391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50" name="Google Shape;1950;p87"/>
          <p:cNvSpPr/>
          <p:nvPr/>
        </p:nvSpPr>
        <p:spPr>
          <a:xfrm rot="6409000">
            <a:off x="382125" y="4291775"/>
            <a:ext cx="299275" cy="299275"/>
          </a:xfrm>
          <a:custGeom>
            <a:avLst/>
            <a:gdLst/>
            <a:ahLst/>
            <a:cxnLst/>
            <a:rect l="l" t="t" r="r" b="b"/>
            <a:pathLst>
              <a:path w="10031" h="10031" extrusionOk="0">
                <a:moveTo>
                  <a:pt x="5047" y="3455"/>
                </a:moveTo>
                <a:cubicBezTo>
                  <a:pt x="5309" y="3455"/>
                  <a:pt x="5573" y="3526"/>
                  <a:pt x="5806" y="3678"/>
                </a:cubicBezTo>
                <a:cubicBezTo>
                  <a:pt x="6535" y="4134"/>
                  <a:pt x="6778" y="5046"/>
                  <a:pt x="6353" y="5775"/>
                </a:cubicBezTo>
                <a:cubicBezTo>
                  <a:pt x="6074" y="6254"/>
                  <a:pt x="5572" y="6523"/>
                  <a:pt x="5055" y="6523"/>
                </a:cubicBezTo>
                <a:cubicBezTo>
                  <a:pt x="4783" y="6523"/>
                  <a:pt x="4507" y="6449"/>
                  <a:pt x="4256" y="6292"/>
                </a:cubicBezTo>
                <a:cubicBezTo>
                  <a:pt x="3526" y="5897"/>
                  <a:pt x="3283" y="4924"/>
                  <a:pt x="3739" y="4225"/>
                </a:cubicBezTo>
                <a:cubicBezTo>
                  <a:pt x="4002" y="3739"/>
                  <a:pt x="4522" y="3455"/>
                  <a:pt x="5047" y="3455"/>
                </a:cubicBezTo>
                <a:close/>
                <a:moveTo>
                  <a:pt x="4681" y="0"/>
                </a:moveTo>
                <a:lnTo>
                  <a:pt x="2857" y="456"/>
                </a:lnTo>
                <a:lnTo>
                  <a:pt x="3222" y="1854"/>
                </a:lnTo>
                <a:cubicBezTo>
                  <a:pt x="2979" y="2006"/>
                  <a:pt x="2705" y="2189"/>
                  <a:pt x="2462" y="2432"/>
                </a:cubicBezTo>
                <a:lnTo>
                  <a:pt x="1216" y="1672"/>
                </a:lnTo>
                <a:lnTo>
                  <a:pt x="274" y="3313"/>
                </a:lnTo>
                <a:lnTo>
                  <a:pt x="1520" y="4073"/>
                </a:lnTo>
                <a:cubicBezTo>
                  <a:pt x="1459" y="4377"/>
                  <a:pt x="1398" y="4681"/>
                  <a:pt x="1398" y="4985"/>
                </a:cubicBezTo>
                <a:lnTo>
                  <a:pt x="0" y="5350"/>
                </a:lnTo>
                <a:lnTo>
                  <a:pt x="456" y="7173"/>
                </a:lnTo>
                <a:lnTo>
                  <a:pt x="1854" y="6809"/>
                </a:lnTo>
                <a:cubicBezTo>
                  <a:pt x="2006" y="7052"/>
                  <a:pt x="2189" y="7325"/>
                  <a:pt x="2432" y="7569"/>
                </a:cubicBezTo>
                <a:lnTo>
                  <a:pt x="1672" y="8815"/>
                </a:lnTo>
                <a:lnTo>
                  <a:pt x="3313" y="9757"/>
                </a:lnTo>
                <a:lnTo>
                  <a:pt x="4073" y="8511"/>
                </a:lnTo>
                <a:cubicBezTo>
                  <a:pt x="4377" y="8572"/>
                  <a:pt x="4681" y="8632"/>
                  <a:pt x="4985" y="8632"/>
                </a:cubicBezTo>
                <a:lnTo>
                  <a:pt x="5350" y="10031"/>
                </a:lnTo>
                <a:lnTo>
                  <a:pt x="7174" y="9575"/>
                </a:lnTo>
                <a:lnTo>
                  <a:pt x="6809" y="8176"/>
                </a:lnTo>
                <a:cubicBezTo>
                  <a:pt x="7052" y="8024"/>
                  <a:pt x="7326" y="7812"/>
                  <a:pt x="7569" y="7599"/>
                </a:cubicBezTo>
                <a:lnTo>
                  <a:pt x="8815" y="8359"/>
                </a:lnTo>
                <a:lnTo>
                  <a:pt x="9757" y="6717"/>
                </a:lnTo>
                <a:lnTo>
                  <a:pt x="8511" y="5958"/>
                </a:lnTo>
                <a:cubicBezTo>
                  <a:pt x="8572" y="5654"/>
                  <a:pt x="8633" y="5350"/>
                  <a:pt x="8633" y="5046"/>
                </a:cubicBezTo>
                <a:lnTo>
                  <a:pt x="10031" y="4681"/>
                </a:lnTo>
                <a:lnTo>
                  <a:pt x="9575" y="2857"/>
                </a:lnTo>
                <a:lnTo>
                  <a:pt x="8177" y="3222"/>
                </a:lnTo>
                <a:cubicBezTo>
                  <a:pt x="8025" y="2948"/>
                  <a:pt x="7842" y="2705"/>
                  <a:pt x="7599" y="2462"/>
                </a:cubicBezTo>
                <a:lnTo>
                  <a:pt x="8359" y="1216"/>
                </a:lnTo>
                <a:lnTo>
                  <a:pt x="6718" y="274"/>
                </a:lnTo>
                <a:lnTo>
                  <a:pt x="5958" y="1520"/>
                </a:lnTo>
                <a:cubicBezTo>
                  <a:pt x="5654" y="1429"/>
                  <a:pt x="5350" y="1398"/>
                  <a:pt x="5046" y="1398"/>
                </a:cubicBezTo>
                <a:lnTo>
                  <a:pt x="4681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blurRad="57150" dist="476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1594;p78">
            <a:extLst>
              <a:ext uri="{FF2B5EF4-FFF2-40B4-BE49-F238E27FC236}">
                <a16:creationId xmlns:a16="http://schemas.microsoft.com/office/drawing/2014/main" id="{88CFE1BE-A985-43C3-BCD4-27C498A9443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69959" y="-2727658"/>
            <a:ext cx="4205400" cy="166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0" dirty="0"/>
              <a:t>Правило</a:t>
            </a:r>
            <a:endParaRPr sz="6000" dirty="0"/>
          </a:p>
        </p:txBody>
      </p:sp>
      <p:sp>
        <p:nvSpPr>
          <p:cNvPr id="40" name="Google Shape;1956;p88">
            <a:extLst>
              <a:ext uri="{FF2B5EF4-FFF2-40B4-BE49-F238E27FC236}">
                <a16:creationId xmlns:a16="http://schemas.microsoft.com/office/drawing/2014/main" id="{BEA4E545-C51C-44C0-8C4A-45FFFFCE5070}"/>
              </a:ext>
            </a:extLst>
          </p:cNvPr>
          <p:cNvSpPr txBox="1">
            <a:spLocks/>
          </p:cNvSpPr>
          <p:nvPr/>
        </p:nvSpPr>
        <p:spPr>
          <a:xfrm>
            <a:off x="1526227" y="494774"/>
            <a:ext cx="6515525" cy="44919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rbitron"/>
              <a:buNone/>
              <a:defRPr sz="36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 sz="1800" dirty="0"/>
              <a:t>Если в интернете что-то непонятно, страшно или подозрительно, нужно сразу сказать:</a:t>
            </a:r>
          </a:p>
          <a:p>
            <a:endParaRPr lang="ru-RU" sz="2800" dirty="0"/>
          </a:p>
          <a:p>
            <a:pPr algn="l"/>
            <a:r>
              <a:rPr lang="en-US" sz="2000" dirty="0"/>
              <a:t>-</a:t>
            </a:r>
            <a:r>
              <a:rPr lang="ru-RU" sz="2000" dirty="0"/>
              <a:t>маме</a:t>
            </a:r>
          </a:p>
          <a:p>
            <a:pPr algn="l"/>
            <a:r>
              <a:rPr lang="en-US" sz="2000" dirty="0"/>
              <a:t>-</a:t>
            </a:r>
            <a:r>
              <a:rPr lang="ru-RU" sz="2000" dirty="0"/>
              <a:t>папе</a:t>
            </a:r>
          </a:p>
          <a:p>
            <a:pPr algn="l"/>
            <a:r>
              <a:rPr lang="en-US" sz="2000" dirty="0"/>
              <a:t>-</a:t>
            </a:r>
            <a:r>
              <a:rPr lang="ru-RU" sz="2000" dirty="0"/>
              <a:t>учителю</a:t>
            </a:r>
          </a:p>
          <a:p>
            <a:pPr algn="l"/>
            <a:r>
              <a:rPr lang="ru-RU" sz="1800" dirty="0"/>
              <a:t> </a:t>
            </a:r>
          </a:p>
          <a:p>
            <a:r>
              <a:rPr lang="ru-RU" sz="2400" dirty="0"/>
              <a:t>Взрослые помогут разобраться.</a:t>
            </a:r>
          </a:p>
        </p:txBody>
      </p:sp>
      <p:sp>
        <p:nvSpPr>
          <p:cNvPr id="41" name="Google Shape;1913;p87">
            <a:extLst>
              <a:ext uri="{FF2B5EF4-FFF2-40B4-BE49-F238E27FC236}">
                <a16:creationId xmlns:a16="http://schemas.microsoft.com/office/drawing/2014/main" id="{98B75419-7AD7-4D18-A1F8-C070C72D7EDB}"/>
              </a:ext>
            </a:extLst>
          </p:cNvPr>
          <p:cNvSpPr/>
          <p:nvPr/>
        </p:nvSpPr>
        <p:spPr>
          <a:xfrm>
            <a:off x="2204416" y="-937595"/>
            <a:ext cx="3459000" cy="808200"/>
          </a:xfrm>
          <a:prstGeom prst="roundRect">
            <a:avLst>
              <a:gd name="adj" fmla="val 31653"/>
            </a:avLst>
          </a:prstGeom>
          <a:solidFill>
            <a:schemeClr val="lt2"/>
          </a:solidFill>
          <a:ln w="9525" cap="flat" cmpd="sng">
            <a:solidFill>
              <a:srgbClr val="D2D6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47625" dir="5400000" algn="bl" rotWithShape="0">
              <a:schemeClr val="dk1">
                <a:alpha val="24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1915;p87">
            <a:extLst>
              <a:ext uri="{FF2B5EF4-FFF2-40B4-BE49-F238E27FC236}">
                <a16:creationId xmlns:a16="http://schemas.microsoft.com/office/drawing/2014/main" id="{169B1827-740E-4045-BEA1-3A2F9EE0FBFB}"/>
              </a:ext>
            </a:extLst>
          </p:cNvPr>
          <p:cNvSpPr txBox="1">
            <a:spLocks/>
          </p:cNvSpPr>
          <p:nvPr/>
        </p:nvSpPr>
        <p:spPr>
          <a:xfrm>
            <a:off x="2044768" y="-892770"/>
            <a:ext cx="3741902" cy="8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None/>
              <a:defRPr sz="1600" b="0" i="0" u="none" strike="noStrike" cap="non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None/>
              <a:defRPr sz="1400" b="0" i="0" u="none" strike="noStrike" cap="non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None/>
              <a:defRPr sz="1400" b="0" i="0" u="none" strike="noStrike" cap="non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None/>
              <a:defRPr sz="1400" b="0" i="0" u="none" strike="noStrike" cap="non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None/>
              <a:defRPr sz="1400" b="0" i="0" u="none" strike="noStrike" cap="non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None/>
              <a:defRPr sz="1400" b="0" i="0" u="none" strike="noStrike" cap="non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None/>
              <a:defRPr sz="1400" b="0" i="0" u="none" strike="noStrike" cap="non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None/>
              <a:defRPr sz="1400" b="0" i="0" u="none" strike="noStrike" cap="non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None/>
              <a:defRPr sz="1400" b="0" i="0" u="none" strike="noStrike" cap="non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pPr marL="0" indent="0" algn="ctr">
              <a:spcAft>
                <a:spcPts val="1200"/>
              </a:spcAft>
            </a:pPr>
            <a:r>
              <a:rPr lang="ru-RU" sz="2600"/>
              <a:t>Спрашивай взрослых</a:t>
            </a:r>
            <a:endParaRPr lang="ru-RU" sz="2600" dirty="0"/>
          </a:p>
        </p:txBody>
      </p:sp>
    </p:spTree>
    <p:extLst>
      <p:ext uri="{BB962C8B-B14F-4D97-AF65-F5344CB8AC3E}">
        <p14:creationId xmlns:p14="http://schemas.microsoft.com/office/powerpoint/2010/main" val="15537133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2" name="Google Shape;1592;p78"/>
          <p:cNvSpPr/>
          <p:nvPr/>
        </p:nvSpPr>
        <p:spPr>
          <a:xfrm>
            <a:off x="1552658" y="887775"/>
            <a:ext cx="1159800" cy="808200"/>
          </a:xfrm>
          <a:prstGeom prst="wedgeRoundRectCallout">
            <a:avLst>
              <a:gd name="adj1" fmla="val -17374"/>
              <a:gd name="adj2" fmla="val 73101"/>
              <a:gd name="adj3" fmla="val 0"/>
            </a:avLst>
          </a:prstGeom>
          <a:solidFill>
            <a:schemeClr val="accent3"/>
          </a:solidFill>
          <a:ln>
            <a:noFill/>
          </a:ln>
          <a:effectLst>
            <a:outerShdw blurRad="57150" dist="47625" dir="5400000" algn="bl" rotWithShape="0">
              <a:schemeClr val="dk1">
                <a:alpha val="25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3" name="Google Shape;1593;p78"/>
          <p:cNvSpPr/>
          <p:nvPr/>
        </p:nvSpPr>
        <p:spPr>
          <a:xfrm>
            <a:off x="2846029" y="3173971"/>
            <a:ext cx="3459000" cy="808200"/>
          </a:xfrm>
          <a:prstGeom prst="roundRect">
            <a:avLst>
              <a:gd name="adj" fmla="val 31653"/>
            </a:avLst>
          </a:prstGeom>
          <a:solidFill>
            <a:schemeClr val="lt2"/>
          </a:solidFill>
          <a:ln w="9525" cap="flat" cmpd="sng">
            <a:solidFill>
              <a:srgbClr val="D2D6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47625" dir="5400000" algn="bl" rotWithShape="0">
              <a:schemeClr val="dk1">
                <a:alpha val="24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4" name="Google Shape;1594;p78"/>
          <p:cNvSpPr txBox="1">
            <a:spLocks noGrp="1"/>
          </p:cNvSpPr>
          <p:nvPr>
            <p:ph type="title"/>
          </p:nvPr>
        </p:nvSpPr>
        <p:spPr>
          <a:xfrm>
            <a:off x="2477237" y="1216983"/>
            <a:ext cx="4205400" cy="166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600" dirty="0"/>
              <a:t>Правило</a:t>
            </a:r>
            <a:endParaRPr sz="6600" dirty="0"/>
          </a:p>
        </p:txBody>
      </p:sp>
      <p:sp>
        <p:nvSpPr>
          <p:cNvPr id="1595" name="Google Shape;1595;p78"/>
          <p:cNvSpPr txBox="1">
            <a:spLocks noGrp="1"/>
          </p:cNvSpPr>
          <p:nvPr>
            <p:ph type="subTitle" idx="1"/>
          </p:nvPr>
        </p:nvSpPr>
        <p:spPr>
          <a:xfrm>
            <a:off x="2846028" y="3258043"/>
            <a:ext cx="3458999" cy="76362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Aft>
                <a:spcPts val="1200"/>
              </a:spcAft>
            </a:pPr>
            <a:r>
              <a:rPr lang="ru-RU" sz="2800" dirty="0"/>
              <a:t>Будь вежливым</a:t>
            </a:r>
            <a:endParaRPr sz="2800" dirty="0"/>
          </a:p>
        </p:txBody>
      </p:sp>
      <p:grpSp>
        <p:nvGrpSpPr>
          <p:cNvPr id="1596" name="Google Shape;1596;p78"/>
          <p:cNvGrpSpPr/>
          <p:nvPr/>
        </p:nvGrpSpPr>
        <p:grpSpPr>
          <a:xfrm>
            <a:off x="6782222" y="3381976"/>
            <a:ext cx="1514782" cy="1006855"/>
            <a:chOff x="4981963" y="3755000"/>
            <a:chExt cx="1001575" cy="735575"/>
          </a:xfrm>
        </p:grpSpPr>
        <p:sp>
          <p:nvSpPr>
            <p:cNvPr id="1597" name="Google Shape;1597;p78"/>
            <p:cNvSpPr/>
            <p:nvPr/>
          </p:nvSpPr>
          <p:spPr>
            <a:xfrm>
              <a:off x="4981963" y="3755000"/>
              <a:ext cx="1001575" cy="735575"/>
            </a:xfrm>
            <a:custGeom>
              <a:avLst/>
              <a:gdLst/>
              <a:ahLst/>
              <a:cxnLst/>
              <a:rect l="l" t="t" r="r" b="b"/>
              <a:pathLst>
                <a:path w="40063" h="29423" extrusionOk="0">
                  <a:moveTo>
                    <a:pt x="1916" y="0"/>
                  </a:moveTo>
                  <a:cubicBezTo>
                    <a:pt x="852" y="0"/>
                    <a:pt x="1" y="882"/>
                    <a:pt x="1" y="1945"/>
                  </a:cubicBezTo>
                  <a:lnTo>
                    <a:pt x="1" y="27478"/>
                  </a:lnTo>
                  <a:cubicBezTo>
                    <a:pt x="1" y="28541"/>
                    <a:pt x="852" y="29423"/>
                    <a:pt x="1916" y="29423"/>
                  </a:cubicBezTo>
                  <a:lnTo>
                    <a:pt x="38148" y="29423"/>
                  </a:lnTo>
                  <a:cubicBezTo>
                    <a:pt x="39211" y="29423"/>
                    <a:pt x="40063" y="28541"/>
                    <a:pt x="40063" y="27478"/>
                  </a:cubicBezTo>
                  <a:lnTo>
                    <a:pt x="40063" y="1976"/>
                  </a:lnTo>
                  <a:cubicBezTo>
                    <a:pt x="40063" y="882"/>
                    <a:pt x="39211" y="0"/>
                    <a:pt x="381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dist="76200" dir="5400000" algn="bl" rotWithShape="0">
                <a:schemeClr val="dk1">
                  <a:alpha val="17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" name="Google Shape;1598;p78"/>
            <p:cNvSpPr/>
            <p:nvPr/>
          </p:nvSpPr>
          <p:spPr>
            <a:xfrm>
              <a:off x="5092913" y="3848450"/>
              <a:ext cx="357950" cy="289550"/>
            </a:xfrm>
            <a:custGeom>
              <a:avLst/>
              <a:gdLst/>
              <a:ahLst/>
              <a:cxnLst/>
              <a:rect l="l" t="t" r="r" b="b"/>
              <a:pathLst>
                <a:path w="14318" h="11582" extrusionOk="0">
                  <a:moveTo>
                    <a:pt x="791" y="1"/>
                  </a:moveTo>
                  <a:cubicBezTo>
                    <a:pt x="335" y="1"/>
                    <a:pt x="1" y="365"/>
                    <a:pt x="1" y="791"/>
                  </a:cubicBezTo>
                  <a:lnTo>
                    <a:pt x="1" y="10791"/>
                  </a:lnTo>
                  <a:cubicBezTo>
                    <a:pt x="1" y="11247"/>
                    <a:pt x="366" y="11581"/>
                    <a:pt x="791" y="11581"/>
                  </a:cubicBezTo>
                  <a:lnTo>
                    <a:pt x="13527" y="11581"/>
                  </a:lnTo>
                  <a:cubicBezTo>
                    <a:pt x="13952" y="11581"/>
                    <a:pt x="14287" y="11247"/>
                    <a:pt x="14317" y="10791"/>
                  </a:cubicBezTo>
                  <a:lnTo>
                    <a:pt x="14317" y="791"/>
                  </a:lnTo>
                  <a:cubicBezTo>
                    <a:pt x="14317" y="335"/>
                    <a:pt x="13952" y="1"/>
                    <a:pt x="1352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dist="76200" dir="5400000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" name="Google Shape;1599;p78"/>
            <p:cNvSpPr/>
            <p:nvPr/>
          </p:nvSpPr>
          <p:spPr>
            <a:xfrm>
              <a:off x="5092913" y="4207125"/>
              <a:ext cx="779675" cy="30425"/>
            </a:xfrm>
            <a:custGeom>
              <a:avLst/>
              <a:gdLst/>
              <a:ahLst/>
              <a:cxnLst/>
              <a:rect l="l" t="t" r="r" b="b"/>
              <a:pathLst>
                <a:path w="31187" h="1217" extrusionOk="0">
                  <a:moveTo>
                    <a:pt x="609" y="0"/>
                  </a:moveTo>
                  <a:cubicBezTo>
                    <a:pt x="274" y="0"/>
                    <a:pt x="1" y="274"/>
                    <a:pt x="1" y="608"/>
                  </a:cubicBezTo>
                  <a:cubicBezTo>
                    <a:pt x="1" y="973"/>
                    <a:pt x="274" y="1216"/>
                    <a:pt x="609" y="1216"/>
                  </a:cubicBezTo>
                  <a:lnTo>
                    <a:pt x="30579" y="1216"/>
                  </a:lnTo>
                  <a:cubicBezTo>
                    <a:pt x="30913" y="1216"/>
                    <a:pt x="31187" y="973"/>
                    <a:pt x="31187" y="608"/>
                  </a:cubicBezTo>
                  <a:cubicBezTo>
                    <a:pt x="31187" y="274"/>
                    <a:pt x="30913" y="0"/>
                    <a:pt x="3057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21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600;p78"/>
            <p:cNvSpPr/>
            <p:nvPr/>
          </p:nvSpPr>
          <p:spPr>
            <a:xfrm>
              <a:off x="5092913" y="4286900"/>
              <a:ext cx="779675" cy="30425"/>
            </a:xfrm>
            <a:custGeom>
              <a:avLst/>
              <a:gdLst/>
              <a:ahLst/>
              <a:cxnLst/>
              <a:rect l="l" t="t" r="r" b="b"/>
              <a:pathLst>
                <a:path w="31187" h="1217" extrusionOk="0">
                  <a:moveTo>
                    <a:pt x="609" y="1"/>
                  </a:moveTo>
                  <a:cubicBezTo>
                    <a:pt x="274" y="1"/>
                    <a:pt x="1" y="275"/>
                    <a:pt x="1" y="609"/>
                  </a:cubicBezTo>
                  <a:cubicBezTo>
                    <a:pt x="1" y="974"/>
                    <a:pt x="274" y="1217"/>
                    <a:pt x="609" y="1217"/>
                  </a:cubicBezTo>
                  <a:lnTo>
                    <a:pt x="30579" y="1217"/>
                  </a:lnTo>
                  <a:cubicBezTo>
                    <a:pt x="30913" y="1217"/>
                    <a:pt x="31187" y="913"/>
                    <a:pt x="31187" y="609"/>
                  </a:cubicBezTo>
                  <a:cubicBezTo>
                    <a:pt x="31187" y="275"/>
                    <a:pt x="30913" y="1"/>
                    <a:pt x="305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21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1601;p78"/>
            <p:cNvSpPr/>
            <p:nvPr/>
          </p:nvSpPr>
          <p:spPr>
            <a:xfrm>
              <a:off x="5092913" y="4365950"/>
              <a:ext cx="295625" cy="30400"/>
            </a:xfrm>
            <a:custGeom>
              <a:avLst/>
              <a:gdLst/>
              <a:ahLst/>
              <a:cxnLst/>
              <a:rect l="l" t="t" r="r" b="b"/>
              <a:pathLst>
                <a:path w="11825" h="1216" extrusionOk="0">
                  <a:moveTo>
                    <a:pt x="609" y="0"/>
                  </a:moveTo>
                  <a:cubicBezTo>
                    <a:pt x="274" y="0"/>
                    <a:pt x="1" y="274"/>
                    <a:pt x="1" y="608"/>
                  </a:cubicBezTo>
                  <a:cubicBezTo>
                    <a:pt x="1" y="942"/>
                    <a:pt x="274" y="1216"/>
                    <a:pt x="609" y="1216"/>
                  </a:cubicBezTo>
                  <a:lnTo>
                    <a:pt x="11217" y="1216"/>
                  </a:lnTo>
                  <a:cubicBezTo>
                    <a:pt x="11551" y="1216"/>
                    <a:pt x="11825" y="942"/>
                    <a:pt x="11825" y="608"/>
                  </a:cubicBezTo>
                  <a:cubicBezTo>
                    <a:pt x="11825" y="274"/>
                    <a:pt x="11551" y="0"/>
                    <a:pt x="1121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21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1602;p78"/>
            <p:cNvSpPr/>
            <p:nvPr/>
          </p:nvSpPr>
          <p:spPr>
            <a:xfrm>
              <a:off x="5515413" y="3848450"/>
              <a:ext cx="357950" cy="289550"/>
            </a:xfrm>
            <a:custGeom>
              <a:avLst/>
              <a:gdLst/>
              <a:ahLst/>
              <a:cxnLst/>
              <a:rect l="l" t="t" r="r" b="b"/>
              <a:pathLst>
                <a:path w="14318" h="11582" extrusionOk="0">
                  <a:moveTo>
                    <a:pt x="791" y="1"/>
                  </a:moveTo>
                  <a:cubicBezTo>
                    <a:pt x="335" y="1"/>
                    <a:pt x="1" y="365"/>
                    <a:pt x="1" y="791"/>
                  </a:cubicBezTo>
                  <a:lnTo>
                    <a:pt x="1" y="10791"/>
                  </a:lnTo>
                  <a:cubicBezTo>
                    <a:pt x="1" y="11247"/>
                    <a:pt x="396" y="11581"/>
                    <a:pt x="791" y="11581"/>
                  </a:cubicBezTo>
                  <a:lnTo>
                    <a:pt x="13527" y="11581"/>
                  </a:lnTo>
                  <a:cubicBezTo>
                    <a:pt x="13952" y="11581"/>
                    <a:pt x="14287" y="11247"/>
                    <a:pt x="14317" y="10791"/>
                  </a:cubicBezTo>
                  <a:lnTo>
                    <a:pt x="14317" y="791"/>
                  </a:lnTo>
                  <a:cubicBezTo>
                    <a:pt x="14317" y="335"/>
                    <a:pt x="13952" y="1"/>
                    <a:pt x="1352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dist="76200" dir="5400000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03" name="Google Shape;1603;p78"/>
          <p:cNvGrpSpPr/>
          <p:nvPr/>
        </p:nvGrpSpPr>
        <p:grpSpPr>
          <a:xfrm flipH="1">
            <a:off x="7908792" y="2620556"/>
            <a:ext cx="789081" cy="515055"/>
            <a:chOff x="4842900" y="2922987"/>
            <a:chExt cx="436632" cy="284986"/>
          </a:xfrm>
        </p:grpSpPr>
        <p:sp>
          <p:nvSpPr>
            <p:cNvPr id="1604" name="Google Shape;1604;p78"/>
            <p:cNvSpPr/>
            <p:nvPr/>
          </p:nvSpPr>
          <p:spPr>
            <a:xfrm>
              <a:off x="4842900" y="2922987"/>
              <a:ext cx="436632" cy="284986"/>
            </a:xfrm>
            <a:custGeom>
              <a:avLst/>
              <a:gdLst/>
              <a:ahLst/>
              <a:cxnLst/>
              <a:rect l="l" t="t" r="r" b="b"/>
              <a:pathLst>
                <a:path w="35922" h="23446" extrusionOk="0">
                  <a:moveTo>
                    <a:pt x="3448" y="1"/>
                  </a:moveTo>
                  <a:cubicBezTo>
                    <a:pt x="1555" y="1"/>
                    <a:pt x="0" y="1538"/>
                    <a:pt x="0" y="3432"/>
                  </a:cubicBezTo>
                  <a:lnTo>
                    <a:pt x="0" y="15552"/>
                  </a:lnTo>
                  <a:cubicBezTo>
                    <a:pt x="0" y="17446"/>
                    <a:pt x="1555" y="18983"/>
                    <a:pt x="3448" y="18983"/>
                  </a:cubicBezTo>
                  <a:lnTo>
                    <a:pt x="24950" y="18983"/>
                  </a:lnTo>
                  <a:lnTo>
                    <a:pt x="29074" y="23446"/>
                  </a:lnTo>
                  <a:lnTo>
                    <a:pt x="29074" y="18983"/>
                  </a:lnTo>
                  <a:lnTo>
                    <a:pt x="32473" y="18983"/>
                  </a:lnTo>
                  <a:cubicBezTo>
                    <a:pt x="34382" y="18983"/>
                    <a:pt x="35921" y="17446"/>
                    <a:pt x="35921" y="15552"/>
                  </a:cubicBezTo>
                  <a:lnTo>
                    <a:pt x="35921" y="3432"/>
                  </a:lnTo>
                  <a:cubicBezTo>
                    <a:pt x="35921" y="1538"/>
                    <a:pt x="34382" y="1"/>
                    <a:pt x="32473" y="1"/>
                  </a:cubicBezTo>
                  <a:close/>
                </a:path>
              </a:pathLst>
            </a:custGeom>
            <a:gradFill>
              <a:gsLst>
                <a:gs pos="0">
                  <a:srgbClr val="BBF6F4"/>
                </a:gs>
                <a:gs pos="100000">
                  <a:srgbClr val="4EE0DB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rgbClr val="5352EE">
                  <a:alpha val="18000"/>
                </a:srgb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78"/>
            <p:cNvSpPr/>
            <p:nvPr/>
          </p:nvSpPr>
          <p:spPr>
            <a:xfrm>
              <a:off x="4917676" y="3006198"/>
              <a:ext cx="287065" cy="60824"/>
            </a:xfrm>
            <a:custGeom>
              <a:avLst/>
              <a:gdLst/>
              <a:ahLst/>
              <a:cxnLst/>
              <a:rect l="l" t="t" r="r" b="b"/>
              <a:pathLst>
                <a:path w="23617" h="5004" extrusionOk="0">
                  <a:moveTo>
                    <a:pt x="2503" y="0"/>
                  </a:moveTo>
                  <a:cubicBezTo>
                    <a:pt x="1117" y="0"/>
                    <a:pt x="1" y="1116"/>
                    <a:pt x="1" y="2502"/>
                  </a:cubicBezTo>
                  <a:cubicBezTo>
                    <a:pt x="1" y="3888"/>
                    <a:pt x="1117" y="5004"/>
                    <a:pt x="2503" y="5004"/>
                  </a:cubicBezTo>
                  <a:cubicBezTo>
                    <a:pt x="3873" y="5004"/>
                    <a:pt x="4988" y="3888"/>
                    <a:pt x="4988" y="2502"/>
                  </a:cubicBezTo>
                  <a:cubicBezTo>
                    <a:pt x="4988" y="1116"/>
                    <a:pt x="3873" y="0"/>
                    <a:pt x="2503" y="0"/>
                  </a:cubicBezTo>
                  <a:close/>
                  <a:moveTo>
                    <a:pt x="11817" y="0"/>
                  </a:moveTo>
                  <a:cubicBezTo>
                    <a:pt x="10431" y="0"/>
                    <a:pt x="9316" y="1116"/>
                    <a:pt x="9316" y="2502"/>
                  </a:cubicBezTo>
                  <a:cubicBezTo>
                    <a:pt x="9316" y="3888"/>
                    <a:pt x="10431" y="5004"/>
                    <a:pt x="11817" y="5004"/>
                  </a:cubicBezTo>
                  <a:cubicBezTo>
                    <a:pt x="13186" y="5004"/>
                    <a:pt x="14301" y="3888"/>
                    <a:pt x="14301" y="2502"/>
                  </a:cubicBezTo>
                  <a:cubicBezTo>
                    <a:pt x="14301" y="1116"/>
                    <a:pt x="13186" y="0"/>
                    <a:pt x="11817" y="0"/>
                  </a:cubicBezTo>
                  <a:close/>
                  <a:moveTo>
                    <a:pt x="21131" y="0"/>
                  </a:moveTo>
                  <a:cubicBezTo>
                    <a:pt x="19744" y="0"/>
                    <a:pt x="18629" y="1116"/>
                    <a:pt x="18629" y="2502"/>
                  </a:cubicBezTo>
                  <a:cubicBezTo>
                    <a:pt x="18629" y="3888"/>
                    <a:pt x="19744" y="5004"/>
                    <a:pt x="21131" y="5004"/>
                  </a:cubicBezTo>
                  <a:cubicBezTo>
                    <a:pt x="22500" y="5004"/>
                    <a:pt x="23616" y="3888"/>
                    <a:pt x="23616" y="2502"/>
                  </a:cubicBezTo>
                  <a:cubicBezTo>
                    <a:pt x="23616" y="1116"/>
                    <a:pt x="22500" y="0"/>
                    <a:pt x="2113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18000"/>
                </a:srgb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06" name="Google Shape;1606;p78"/>
          <p:cNvSpPr/>
          <p:nvPr/>
        </p:nvSpPr>
        <p:spPr>
          <a:xfrm>
            <a:off x="847750" y="4125125"/>
            <a:ext cx="356425" cy="355650"/>
          </a:xfrm>
          <a:custGeom>
            <a:avLst/>
            <a:gdLst/>
            <a:ahLst/>
            <a:cxnLst/>
            <a:rect l="l" t="t" r="r" b="b"/>
            <a:pathLst>
              <a:path w="14257" h="14226" extrusionOk="0">
                <a:moveTo>
                  <a:pt x="7160" y="4895"/>
                </a:moveTo>
                <a:cubicBezTo>
                  <a:pt x="8066" y="4895"/>
                  <a:pt x="8891" y="5467"/>
                  <a:pt x="9180" y="6383"/>
                </a:cubicBezTo>
                <a:cubicBezTo>
                  <a:pt x="9575" y="7508"/>
                  <a:pt x="8967" y="8724"/>
                  <a:pt x="7812" y="9119"/>
                </a:cubicBezTo>
                <a:cubicBezTo>
                  <a:pt x="7591" y="9191"/>
                  <a:pt x="7367" y="9225"/>
                  <a:pt x="7145" y="9225"/>
                </a:cubicBezTo>
                <a:cubicBezTo>
                  <a:pt x="6241" y="9225"/>
                  <a:pt x="5394" y="8655"/>
                  <a:pt x="5077" y="7751"/>
                </a:cubicBezTo>
                <a:cubicBezTo>
                  <a:pt x="4712" y="6596"/>
                  <a:pt x="5320" y="5380"/>
                  <a:pt x="6444" y="5016"/>
                </a:cubicBezTo>
                <a:cubicBezTo>
                  <a:pt x="6683" y="4934"/>
                  <a:pt x="6924" y="4895"/>
                  <a:pt x="7160" y="4895"/>
                </a:cubicBezTo>
                <a:close/>
                <a:moveTo>
                  <a:pt x="6080" y="0"/>
                </a:moveTo>
                <a:lnTo>
                  <a:pt x="3526" y="851"/>
                </a:lnTo>
                <a:lnTo>
                  <a:pt x="4226" y="2827"/>
                </a:lnTo>
                <a:cubicBezTo>
                  <a:pt x="3830" y="3101"/>
                  <a:pt x="3526" y="3374"/>
                  <a:pt x="3222" y="3709"/>
                </a:cubicBezTo>
                <a:lnTo>
                  <a:pt x="1368" y="2797"/>
                </a:lnTo>
                <a:lnTo>
                  <a:pt x="183" y="5228"/>
                </a:lnTo>
                <a:lnTo>
                  <a:pt x="2037" y="6140"/>
                </a:lnTo>
                <a:cubicBezTo>
                  <a:pt x="1976" y="6566"/>
                  <a:pt x="1946" y="7022"/>
                  <a:pt x="1976" y="7478"/>
                </a:cubicBezTo>
                <a:lnTo>
                  <a:pt x="0" y="8146"/>
                </a:lnTo>
                <a:lnTo>
                  <a:pt x="852" y="10700"/>
                </a:lnTo>
                <a:lnTo>
                  <a:pt x="2827" y="10031"/>
                </a:lnTo>
                <a:cubicBezTo>
                  <a:pt x="3101" y="10396"/>
                  <a:pt x="3374" y="10700"/>
                  <a:pt x="3709" y="11004"/>
                </a:cubicBezTo>
                <a:lnTo>
                  <a:pt x="2797" y="12858"/>
                </a:lnTo>
                <a:lnTo>
                  <a:pt x="5229" y="14043"/>
                </a:lnTo>
                <a:lnTo>
                  <a:pt x="6140" y="12189"/>
                </a:lnTo>
                <a:cubicBezTo>
                  <a:pt x="6441" y="12232"/>
                  <a:pt x="6757" y="12275"/>
                  <a:pt x="7078" y="12275"/>
                </a:cubicBezTo>
                <a:cubicBezTo>
                  <a:pt x="7211" y="12275"/>
                  <a:pt x="7344" y="12268"/>
                  <a:pt x="7478" y="12250"/>
                </a:cubicBezTo>
                <a:lnTo>
                  <a:pt x="8147" y="14225"/>
                </a:lnTo>
                <a:lnTo>
                  <a:pt x="10700" y="13374"/>
                </a:lnTo>
                <a:lnTo>
                  <a:pt x="10031" y="11399"/>
                </a:lnTo>
                <a:cubicBezTo>
                  <a:pt x="10396" y="11125"/>
                  <a:pt x="10700" y="10852"/>
                  <a:pt x="11004" y="10517"/>
                </a:cubicBezTo>
                <a:lnTo>
                  <a:pt x="12858" y="11429"/>
                </a:lnTo>
                <a:lnTo>
                  <a:pt x="14043" y="8997"/>
                </a:lnTo>
                <a:lnTo>
                  <a:pt x="12189" y="8086"/>
                </a:lnTo>
                <a:cubicBezTo>
                  <a:pt x="12280" y="7660"/>
                  <a:pt x="12311" y="7204"/>
                  <a:pt x="12280" y="6748"/>
                </a:cubicBezTo>
                <a:lnTo>
                  <a:pt x="14256" y="6079"/>
                </a:lnTo>
                <a:lnTo>
                  <a:pt x="13375" y="3526"/>
                </a:lnTo>
                <a:lnTo>
                  <a:pt x="11399" y="4195"/>
                </a:lnTo>
                <a:cubicBezTo>
                  <a:pt x="11125" y="3830"/>
                  <a:pt x="10852" y="3526"/>
                  <a:pt x="10517" y="3222"/>
                </a:cubicBezTo>
                <a:lnTo>
                  <a:pt x="11429" y="1368"/>
                </a:lnTo>
                <a:lnTo>
                  <a:pt x="8998" y="183"/>
                </a:lnTo>
                <a:lnTo>
                  <a:pt x="8086" y="2037"/>
                </a:lnTo>
                <a:cubicBezTo>
                  <a:pt x="7785" y="1994"/>
                  <a:pt x="7469" y="1951"/>
                  <a:pt x="7148" y="1951"/>
                </a:cubicBezTo>
                <a:cubicBezTo>
                  <a:pt x="7015" y="1951"/>
                  <a:pt x="6882" y="1958"/>
                  <a:pt x="6748" y="1976"/>
                </a:cubicBezTo>
                <a:lnTo>
                  <a:pt x="608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7" name="Google Shape;1607;p78"/>
          <p:cNvSpPr/>
          <p:nvPr/>
        </p:nvSpPr>
        <p:spPr>
          <a:xfrm>
            <a:off x="8077075" y="801150"/>
            <a:ext cx="250775" cy="250775"/>
          </a:xfrm>
          <a:custGeom>
            <a:avLst/>
            <a:gdLst/>
            <a:ahLst/>
            <a:cxnLst/>
            <a:rect l="l" t="t" r="r" b="b"/>
            <a:pathLst>
              <a:path w="10031" h="10031" extrusionOk="0">
                <a:moveTo>
                  <a:pt x="5047" y="3455"/>
                </a:moveTo>
                <a:cubicBezTo>
                  <a:pt x="5309" y="3455"/>
                  <a:pt x="5573" y="3526"/>
                  <a:pt x="5806" y="3678"/>
                </a:cubicBezTo>
                <a:cubicBezTo>
                  <a:pt x="6535" y="4134"/>
                  <a:pt x="6778" y="5046"/>
                  <a:pt x="6353" y="5775"/>
                </a:cubicBezTo>
                <a:cubicBezTo>
                  <a:pt x="6074" y="6254"/>
                  <a:pt x="5572" y="6523"/>
                  <a:pt x="5055" y="6523"/>
                </a:cubicBezTo>
                <a:cubicBezTo>
                  <a:pt x="4783" y="6523"/>
                  <a:pt x="4507" y="6449"/>
                  <a:pt x="4256" y="6292"/>
                </a:cubicBezTo>
                <a:cubicBezTo>
                  <a:pt x="3526" y="5897"/>
                  <a:pt x="3283" y="4924"/>
                  <a:pt x="3739" y="4225"/>
                </a:cubicBezTo>
                <a:cubicBezTo>
                  <a:pt x="4002" y="3739"/>
                  <a:pt x="4522" y="3455"/>
                  <a:pt x="5047" y="3455"/>
                </a:cubicBezTo>
                <a:close/>
                <a:moveTo>
                  <a:pt x="4681" y="0"/>
                </a:moveTo>
                <a:lnTo>
                  <a:pt x="2857" y="456"/>
                </a:lnTo>
                <a:lnTo>
                  <a:pt x="3222" y="1854"/>
                </a:lnTo>
                <a:cubicBezTo>
                  <a:pt x="2979" y="2006"/>
                  <a:pt x="2705" y="2189"/>
                  <a:pt x="2462" y="2432"/>
                </a:cubicBezTo>
                <a:lnTo>
                  <a:pt x="1216" y="1672"/>
                </a:lnTo>
                <a:lnTo>
                  <a:pt x="274" y="3313"/>
                </a:lnTo>
                <a:lnTo>
                  <a:pt x="1520" y="4073"/>
                </a:lnTo>
                <a:cubicBezTo>
                  <a:pt x="1459" y="4377"/>
                  <a:pt x="1398" y="4681"/>
                  <a:pt x="1398" y="4985"/>
                </a:cubicBezTo>
                <a:lnTo>
                  <a:pt x="0" y="5350"/>
                </a:lnTo>
                <a:lnTo>
                  <a:pt x="456" y="7173"/>
                </a:lnTo>
                <a:lnTo>
                  <a:pt x="1854" y="6809"/>
                </a:lnTo>
                <a:cubicBezTo>
                  <a:pt x="2006" y="7052"/>
                  <a:pt x="2189" y="7325"/>
                  <a:pt x="2432" y="7569"/>
                </a:cubicBezTo>
                <a:lnTo>
                  <a:pt x="1672" y="8815"/>
                </a:lnTo>
                <a:lnTo>
                  <a:pt x="3313" y="9757"/>
                </a:lnTo>
                <a:lnTo>
                  <a:pt x="4073" y="8511"/>
                </a:lnTo>
                <a:cubicBezTo>
                  <a:pt x="4377" y="8572"/>
                  <a:pt x="4681" y="8632"/>
                  <a:pt x="4985" y="8632"/>
                </a:cubicBezTo>
                <a:lnTo>
                  <a:pt x="5350" y="10031"/>
                </a:lnTo>
                <a:lnTo>
                  <a:pt x="7174" y="9575"/>
                </a:lnTo>
                <a:lnTo>
                  <a:pt x="6809" y="8176"/>
                </a:lnTo>
                <a:cubicBezTo>
                  <a:pt x="7052" y="8024"/>
                  <a:pt x="7326" y="7812"/>
                  <a:pt x="7569" y="7599"/>
                </a:cubicBezTo>
                <a:lnTo>
                  <a:pt x="8815" y="8359"/>
                </a:lnTo>
                <a:lnTo>
                  <a:pt x="9757" y="6717"/>
                </a:lnTo>
                <a:lnTo>
                  <a:pt x="8511" y="5958"/>
                </a:lnTo>
                <a:cubicBezTo>
                  <a:pt x="8572" y="5654"/>
                  <a:pt x="8633" y="5350"/>
                  <a:pt x="8633" y="5046"/>
                </a:cubicBezTo>
                <a:lnTo>
                  <a:pt x="10031" y="4681"/>
                </a:lnTo>
                <a:lnTo>
                  <a:pt x="9575" y="2857"/>
                </a:lnTo>
                <a:lnTo>
                  <a:pt x="8177" y="3222"/>
                </a:lnTo>
                <a:cubicBezTo>
                  <a:pt x="8025" y="2948"/>
                  <a:pt x="7842" y="2705"/>
                  <a:pt x="7599" y="2462"/>
                </a:cubicBezTo>
                <a:lnTo>
                  <a:pt x="8359" y="1216"/>
                </a:lnTo>
                <a:lnTo>
                  <a:pt x="6718" y="274"/>
                </a:lnTo>
                <a:lnTo>
                  <a:pt x="5958" y="1520"/>
                </a:lnTo>
                <a:cubicBezTo>
                  <a:pt x="5654" y="1429"/>
                  <a:pt x="5350" y="1398"/>
                  <a:pt x="5046" y="1398"/>
                </a:cubicBezTo>
                <a:lnTo>
                  <a:pt x="4681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8" name="Google Shape;1608;p78"/>
          <p:cNvSpPr txBox="1">
            <a:spLocks noGrp="1"/>
          </p:cNvSpPr>
          <p:nvPr>
            <p:ph type="title" idx="2"/>
          </p:nvPr>
        </p:nvSpPr>
        <p:spPr>
          <a:xfrm>
            <a:off x="1639207" y="935175"/>
            <a:ext cx="969000" cy="71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</a:t>
            </a:r>
            <a:r>
              <a:rPr lang="ru-RU" dirty="0"/>
              <a:t>5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806956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800"/>
                                        <p:tgtEl>
                                          <p:spTgt spid="16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800"/>
                                        <p:tgtEl>
                                          <p:spTgt spid="15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800"/>
                            </p:stCondLst>
                            <p:childTnLst>
                              <p:par>
                                <p:cTn id="12" presetID="8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13" dur="800" fill="hold"/>
                                        <p:tgtEl>
                                          <p:spTgt spid="160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15" dur="800" fill="hold"/>
                                        <p:tgtEl>
                                          <p:spTgt spid="160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2" name="Google Shape;1592;p78"/>
          <p:cNvSpPr/>
          <p:nvPr/>
        </p:nvSpPr>
        <p:spPr>
          <a:xfrm>
            <a:off x="1552658" y="887775"/>
            <a:ext cx="1159800" cy="808200"/>
          </a:xfrm>
          <a:prstGeom prst="wedgeRoundRectCallout">
            <a:avLst>
              <a:gd name="adj1" fmla="val -17374"/>
              <a:gd name="adj2" fmla="val 73101"/>
              <a:gd name="adj3" fmla="val 0"/>
            </a:avLst>
          </a:prstGeom>
          <a:solidFill>
            <a:schemeClr val="accent3"/>
          </a:solidFill>
          <a:ln>
            <a:noFill/>
          </a:ln>
          <a:effectLst>
            <a:outerShdw blurRad="57150" dist="47625" dir="5400000" algn="bl" rotWithShape="0">
              <a:schemeClr val="dk1">
                <a:alpha val="25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3" name="Google Shape;1593;p78"/>
          <p:cNvSpPr/>
          <p:nvPr/>
        </p:nvSpPr>
        <p:spPr>
          <a:xfrm>
            <a:off x="2846029" y="-894967"/>
            <a:ext cx="3459000" cy="808200"/>
          </a:xfrm>
          <a:prstGeom prst="roundRect">
            <a:avLst>
              <a:gd name="adj" fmla="val 31653"/>
            </a:avLst>
          </a:prstGeom>
          <a:solidFill>
            <a:schemeClr val="lt2"/>
          </a:solidFill>
          <a:ln w="9525" cap="flat" cmpd="sng">
            <a:solidFill>
              <a:srgbClr val="D2D6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47625" dir="5400000" algn="bl" rotWithShape="0">
              <a:schemeClr val="dk1">
                <a:alpha val="24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4" name="Google Shape;1594;p78"/>
          <p:cNvSpPr txBox="1">
            <a:spLocks noGrp="1"/>
          </p:cNvSpPr>
          <p:nvPr>
            <p:ph type="title"/>
          </p:nvPr>
        </p:nvSpPr>
        <p:spPr>
          <a:xfrm>
            <a:off x="2477237" y="-2851955"/>
            <a:ext cx="4205400" cy="166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600" dirty="0"/>
              <a:t>Правило</a:t>
            </a:r>
            <a:endParaRPr sz="6600" dirty="0"/>
          </a:p>
        </p:txBody>
      </p:sp>
      <p:sp>
        <p:nvSpPr>
          <p:cNvPr id="1595" name="Google Shape;1595;p78"/>
          <p:cNvSpPr txBox="1">
            <a:spLocks noGrp="1"/>
          </p:cNvSpPr>
          <p:nvPr>
            <p:ph type="subTitle" idx="1"/>
          </p:nvPr>
        </p:nvSpPr>
        <p:spPr>
          <a:xfrm>
            <a:off x="3204287" y="-810895"/>
            <a:ext cx="2751300" cy="76362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Aft>
                <a:spcPts val="1200"/>
              </a:spcAft>
            </a:pPr>
            <a:r>
              <a:rPr lang="ru-RU" sz="2000" dirty="0"/>
              <a:t>Не сообщай личную информацию</a:t>
            </a:r>
            <a:endParaRPr sz="2000" dirty="0"/>
          </a:p>
        </p:txBody>
      </p:sp>
      <p:grpSp>
        <p:nvGrpSpPr>
          <p:cNvPr id="1596" name="Google Shape;1596;p78"/>
          <p:cNvGrpSpPr/>
          <p:nvPr/>
        </p:nvGrpSpPr>
        <p:grpSpPr>
          <a:xfrm>
            <a:off x="6782222" y="3381976"/>
            <a:ext cx="1514782" cy="1006855"/>
            <a:chOff x="4981963" y="3755000"/>
            <a:chExt cx="1001575" cy="735575"/>
          </a:xfrm>
        </p:grpSpPr>
        <p:sp>
          <p:nvSpPr>
            <p:cNvPr id="1597" name="Google Shape;1597;p78"/>
            <p:cNvSpPr/>
            <p:nvPr/>
          </p:nvSpPr>
          <p:spPr>
            <a:xfrm>
              <a:off x="4981963" y="3755000"/>
              <a:ext cx="1001575" cy="735575"/>
            </a:xfrm>
            <a:custGeom>
              <a:avLst/>
              <a:gdLst/>
              <a:ahLst/>
              <a:cxnLst/>
              <a:rect l="l" t="t" r="r" b="b"/>
              <a:pathLst>
                <a:path w="40063" h="29423" extrusionOk="0">
                  <a:moveTo>
                    <a:pt x="1916" y="0"/>
                  </a:moveTo>
                  <a:cubicBezTo>
                    <a:pt x="852" y="0"/>
                    <a:pt x="1" y="882"/>
                    <a:pt x="1" y="1945"/>
                  </a:cubicBezTo>
                  <a:lnTo>
                    <a:pt x="1" y="27478"/>
                  </a:lnTo>
                  <a:cubicBezTo>
                    <a:pt x="1" y="28541"/>
                    <a:pt x="852" y="29423"/>
                    <a:pt x="1916" y="29423"/>
                  </a:cubicBezTo>
                  <a:lnTo>
                    <a:pt x="38148" y="29423"/>
                  </a:lnTo>
                  <a:cubicBezTo>
                    <a:pt x="39211" y="29423"/>
                    <a:pt x="40063" y="28541"/>
                    <a:pt x="40063" y="27478"/>
                  </a:cubicBezTo>
                  <a:lnTo>
                    <a:pt x="40063" y="1976"/>
                  </a:lnTo>
                  <a:cubicBezTo>
                    <a:pt x="40063" y="882"/>
                    <a:pt x="39211" y="0"/>
                    <a:pt x="381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dist="76200" dir="5400000" algn="bl" rotWithShape="0">
                <a:schemeClr val="dk1">
                  <a:alpha val="17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" name="Google Shape;1598;p78"/>
            <p:cNvSpPr/>
            <p:nvPr/>
          </p:nvSpPr>
          <p:spPr>
            <a:xfrm>
              <a:off x="5092913" y="3848450"/>
              <a:ext cx="357950" cy="289550"/>
            </a:xfrm>
            <a:custGeom>
              <a:avLst/>
              <a:gdLst/>
              <a:ahLst/>
              <a:cxnLst/>
              <a:rect l="l" t="t" r="r" b="b"/>
              <a:pathLst>
                <a:path w="14318" h="11582" extrusionOk="0">
                  <a:moveTo>
                    <a:pt x="791" y="1"/>
                  </a:moveTo>
                  <a:cubicBezTo>
                    <a:pt x="335" y="1"/>
                    <a:pt x="1" y="365"/>
                    <a:pt x="1" y="791"/>
                  </a:cubicBezTo>
                  <a:lnTo>
                    <a:pt x="1" y="10791"/>
                  </a:lnTo>
                  <a:cubicBezTo>
                    <a:pt x="1" y="11247"/>
                    <a:pt x="366" y="11581"/>
                    <a:pt x="791" y="11581"/>
                  </a:cubicBezTo>
                  <a:lnTo>
                    <a:pt x="13527" y="11581"/>
                  </a:lnTo>
                  <a:cubicBezTo>
                    <a:pt x="13952" y="11581"/>
                    <a:pt x="14287" y="11247"/>
                    <a:pt x="14317" y="10791"/>
                  </a:cubicBezTo>
                  <a:lnTo>
                    <a:pt x="14317" y="791"/>
                  </a:lnTo>
                  <a:cubicBezTo>
                    <a:pt x="14317" y="335"/>
                    <a:pt x="13952" y="1"/>
                    <a:pt x="1352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dist="76200" dir="5400000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" name="Google Shape;1599;p78"/>
            <p:cNvSpPr/>
            <p:nvPr/>
          </p:nvSpPr>
          <p:spPr>
            <a:xfrm>
              <a:off x="5092913" y="4207125"/>
              <a:ext cx="779675" cy="30425"/>
            </a:xfrm>
            <a:custGeom>
              <a:avLst/>
              <a:gdLst/>
              <a:ahLst/>
              <a:cxnLst/>
              <a:rect l="l" t="t" r="r" b="b"/>
              <a:pathLst>
                <a:path w="31187" h="1217" extrusionOk="0">
                  <a:moveTo>
                    <a:pt x="609" y="0"/>
                  </a:moveTo>
                  <a:cubicBezTo>
                    <a:pt x="274" y="0"/>
                    <a:pt x="1" y="274"/>
                    <a:pt x="1" y="608"/>
                  </a:cubicBezTo>
                  <a:cubicBezTo>
                    <a:pt x="1" y="973"/>
                    <a:pt x="274" y="1216"/>
                    <a:pt x="609" y="1216"/>
                  </a:cubicBezTo>
                  <a:lnTo>
                    <a:pt x="30579" y="1216"/>
                  </a:lnTo>
                  <a:cubicBezTo>
                    <a:pt x="30913" y="1216"/>
                    <a:pt x="31187" y="973"/>
                    <a:pt x="31187" y="608"/>
                  </a:cubicBezTo>
                  <a:cubicBezTo>
                    <a:pt x="31187" y="274"/>
                    <a:pt x="30913" y="0"/>
                    <a:pt x="3057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21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600;p78"/>
            <p:cNvSpPr/>
            <p:nvPr/>
          </p:nvSpPr>
          <p:spPr>
            <a:xfrm>
              <a:off x="5092913" y="4286900"/>
              <a:ext cx="779675" cy="30425"/>
            </a:xfrm>
            <a:custGeom>
              <a:avLst/>
              <a:gdLst/>
              <a:ahLst/>
              <a:cxnLst/>
              <a:rect l="l" t="t" r="r" b="b"/>
              <a:pathLst>
                <a:path w="31187" h="1217" extrusionOk="0">
                  <a:moveTo>
                    <a:pt x="609" y="1"/>
                  </a:moveTo>
                  <a:cubicBezTo>
                    <a:pt x="274" y="1"/>
                    <a:pt x="1" y="275"/>
                    <a:pt x="1" y="609"/>
                  </a:cubicBezTo>
                  <a:cubicBezTo>
                    <a:pt x="1" y="974"/>
                    <a:pt x="274" y="1217"/>
                    <a:pt x="609" y="1217"/>
                  </a:cubicBezTo>
                  <a:lnTo>
                    <a:pt x="30579" y="1217"/>
                  </a:lnTo>
                  <a:cubicBezTo>
                    <a:pt x="30913" y="1217"/>
                    <a:pt x="31187" y="913"/>
                    <a:pt x="31187" y="609"/>
                  </a:cubicBezTo>
                  <a:cubicBezTo>
                    <a:pt x="31187" y="275"/>
                    <a:pt x="30913" y="1"/>
                    <a:pt x="305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21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1601;p78"/>
            <p:cNvSpPr/>
            <p:nvPr/>
          </p:nvSpPr>
          <p:spPr>
            <a:xfrm>
              <a:off x="5092913" y="4365950"/>
              <a:ext cx="295625" cy="30400"/>
            </a:xfrm>
            <a:custGeom>
              <a:avLst/>
              <a:gdLst/>
              <a:ahLst/>
              <a:cxnLst/>
              <a:rect l="l" t="t" r="r" b="b"/>
              <a:pathLst>
                <a:path w="11825" h="1216" extrusionOk="0">
                  <a:moveTo>
                    <a:pt x="609" y="0"/>
                  </a:moveTo>
                  <a:cubicBezTo>
                    <a:pt x="274" y="0"/>
                    <a:pt x="1" y="274"/>
                    <a:pt x="1" y="608"/>
                  </a:cubicBezTo>
                  <a:cubicBezTo>
                    <a:pt x="1" y="942"/>
                    <a:pt x="274" y="1216"/>
                    <a:pt x="609" y="1216"/>
                  </a:cubicBezTo>
                  <a:lnTo>
                    <a:pt x="11217" y="1216"/>
                  </a:lnTo>
                  <a:cubicBezTo>
                    <a:pt x="11551" y="1216"/>
                    <a:pt x="11825" y="942"/>
                    <a:pt x="11825" y="608"/>
                  </a:cubicBezTo>
                  <a:cubicBezTo>
                    <a:pt x="11825" y="274"/>
                    <a:pt x="11551" y="0"/>
                    <a:pt x="1121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21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1602;p78"/>
            <p:cNvSpPr/>
            <p:nvPr/>
          </p:nvSpPr>
          <p:spPr>
            <a:xfrm>
              <a:off x="5515413" y="3848450"/>
              <a:ext cx="357950" cy="289550"/>
            </a:xfrm>
            <a:custGeom>
              <a:avLst/>
              <a:gdLst/>
              <a:ahLst/>
              <a:cxnLst/>
              <a:rect l="l" t="t" r="r" b="b"/>
              <a:pathLst>
                <a:path w="14318" h="11582" extrusionOk="0">
                  <a:moveTo>
                    <a:pt x="791" y="1"/>
                  </a:moveTo>
                  <a:cubicBezTo>
                    <a:pt x="335" y="1"/>
                    <a:pt x="1" y="365"/>
                    <a:pt x="1" y="791"/>
                  </a:cubicBezTo>
                  <a:lnTo>
                    <a:pt x="1" y="10791"/>
                  </a:lnTo>
                  <a:cubicBezTo>
                    <a:pt x="1" y="11247"/>
                    <a:pt x="396" y="11581"/>
                    <a:pt x="791" y="11581"/>
                  </a:cubicBezTo>
                  <a:lnTo>
                    <a:pt x="13527" y="11581"/>
                  </a:lnTo>
                  <a:cubicBezTo>
                    <a:pt x="13952" y="11581"/>
                    <a:pt x="14287" y="11247"/>
                    <a:pt x="14317" y="10791"/>
                  </a:cubicBezTo>
                  <a:lnTo>
                    <a:pt x="14317" y="791"/>
                  </a:lnTo>
                  <a:cubicBezTo>
                    <a:pt x="14317" y="335"/>
                    <a:pt x="13952" y="1"/>
                    <a:pt x="1352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dist="76200" dir="5400000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03" name="Google Shape;1603;p78"/>
          <p:cNvGrpSpPr/>
          <p:nvPr/>
        </p:nvGrpSpPr>
        <p:grpSpPr>
          <a:xfrm flipH="1">
            <a:off x="7908792" y="2620556"/>
            <a:ext cx="789081" cy="515055"/>
            <a:chOff x="4842900" y="2922987"/>
            <a:chExt cx="436632" cy="284986"/>
          </a:xfrm>
        </p:grpSpPr>
        <p:sp>
          <p:nvSpPr>
            <p:cNvPr id="1604" name="Google Shape;1604;p78"/>
            <p:cNvSpPr/>
            <p:nvPr/>
          </p:nvSpPr>
          <p:spPr>
            <a:xfrm>
              <a:off x="4842900" y="2922987"/>
              <a:ext cx="436632" cy="284986"/>
            </a:xfrm>
            <a:custGeom>
              <a:avLst/>
              <a:gdLst/>
              <a:ahLst/>
              <a:cxnLst/>
              <a:rect l="l" t="t" r="r" b="b"/>
              <a:pathLst>
                <a:path w="35922" h="23446" extrusionOk="0">
                  <a:moveTo>
                    <a:pt x="3448" y="1"/>
                  </a:moveTo>
                  <a:cubicBezTo>
                    <a:pt x="1555" y="1"/>
                    <a:pt x="0" y="1538"/>
                    <a:pt x="0" y="3432"/>
                  </a:cubicBezTo>
                  <a:lnTo>
                    <a:pt x="0" y="15552"/>
                  </a:lnTo>
                  <a:cubicBezTo>
                    <a:pt x="0" y="17446"/>
                    <a:pt x="1555" y="18983"/>
                    <a:pt x="3448" y="18983"/>
                  </a:cubicBezTo>
                  <a:lnTo>
                    <a:pt x="24950" y="18983"/>
                  </a:lnTo>
                  <a:lnTo>
                    <a:pt x="29074" y="23446"/>
                  </a:lnTo>
                  <a:lnTo>
                    <a:pt x="29074" y="18983"/>
                  </a:lnTo>
                  <a:lnTo>
                    <a:pt x="32473" y="18983"/>
                  </a:lnTo>
                  <a:cubicBezTo>
                    <a:pt x="34382" y="18983"/>
                    <a:pt x="35921" y="17446"/>
                    <a:pt x="35921" y="15552"/>
                  </a:cubicBezTo>
                  <a:lnTo>
                    <a:pt x="35921" y="3432"/>
                  </a:lnTo>
                  <a:cubicBezTo>
                    <a:pt x="35921" y="1538"/>
                    <a:pt x="34382" y="1"/>
                    <a:pt x="32473" y="1"/>
                  </a:cubicBezTo>
                  <a:close/>
                </a:path>
              </a:pathLst>
            </a:custGeom>
            <a:gradFill>
              <a:gsLst>
                <a:gs pos="0">
                  <a:srgbClr val="BBF6F4"/>
                </a:gs>
                <a:gs pos="100000">
                  <a:srgbClr val="4EE0DB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rgbClr val="5352EE">
                  <a:alpha val="18000"/>
                </a:srgb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78"/>
            <p:cNvSpPr/>
            <p:nvPr/>
          </p:nvSpPr>
          <p:spPr>
            <a:xfrm>
              <a:off x="4917676" y="3006198"/>
              <a:ext cx="287065" cy="60824"/>
            </a:xfrm>
            <a:custGeom>
              <a:avLst/>
              <a:gdLst/>
              <a:ahLst/>
              <a:cxnLst/>
              <a:rect l="l" t="t" r="r" b="b"/>
              <a:pathLst>
                <a:path w="23617" h="5004" extrusionOk="0">
                  <a:moveTo>
                    <a:pt x="2503" y="0"/>
                  </a:moveTo>
                  <a:cubicBezTo>
                    <a:pt x="1117" y="0"/>
                    <a:pt x="1" y="1116"/>
                    <a:pt x="1" y="2502"/>
                  </a:cubicBezTo>
                  <a:cubicBezTo>
                    <a:pt x="1" y="3888"/>
                    <a:pt x="1117" y="5004"/>
                    <a:pt x="2503" y="5004"/>
                  </a:cubicBezTo>
                  <a:cubicBezTo>
                    <a:pt x="3873" y="5004"/>
                    <a:pt x="4988" y="3888"/>
                    <a:pt x="4988" y="2502"/>
                  </a:cubicBezTo>
                  <a:cubicBezTo>
                    <a:pt x="4988" y="1116"/>
                    <a:pt x="3873" y="0"/>
                    <a:pt x="2503" y="0"/>
                  </a:cubicBezTo>
                  <a:close/>
                  <a:moveTo>
                    <a:pt x="11817" y="0"/>
                  </a:moveTo>
                  <a:cubicBezTo>
                    <a:pt x="10431" y="0"/>
                    <a:pt x="9316" y="1116"/>
                    <a:pt x="9316" y="2502"/>
                  </a:cubicBezTo>
                  <a:cubicBezTo>
                    <a:pt x="9316" y="3888"/>
                    <a:pt x="10431" y="5004"/>
                    <a:pt x="11817" y="5004"/>
                  </a:cubicBezTo>
                  <a:cubicBezTo>
                    <a:pt x="13186" y="5004"/>
                    <a:pt x="14301" y="3888"/>
                    <a:pt x="14301" y="2502"/>
                  </a:cubicBezTo>
                  <a:cubicBezTo>
                    <a:pt x="14301" y="1116"/>
                    <a:pt x="13186" y="0"/>
                    <a:pt x="11817" y="0"/>
                  </a:cubicBezTo>
                  <a:close/>
                  <a:moveTo>
                    <a:pt x="21131" y="0"/>
                  </a:moveTo>
                  <a:cubicBezTo>
                    <a:pt x="19744" y="0"/>
                    <a:pt x="18629" y="1116"/>
                    <a:pt x="18629" y="2502"/>
                  </a:cubicBezTo>
                  <a:cubicBezTo>
                    <a:pt x="18629" y="3888"/>
                    <a:pt x="19744" y="5004"/>
                    <a:pt x="21131" y="5004"/>
                  </a:cubicBezTo>
                  <a:cubicBezTo>
                    <a:pt x="22500" y="5004"/>
                    <a:pt x="23616" y="3888"/>
                    <a:pt x="23616" y="2502"/>
                  </a:cubicBezTo>
                  <a:cubicBezTo>
                    <a:pt x="23616" y="1116"/>
                    <a:pt x="22500" y="0"/>
                    <a:pt x="2113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18000"/>
                </a:srgb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06" name="Google Shape;1606;p78"/>
          <p:cNvSpPr/>
          <p:nvPr/>
        </p:nvSpPr>
        <p:spPr>
          <a:xfrm>
            <a:off x="847750" y="4125125"/>
            <a:ext cx="356425" cy="355650"/>
          </a:xfrm>
          <a:custGeom>
            <a:avLst/>
            <a:gdLst/>
            <a:ahLst/>
            <a:cxnLst/>
            <a:rect l="l" t="t" r="r" b="b"/>
            <a:pathLst>
              <a:path w="14257" h="14226" extrusionOk="0">
                <a:moveTo>
                  <a:pt x="7160" y="4895"/>
                </a:moveTo>
                <a:cubicBezTo>
                  <a:pt x="8066" y="4895"/>
                  <a:pt x="8891" y="5467"/>
                  <a:pt x="9180" y="6383"/>
                </a:cubicBezTo>
                <a:cubicBezTo>
                  <a:pt x="9575" y="7508"/>
                  <a:pt x="8967" y="8724"/>
                  <a:pt x="7812" y="9119"/>
                </a:cubicBezTo>
                <a:cubicBezTo>
                  <a:pt x="7591" y="9191"/>
                  <a:pt x="7367" y="9225"/>
                  <a:pt x="7145" y="9225"/>
                </a:cubicBezTo>
                <a:cubicBezTo>
                  <a:pt x="6241" y="9225"/>
                  <a:pt x="5394" y="8655"/>
                  <a:pt x="5077" y="7751"/>
                </a:cubicBezTo>
                <a:cubicBezTo>
                  <a:pt x="4712" y="6596"/>
                  <a:pt x="5320" y="5380"/>
                  <a:pt x="6444" y="5016"/>
                </a:cubicBezTo>
                <a:cubicBezTo>
                  <a:pt x="6683" y="4934"/>
                  <a:pt x="6924" y="4895"/>
                  <a:pt x="7160" y="4895"/>
                </a:cubicBezTo>
                <a:close/>
                <a:moveTo>
                  <a:pt x="6080" y="0"/>
                </a:moveTo>
                <a:lnTo>
                  <a:pt x="3526" y="851"/>
                </a:lnTo>
                <a:lnTo>
                  <a:pt x="4226" y="2827"/>
                </a:lnTo>
                <a:cubicBezTo>
                  <a:pt x="3830" y="3101"/>
                  <a:pt x="3526" y="3374"/>
                  <a:pt x="3222" y="3709"/>
                </a:cubicBezTo>
                <a:lnTo>
                  <a:pt x="1368" y="2797"/>
                </a:lnTo>
                <a:lnTo>
                  <a:pt x="183" y="5228"/>
                </a:lnTo>
                <a:lnTo>
                  <a:pt x="2037" y="6140"/>
                </a:lnTo>
                <a:cubicBezTo>
                  <a:pt x="1976" y="6566"/>
                  <a:pt x="1946" y="7022"/>
                  <a:pt x="1976" y="7478"/>
                </a:cubicBezTo>
                <a:lnTo>
                  <a:pt x="0" y="8146"/>
                </a:lnTo>
                <a:lnTo>
                  <a:pt x="852" y="10700"/>
                </a:lnTo>
                <a:lnTo>
                  <a:pt x="2827" y="10031"/>
                </a:lnTo>
                <a:cubicBezTo>
                  <a:pt x="3101" y="10396"/>
                  <a:pt x="3374" y="10700"/>
                  <a:pt x="3709" y="11004"/>
                </a:cubicBezTo>
                <a:lnTo>
                  <a:pt x="2797" y="12858"/>
                </a:lnTo>
                <a:lnTo>
                  <a:pt x="5229" y="14043"/>
                </a:lnTo>
                <a:lnTo>
                  <a:pt x="6140" y="12189"/>
                </a:lnTo>
                <a:cubicBezTo>
                  <a:pt x="6441" y="12232"/>
                  <a:pt x="6757" y="12275"/>
                  <a:pt x="7078" y="12275"/>
                </a:cubicBezTo>
                <a:cubicBezTo>
                  <a:pt x="7211" y="12275"/>
                  <a:pt x="7344" y="12268"/>
                  <a:pt x="7478" y="12250"/>
                </a:cubicBezTo>
                <a:lnTo>
                  <a:pt x="8147" y="14225"/>
                </a:lnTo>
                <a:lnTo>
                  <a:pt x="10700" y="13374"/>
                </a:lnTo>
                <a:lnTo>
                  <a:pt x="10031" y="11399"/>
                </a:lnTo>
                <a:cubicBezTo>
                  <a:pt x="10396" y="11125"/>
                  <a:pt x="10700" y="10852"/>
                  <a:pt x="11004" y="10517"/>
                </a:cubicBezTo>
                <a:lnTo>
                  <a:pt x="12858" y="11429"/>
                </a:lnTo>
                <a:lnTo>
                  <a:pt x="14043" y="8997"/>
                </a:lnTo>
                <a:lnTo>
                  <a:pt x="12189" y="8086"/>
                </a:lnTo>
                <a:cubicBezTo>
                  <a:pt x="12280" y="7660"/>
                  <a:pt x="12311" y="7204"/>
                  <a:pt x="12280" y="6748"/>
                </a:cubicBezTo>
                <a:lnTo>
                  <a:pt x="14256" y="6079"/>
                </a:lnTo>
                <a:lnTo>
                  <a:pt x="13375" y="3526"/>
                </a:lnTo>
                <a:lnTo>
                  <a:pt x="11399" y="4195"/>
                </a:lnTo>
                <a:cubicBezTo>
                  <a:pt x="11125" y="3830"/>
                  <a:pt x="10852" y="3526"/>
                  <a:pt x="10517" y="3222"/>
                </a:cubicBezTo>
                <a:lnTo>
                  <a:pt x="11429" y="1368"/>
                </a:lnTo>
                <a:lnTo>
                  <a:pt x="8998" y="183"/>
                </a:lnTo>
                <a:lnTo>
                  <a:pt x="8086" y="2037"/>
                </a:lnTo>
                <a:cubicBezTo>
                  <a:pt x="7785" y="1994"/>
                  <a:pt x="7469" y="1951"/>
                  <a:pt x="7148" y="1951"/>
                </a:cubicBezTo>
                <a:cubicBezTo>
                  <a:pt x="7015" y="1951"/>
                  <a:pt x="6882" y="1958"/>
                  <a:pt x="6748" y="1976"/>
                </a:cubicBezTo>
                <a:lnTo>
                  <a:pt x="608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7" name="Google Shape;1607;p78"/>
          <p:cNvSpPr/>
          <p:nvPr/>
        </p:nvSpPr>
        <p:spPr>
          <a:xfrm>
            <a:off x="8077075" y="801150"/>
            <a:ext cx="250775" cy="250775"/>
          </a:xfrm>
          <a:custGeom>
            <a:avLst/>
            <a:gdLst/>
            <a:ahLst/>
            <a:cxnLst/>
            <a:rect l="l" t="t" r="r" b="b"/>
            <a:pathLst>
              <a:path w="10031" h="10031" extrusionOk="0">
                <a:moveTo>
                  <a:pt x="5047" y="3455"/>
                </a:moveTo>
                <a:cubicBezTo>
                  <a:pt x="5309" y="3455"/>
                  <a:pt x="5573" y="3526"/>
                  <a:pt x="5806" y="3678"/>
                </a:cubicBezTo>
                <a:cubicBezTo>
                  <a:pt x="6535" y="4134"/>
                  <a:pt x="6778" y="5046"/>
                  <a:pt x="6353" y="5775"/>
                </a:cubicBezTo>
                <a:cubicBezTo>
                  <a:pt x="6074" y="6254"/>
                  <a:pt x="5572" y="6523"/>
                  <a:pt x="5055" y="6523"/>
                </a:cubicBezTo>
                <a:cubicBezTo>
                  <a:pt x="4783" y="6523"/>
                  <a:pt x="4507" y="6449"/>
                  <a:pt x="4256" y="6292"/>
                </a:cubicBezTo>
                <a:cubicBezTo>
                  <a:pt x="3526" y="5897"/>
                  <a:pt x="3283" y="4924"/>
                  <a:pt x="3739" y="4225"/>
                </a:cubicBezTo>
                <a:cubicBezTo>
                  <a:pt x="4002" y="3739"/>
                  <a:pt x="4522" y="3455"/>
                  <a:pt x="5047" y="3455"/>
                </a:cubicBezTo>
                <a:close/>
                <a:moveTo>
                  <a:pt x="4681" y="0"/>
                </a:moveTo>
                <a:lnTo>
                  <a:pt x="2857" y="456"/>
                </a:lnTo>
                <a:lnTo>
                  <a:pt x="3222" y="1854"/>
                </a:lnTo>
                <a:cubicBezTo>
                  <a:pt x="2979" y="2006"/>
                  <a:pt x="2705" y="2189"/>
                  <a:pt x="2462" y="2432"/>
                </a:cubicBezTo>
                <a:lnTo>
                  <a:pt x="1216" y="1672"/>
                </a:lnTo>
                <a:lnTo>
                  <a:pt x="274" y="3313"/>
                </a:lnTo>
                <a:lnTo>
                  <a:pt x="1520" y="4073"/>
                </a:lnTo>
                <a:cubicBezTo>
                  <a:pt x="1459" y="4377"/>
                  <a:pt x="1398" y="4681"/>
                  <a:pt x="1398" y="4985"/>
                </a:cubicBezTo>
                <a:lnTo>
                  <a:pt x="0" y="5350"/>
                </a:lnTo>
                <a:lnTo>
                  <a:pt x="456" y="7173"/>
                </a:lnTo>
                <a:lnTo>
                  <a:pt x="1854" y="6809"/>
                </a:lnTo>
                <a:cubicBezTo>
                  <a:pt x="2006" y="7052"/>
                  <a:pt x="2189" y="7325"/>
                  <a:pt x="2432" y="7569"/>
                </a:cubicBezTo>
                <a:lnTo>
                  <a:pt x="1672" y="8815"/>
                </a:lnTo>
                <a:lnTo>
                  <a:pt x="3313" y="9757"/>
                </a:lnTo>
                <a:lnTo>
                  <a:pt x="4073" y="8511"/>
                </a:lnTo>
                <a:cubicBezTo>
                  <a:pt x="4377" y="8572"/>
                  <a:pt x="4681" y="8632"/>
                  <a:pt x="4985" y="8632"/>
                </a:cubicBezTo>
                <a:lnTo>
                  <a:pt x="5350" y="10031"/>
                </a:lnTo>
                <a:lnTo>
                  <a:pt x="7174" y="9575"/>
                </a:lnTo>
                <a:lnTo>
                  <a:pt x="6809" y="8176"/>
                </a:lnTo>
                <a:cubicBezTo>
                  <a:pt x="7052" y="8024"/>
                  <a:pt x="7326" y="7812"/>
                  <a:pt x="7569" y="7599"/>
                </a:cubicBezTo>
                <a:lnTo>
                  <a:pt x="8815" y="8359"/>
                </a:lnTo>
                <a:lnTo>
                  <a:pt x="9757" y="6717"/>
                </a:lnTo>
                <a:lnTo>
                  <a:pt x="8511" y="5958"/>
                </a:lnTo>
                <a:cubicBezTo>
                  <a:pt x="8572" y="5654"/>
                  <a:pt x="8633" y="5350"/>
                  <a:pt x="8633" y="5046"/>
                </a:cubicBezTo>
                <a:lnTo>
                  <a:pt x="10031" y="4681"/>
                </a:lnTo>
                <a:lnTo>
                  <a:pt x="9575" y="2857"/>
                </a:lnTo>
                <a:lnTo>
                  <a:pt x="8177" y="3222"/>
                </a:lnTo>
                <a:cubicBezTo>
                  <a:pt x="8025" y="2948"/>
                  <a:pt x="7842" y="2705"/>
                  <a:pt x="7599" y="2462"/>
                </a:cubicBezTo>
                <a:lnTo>
                  <a:pt x="8359" y="1216"/>
                </a:lnTo>
                <a:lnTo>
                  <a:pt x="6718" y="274"/>
                </a:lnTo>
                <a:lnTo>
                  <a:pt x="5958" y="1520"/>
                </a:lnTo>
                <a:cubicBezTo>
                  <a:pt x="5654" y="1429"/>
                  <a:pt x="5350" y="1398"/>
                  <a:pt x="5046" y="1398"/>
                </a:cubicBezTo>
                <a:lnTo>
                  <a:pt x="4681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8" name="Google Shape;1608;p78"/>
          <p:cNvSpPr txBox="1">
            <a:spLocks noGrp="1"/>
          </p:cNvSpPr>
          <p:nvPr>
            <p:ph type="title" idx="2"/>
          </p:nvPr>
        </p:nvSpPr>
        <p:spPr>
          <a:xfrm>
            <a:off x="1639207" y="935175"/>
            <a:ext cx="969000" cy="71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</a:t>
            </a:r>
            <a:r>
              <a:rPr lang="ru-RU" dirty="0"/>
              <a:t>5</a:t>
            </a:r>
            <a:endParaRPr dirty="0"/>
          </a:p>
        </p:txBody>
      </p:sp>
      <p:sp>
        <p:nvSpPr>
          <p:cNvPr id="20" name="Google Shape;1956;p88">
            <a:extLst>
              <a:ext uri="{FF2B5EF4-FFF2-40B4-BE49-F238E27FC236}">
                <a16:creationId xmlns:a16="http://schemas.microsoft.com/office/drawing/2014/main" id="{9CE63A60-278B-43C7-BD1B-7FCB98127EAB}"/>
              </a:ext>
            </a:extLst>
          </p:cNvPr>
          <p:cNvSpPr txBox="1">
            <a:spLocks/>
          </p:cNvSpPr>
          <p:nvPr/>
        </p:nvSpPr>
        <p:spPr>
          <a:xfrm>
            <a:off x="2045367" y="1824493"/>
            <a:ext cx="4807031" cy="30603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rbitron"/>
              <a:buNone/>
              <a:defRPr sz="36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lang="ru-RU" sz="2000" dirty="0"/>
              <a:t>Нельзя:</a:t>
            </a:r>
          </a:p>
          <a:p>
            <a:pPr algn="l"/>
            <a:r>
              <a:rPr lang="ru-RU" sz="2000" dirty="0"/>
              <a:t>-обижать других </a:t>
            </a:r>
          </a:p>
          <a:p>
            <a:pPr algn="l"/>
            <a:r>
              <a:rPr lang="ru-RU" sz="2000" dirty="0"/>
              <a:t>-писать грубые слова </a:t>
            </a:r>
          </a:p>
          <a:p>
            <a:pPr algn="l"/>
            <a:r>
              <a:rPr lang="ru-RU" sz="2000" dirty="0"/>
              <a:t>-дразнить людей </a:t>
            </a:r>
          </a:p>
          <a:p>
            <a:pPr algn="l"/>
            <a:endParaRPr lang="ru-RU" sz="2400" dirty="0"/>
          </a:p>
          <a:p>
            <a:r>
              <a:rPr lang="ru-RU" sz="2400" dirty="0"/>
              <a:t>Относись к другим так, как хочешь, чтобы относились к тебе.</a:t>
            </a:r>
          </a:p>
        </p:txBody>
      </p:sp>
      <p:sp>
        <p:nvSpPr>
          <p:cNvPr id="21" name="Google Shape;1594;p78">
            <a:extLst>
              <a:ext uri="{FF2B5EF4-FFF2-40B4-BE49-F238E27FC236}">
                <a16:creationId xmlns:a16="http://schemas.microsoft.com/office/drawing/2014/main" id="{2B54B4E7-8DAD-480D-9E61-31E88C574598}"/>
              </a:ext>
            </a:extLst>
          </p:cNvPr>
          <p:cNvSpPr txBox="1">
            <a:spLocks/>
          </p:cNvSpPr>
          <p:nvPr/>
        </p:nvSpPr>
        <p:spPr>
          <a:xfrm>
            <a:off x="2477237" y="-2873796"/>
            <a:ext cx="4205400" cy="16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rbitron"/>
              <a:buNone/>
              <a:defRPr sz="36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 sz="6600"/>
              <a:t>Правило</a:t>
            </a:r>
            <a:endParaRPr lang="ru-RU" sz="6600" dirty="0"/>
          </a:p>
        </p:txBody>
      </p:sp>
      <p:sp>
        <p:nvSpPr>
          <p:cNvPr id="22" name="Google Shape;1594;p78">
            <a:extLst>
              <a:ext uri="{FF2B5EF4-FFF2-40B4-BE49-F238E27FC236}">
                <a16:creationId xmlns:a16="http://schemas.microsoft.com/office/drawing/2014/main" id="{264B3181-E982-4265-BB40-DD67D7FCB7A4}"/>
              </a:ext>
            </a:extLst>
          </p:cNvPr>
          <p:cNvSpPr txBox="1">
            <a:spLocks/>
          </p:cNvSpPr>
          <p:nvPr/>
        </p:nvSpPr>
        <p:spPr>
          <a:xfrm>
            <a:off x="2477237" y="-2862875"/>
            <a:ext cx="4205400" cy="16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rbitron"/>
              <a:buNone/>
              <a:defRPr sz="36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 sz="6600"/>
              <a:t>Правило</a:t>
            </a:r>
            <a:endParaRPr lang="ru-RU" sz="6600" dirty="0"/>
          </a:p>
        </p:txBody>
      </p:sp>
      <p:sp>
        <p:nvSpPr>
          <p:cNvPr id="23" name="Google Shape;1956;p88">
            <a:extLst>
              <a:ext uri="{FF2B5EF4-FFF2-40B4-BE49-F238E27FC236}">
                <a16:creationId xmlns:a16="http://schemas.microsoft.com/office/drawing/2014/main" id="{1DBE427E-AB5E-4219-8DE5-E3938B053576}"/>
              </a:ext>
            </a:extLst>
          </p:cNvPr>
          <p:cNvSpPr txBox="1">
            <a:spLocks/>
          </p:cNvSpPr>
          <p:nvPr/>
        </p:nvSpPr>
        <p:spPr>
          <a:xfrm>
            <a:off x="2608207" y="698564"/>
            <a:ext cx="4500021" cy="1558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rbitron"/>
              <a:buNone/>
              <a:defRPr sz="36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 sz="2600" dirty="0"/>
              <a:t>В интернете нужно быть добрым и уважительным.</a:t>
            </a:r>
          </a:p>
        </p:txBody>
      </p:sp>
      <p:sp>
        <p:nvSpPr>
          <p:cNvPr id="24" name="Google Shape;1593;p78">
            <a:extLst>
              <a:ext uri="{FF2B5EF4-FFF2-40B4-BE49-F238E27FC236}">
                <a16:creationId xmlns:a16="http://schemas.microsoft.com/office/drawing/2014/main" id="{9AEC2144-5535-4F8D-BDAA-0FDF8AAAA0F4}"/>
              </a:ext>
            </a:extLst>
          </p:cNvPr>
          <p:cNvSpPr/>
          <p:nvPr/>
        </p:nvSpPr>
        <p:spPr>
          <a:xfrm>
            <a:off x="2846029" y="-945898"/>
            <a:ext cx="3459000" cy="808200"/>
          </a:xfrm>
          <a:prstGeom prst="roundRect">
            <a:avLst>
              <a:gd name="adj" fmla="val 31653"/>
            </a:avLst>
          </a:prstGeom>
          <a:solidFill>
            <a:schemeClr val="lt2"/>
          </a:solidFill>
          <a:ln w="9525" cap="flat" cmpd="sng">
            <a:solidFill>
              <a:srgbClr val="D2D6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47625" dir="5400000" algn="bl" rotWithShape="0">
              <a:schemeClr val="dk1">
                <a:alpha val="24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1595;p78">
            <a:extLst>
              <a:ext uri="{FF2B5EF4-FFF2-40B4-BE49-F238E27FC236}">
                <a16:creationId xmlns:a16="http://schemas.microsoft.com/office/drawing/2014/main" id="{5A1357D5-2371-4AF6-9201-F0517772DAEE}"/>
              </a:ext>
            </a:extLst>
          </p:cNvPr>
          <p:cNvSpPr txBox="1">
            <a:spLocks/>
          </p:cNvSpPr>
          <p:nvPr/>
        </p:nvSpPr>
        <p:spPr>
          <a:xfrm>
            <a:off x="2846028" y="-861826"/>
            <a:ext cx="3458999" cy="76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None/>
              <a:defRPr sz="1600" b="0" i="0" u="none" strike="noStrike" cap="non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None/>
              <a:defRPr sz="1400" b="0" i="0" u="none" strike="noStrike" cap="non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None/>
              <a:defRPr sz="1400" b="0" i="0" u="none" strike="noStrike" cap="non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None/>
              <a:defRPr sz="1400" b="0" i="0" u="none" strike="noStrike" cap="non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None/>
              <a:defRPr sz="1400" b="0" i="0" u="none" strike="noStrike" cap="non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None/>
              <a:defRPr sz="1400" b="0" i="0" u="none" strike="noStrike" cap="non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None/>
              <a:defRPr sz="1400" b="0" i="0" u="none" strike="noStrike" cap="non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None/>
              <a:defRPr sz="1400" b="0" i="0" u="none" strike="noStrike" cap="non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None/>
              <a:defRPr sz="1400" b="0" i="0" u="none" strike="noStrike" cap="non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pPr marL="0" indent="0">
              <a:spcAft>
                <a:spcPts val="1200"/>
              </a:spcAft>
            </a:pPr>
            <a:r>
              <a:rPr lang="ru-RU" sz="2800"/>
              <a:t>Будь вежливым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3889365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800"/>
                                        <p:tgtEl>
                                          <p:spTgt spid="15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800"/>
                                        <p:tgtEl>
                                          <p:spTgt spid="15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800"/>
                            </p:stCondLst>
                            <p:childTnLst>
                              <p:par>
                                <p:cTn id="10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800"/>
                                        <p:tgtEl>
                                          <p:spTgt spid="16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800"/>
                                        <p:tgtEl>
                                          <p:spTgt spid="15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600"/>
                            </p:stCondLst>
                            <p:childTnLst>
                              <p:par>
                                <p:cTn id="17" presetID="8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18" dur="800" fill="hold"/>
                                        <p:tgtEl>
                                          <p:spTgt spid="160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20" dur="800" fill="hold"/>
                                        <p:tgtEl>
                                          <p:spTgt spid="160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8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8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3" name="Google Shape;1913;p87"/>
          <p:cNvSpPr/>
          <p:nvPr/>
        </p:nvSpPr>
        <p:spPr>
          <a:xfrm>
            <a:off x="2204416" y="3004471"/>
            <a:ext cx="3459000" cy="808200"/>
          </a:xfrm>
          <a:prstGeom prst="roundRect">
            <a:avLst>
              <a:gd name="adj" fmla="val 31653"/>
            </a:avLst>
          </a:prstGeom>
          <a:solidFill>
            <a:schemeClr val="lt2"/>
          </a:solidFill>
          <a:ln w="9525" cap="flat" cmpd="sng">
            <a:solidFill>
              <a:srgbClr val="D2D6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47625" dir="5400000" algn="bl" rotWithShape="0">
              <a:schemeClr val="dk1">
                <a:alpha val="24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5" name="Google Shape;1915;p87"/>
          <p:cNvSpPr txBox="1">
            <a:spLocks noGrp="1"/>
          </p:cNvSpPr>
          <p:nvPr>
            <p:ph type="subTitle" idx="1"/>
          </p:nvPr>
        </p:nvSpPr>
        <p:spPr>
          <a:xfrm>
            <a:off x="2044768" y="3049296"/>
            <a:ext cx="3741902" cy="80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>
              <a:spcAft>
                <a:spcPts val="1200"/>
              </a:spcAft>
            </a:pPr>
            <a:r>
              <a:rPr lang="ru-RU" sz="2800" dirty="0"/>
              <a:t>Не верь всему, что видишь</a:t>
            </a:r>
            <a:endParaRPr sz="2600" dirty="0"/>
          </a:p>
        </p:txBody>
      </p:sp>
      <p:sp>
        <p:nvSpPr>
          <p:cNvPr id="1916" name="Google Shape;1916;p87"/>
          <p:cNvSpPr/>
          <p:nvPr/>
        </p:nvSpPr>
        <p:spPr>
          <a:xfrm>
            <a:off x="883861" y="1680703"/>
            <a:ext cx="1065983" cy="903596"/>
          </a:xfrm>
          <a:custGeom>
            <a:avLst/>
            <a:gdLst/>
            <a:ahLst/>
            <a:cxnLst/>
            <a:rect l="l" t="t" r="r" b="b"/>
            <a:pathLst>
              <a:path w="37831" h="32068" extrusionOk="0">
                <a:moveTo>
                  <a:pt x="4445" y="0"/>
                </a:moveTo>
                <a:cubicBezTo>
                  <a:pt x="1995" y="0"/>
                  <a:pt x="0" y="1995"/>
                  <a:pt x="0" y="4446"/>
                </a:cubicBezTo>
                <a:lnTo>
                  <a:pt x="0" y="23868"/>
                </a:lnTo>
                <a:cubicBezTo>
                  <a:pt x="0" y="26320"/>
                  <a:pt x="1995" y="28314"/>
                  <a:pt x="4445" y="28314"/>
                </a:cubicBezTo>
                <a:lnTo>
                  <a:pt x="15162" y="28314"/>
                </a:lnTo>
                <a:lnTo>
                  <a:pt x="18915" y="32067"/>
                </a:lnTo>
                <a:lnTo>
                  <a:pt x="22667" y="28314"/>
                </a:lnTo>
                <a:lnTo>
                  <a:pt x="33384" y="28314"/>
                </a:lnTo>
                <a:cubicBezTo>
                  <a:pt x="35836" y="28314"/>
                  <a:pt x="37831" y="26320"/>
                  <a:pt x="37831" y="23868"/>
                </a:cubicBezTo>
                <a:lnTo>
                  <a:pt x="37831" y="4446"/>
                </a:lnTo>
                <a:cubicBezTo>
                  <a:pt x="37831" y="1995"/>
                  <a:pt x="35836" y="0"/>
                  <a:pt x="33384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57150" dist="38100" dir="5400000" algn="bl" rotWithShape="0">
              <a:schemeClr val="dk1">
                <a:alpha val="19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7" name="Google Shape;1917;p87"/>
          <p:cNvSpPr txBox="1">
            <a:spLocks noGrp="1"/>
          </p:cNvSpPr>
          <p:nvPr>
            <p:ph type="title" idx="2"/>
          </p:nvPr>
        </p:nvSpPr>
        <p:spPr>
          <a:xfrm>
            <a:off x="932353" y="1735575"/>
            <a:ext cx="969000" cy="71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</a:t>
            </a:r>
            <a:r>
              <a:rPr lang="ru-RU" dirty="0"/>
              <a:t>6</a:t>
            </a:r>
            <a:endParaRPr dirty="0"/>
          </a:p>
        </p:txBody>
      </p:sp>
      <p:grpSp>
        <p:nvGrpSpPr>
          <p:cNvPr id="1918" name="Google Shape;1918;p87"/>
          <p:cNvGrpSpPr/>
          <p:nvPr/>
        </p:nvGrpSpPr>
        <p:grpSpPr>
          <a:xfrm>
            <a:off x="5865108" y="1421749"/>
            <a:ext cx="2167804" cy="2740674"/>
            <a:chOff x="6183319" y="1488475"/>
            <a:chExt cx="2520409" cy="3186460"/>
          </a:xfrm>
        </p:grpSpPr>
        <p:sp>
          <p:nvSpPr>
            <p:cNvPr id="1919" name="Google Shape;1919;p87"/>
            <p:cNvSpPr/>
            <p:nvPr/>
          </p:nvSpPr>
          <p:spPr>
            <a:xfrm>
              <a:off x="6411651" y="1488475"/>
              <a:ext cx="1852393" cy="3186460"/>
            </a:xfrm>
            <a:custGeom>
              <a:avLst/>
              <a:gdLst/>
              <a:ahLst/>
              <a:cxnLst/>
              <a:rect l="l" t="t" r="r" b="b"/>
              <a:pathLst>
                <a:path w="14842" h="25531" extrusionOk="0">
                  <a:moveTo>
                    <a:pt x="1401" y="0"/>
                  </a:moveTo>
                  <a:cubicBezTo>
                    <a:pt x="782" y="0"/>
                    <a:pt x="281" y="502"/>
                    <a:pt x="281" y="1120"/>
                  </a:cubicBezTo>
                  <a:lnTo>
                    <a:pt x="281" y="2697"/>
                  </a:lnTo>
                  <a:cubicBezTo>
                    <a:pt x="118" y="2742"/>
                    <a:pt x="1" y="2896"/>
                    <a:pt x="1" y="3069"/>
                  </a:cubicBezTo>
                  <a:lnTo>
                    <a:pt x="1" y="5567"/>
                  </a:lnTo>
                  <a:cubicBezTo>
                    <a:pt x="1" y="5741"/>
                    <a:pt x="118" y="5892"/>
                    <a:pt x="281" y="5940"/>
                  </a:cubicBezTo>
                  <a:lnTo>
                    <a:pt x="281" y="24410"/>
                  </a:lnTo>
                  <a:cubicBezTo>
                    <a:pt x="281" y="25029"/>
                    <a:pt x="782" y="25530"/>
                    <a:pt x="1401" y="25530"/>
                  </a:cubicBezTo>
                  <a:lnTo>
                    <a:pt x="13442" y="25530"/>
                  </a:lnTo>
                  <a:cubicBezTo>
                    <a:pt x="14060" y="25530"/>
                    <a:pt x="14562" y="25029"/>
                    <a:pt x="14562" y="24410"/>
                  </a:cubicBezTo>
                  <a:lnTo>
                    <a:pt x="14562" y="5940"/>
                  </a:lnTo>
                  <a:cubicBezTo>
                    <a:pt x="14724" y="5892"/>
                    <a:pt x="14842" y="5741"/>
                    <a:pt x="14842" y="5567"/>
                  </a:cubicBezTo>
                  <a:lnTo>
                    <a:pt x="14842" y="3069"/>
                  </a:lnTo>
                  <a:cubicBezTo>
                    <a:pt x="14842" y="2896"/>
                    <a:pt x="14724" y="2742"/>
                    <a:pt x="14562" y="2697"/>
                  </a:cubicBezTo>
                  <a:lnTo>
                    <a:pt x="14562" y="1120"/>
                  </a:lnTo>
                  <a:cubicBezTo>
                    <a:pt x="14562" y="502"/>
                    <a:pt x="14060" y="0"/>
                    <a:pt x="1344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0" name="Google Shape;1920;p87"/>
            <p:cNvSpPr/>
            <p:nvPr/>
          </p:nvSpPr>
          <p:spPr>
            <a:xfrm>
              <a:off x="6542698" y="1581706"/>
              <a:ext cx="1590297" cy="2609850"/>
            </a:xfrm>
            <a:custGeom>
              <a:avLst/>
              <a:gdLst/>
              <a:ahLst/>
              <a:cxnLst/>
              <a:rect l="l" t="t" r="r" b="b"/>
              <a:pathLst>
                <a:path w="12742" h="20911" extrusionOk="0">
                  <a:moveTo>
                    <a:pt x="1003" y="1"/>
                  </a:moveTo>
                  <a:cubicBezTo>
                    <a:pt x="457" y="1"/>
                    <a:pt x="1" y="443"/>
                    <a:pt x="1" y="1003"/>
                  </a:cubicBezTo>
                  <a:lnTo>
                    <a:pt x="1" y="20910"/>
                  </a:lnTo>
                  <a:lnTo>
                    <a:pt x="12742" y="20910"/>
                  </a:lnTo>
                  <a:lnTo>
                    <a:pt x="12742" y="1003"/>
                  </a:lnTo>
                  <a:cubicBezTo>
                    <a:pt x="12742" y="443"/>
                    <a:pt x="12288" y="1"/>
                    <a:pt x="11739" y="1"/>
                  </a:cubicBezTo>
                  <a:lnTo>
                    <a:pt x="9334" y="1"/>
                  </a:lnTo>
                  <a:lnTo>
                    <a:pt x="9334" y="315"/>
                  </a:lnTo>
                  <a:cubicBezTo>
                    <a:pt x="9334" y="609"/>
                    <a:pt x="9101" y="841"/>
                    <a:pt x="8810" y="841"/>
                  </a:cubicBezTo>
                  <a:lnTo>
                    <a:pt x="3932" y="841"/>
                  </a:lnTo>
                  <a:cubicBezTo>
                    <a:pt x="3641" y="841"/>
                    <a:pt x="3408" y="609"/>
                    <a:pt x="3408" y="315"/>
                  </a:cubicBezTo>
                  <a:lnTo>
                    <a:pt x="3408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10801400" scaled="0"/>
            </a:gra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1" name="Google Shape;1921;p87"/>
            <p:cNvSpPr/>
            <p:nvPr/>
          </p:nvSpPr>
          <p:spPr>
            <a:xfrm>
              <a:off x="7199429" y="4294498"/>
              <a:ext cx="276948" cy="276948"/>
            </a:xfrm>
            <a:custGeom>
              <a:avLst/>
              <a:gdLst/>
              <a:ahLst/>
              <a:cxnLst/>
              <a:rect l="l" t="t" r="r" b="b"/>
              <a:pathLst>
                <a:path w="2219" h="2219" extrusionOk="0">
                  <a:moveTo>
                    <a:pt x="1109" y="0"/>
                  </a:moveTo>
                  <a:cubicBezTo>
                    <a:pt x="501" y="0"/>
                    <a:pt x="0" y="504"/>
                    <a:pt x="0" y="1109"/>
                  </a:cubicBezTo>
                  <a:cubicBezTo>
                    <a:pt x="0" y="1728"/>
                    <a:pt x="501" y="2218"/>
                    <a:pt x="1109" y="2218"/>
                  </a:cubicBezTo>
                  <a:cubicBezTo>
                    <a:pt x="1728" y="2218"/>
                    <a:pt x="2218" y="1728"/>
                    <a:pt x="2218" y="1109"/>
                  </a:cubicBezTo>
                  <a:cubicBezTo>
                    <a:pt x="2218" y="504"/>
                    <a:pt x="1728" y="0"/>
                    <a:pt x="11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2" name="Google Shape;1922;p87"/>
            <p:cNvSpPr/>
            <p:nvPr/>
          </p:nvSpPr>
          <p:spPr>
            <a:xfrm>
              <a:off x="6683854" y="1771162"/>
              <a:ext cx="555144" cy="553396"/>
            </a:xfrm>
            <a:custGeom>
              <a:avLst/>
              <a:gdLst/>
              <a:ahLst/>
              <a:cxnLst/>
              <a:rect l="l" t="t" r="r" b="b"/>
              <a:pathLst>
                <a:path w="4448" h="4434" extrusionOk="0">
                  <a:moveTo>
                    <a:pt x="306" y="1"/>
                  </a:moveTo>
                  <a:cubicBezTo>
                    <a:pt x="141" y="1"/>
                    <a:pt x="1" y="141"/>
                    <a:pt x="1" y="303"/>
                  </a:cubicBezTo>
                  <a:lnTo>
                    <a:pt x="1" y="4142"/>
                  </a:lnTo>
                  <a:cubicBezTo>
                    <a:pt x="1" y="4305"/>
                    <a:pt x="141" y="4433"/>
                    <a:pt x="306" y="4433"/>
                  </a:cubicBezTo>
                  <a:lnTo>
                    <a:pt x="4142" y="4433"/>
                  </a:lnTo>
                  <a:cubicBezTo>
                    <a:pt x="4308" y="4433"/>
                    <a:pt x="4448" y="4305"/>
                    <a:pt x="4448" y="4142"/>
                  </a:cubicBezTo>
                  <a:lnTo>
                    <a:pt x="4448" y="303"/>
                  </a:lnTo>
                  <a:cubicBezTo>
                    <a:pt x="4448" y="141"/>
                    <a:pt x="4308" y="1"/>
                    <a:pt x="414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3" name="Google Shape;1923;p87"/>
            <p:cNvSpPr/>
            <p:nvPr/>
          </p:nvSpPr>
          <p:spPr>
            <a:xfrm>
              <a:off x="7334969" y="1890352"/>
              <a:ext cx="656862" cy="38191"/>
            </a:xfrm>
            <a:custGeom>
              <a:avLst/>
              <a:gdLst/>
              <a:ahLst/>
              <a:cxnLst/>
              <a:rect l="l" t="t" r="r" b="b"/>
              <a:pathLst>
                <a:path w="5263" h="306" extrusionOk="0">
                  <a:moveTo>
                    <a:pt x="141" y="1"/>
                  </a:moveTo>
                  <a:cubicBezTo>
                    <a:pt x="60" y="1"/>
                    <a:pt x="1" y="71"/>
                    <a:pt x="1" y="152"/>
                  </a:cubicBezTo>
                  <a:cubicBezTo>
                    <a:pt x="1" y="236"/>
                    <a:pt x="60" y="306"/>
                    <a:pt x="141" y="306"/>
                  </a:cubicBezTo>
                  <a:lnTo>
                    <a:pt x="5111" y="306"/>
                  </a:lnTo>
                  <a:cubicBezTo>
                    <a:pt x="5192" y="306"/>
                    <a:pt x="5262" y="236"/>
                    <a:pt x="5262" y="152"/>
                  </a:cubicBezTo>
                  <a:cubicBezTo>
                    <a:pt x="5262" y="71"/>
                    <a:pt x="5192" y="1"/>
                    <a:pt x="51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4" name="Google Shape;1924;p87"/>
            <p:cNvSpPr/>
            <p:nvPr/>
          </p:nvSpPr>
          <p:spPr>
            <a:xfrm>
              <a:off x="7334969" y="1983707"/>
              <a:ext cx="656862" cy="36444"/>
            </a:xfrm>
            <a:custGeom>
              <a:avLst/>
              <a:gdLst/>
              <a:ahLst/>
              <a:cxnLst/>
              <a:rect l="l" t="t" r="r" b="b"/>
              <a:pathLst>
                <a:path w="5263" h="292" extrusionOk="0">
                  <a:moveTo>
                    <a:pt x="141" y="0"/>
                  </a:moveTo>
                  <a:cubicBezTo>
                    <a:pt x="60" y="0"/>
                    <a:pt x="1" y="59"/>
                    <a:pt x="1" y="140"/>
                  </a:cubicBezTo>
                  <a:cubicBezTo>
                    <a:pt x="1" y="221"/>
                    <a:pt x="60" y="291"/>
                    <a:pt x="141" y="291"/>
                  </a:cubicBezTo>
                  <a:lnTo>
                    <a:pt x="5111" y="291"/>
                  </a:lnTo>
                  <a:cubicBezTo>
                    <a:pt x="5192" y="291"/>
                    <a:pt x="5262" y="221"/>
                    <a:pt x="5262" y="140"/>
                  </a:cubicBezTo>
                  <a:cubicBezTo>
                    <a:pt x="5262" y="59"/>
                    <a:pt x="5192" y="0"/>
                    <a:pt x="51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5" name="Google Shape;1925;p87"/>
            <p:cNvSpPr/>
            <p:nvPr/>
          </p:nvSpPr>
          <p:spPr>
            <a:xfrm>
              <a:off x="7334969" y="2075190"/>
              <a:ext cx="656862" cy="38316"/>
            </a:xfrm>
            <a:custGeom>
              <a:avLst/>
              <a:gdLst/>
              <a:ahLst/>
              <a:cxnLst/>
              <a:rect l="l" t="t" r="r" b="b"/>
              <a:pathLst>
                <a:path w="5263" h="307" extrusionOk="0">
                  <a:moveTo>
                    <a:pt x="141" y="1"/>
                  </a:moveTo>
                  <a:cubicBezTo>
                    <a:pt x="60" y="1"/>
                    <a:pt x="1" y="71"/>
                    <a:pt x="1" y="155"/>
                  </a:cubicBezTo>
                  <a:cubicBezTo>
                    <a:pt x="1" y="236"/>
                    <a:pt x="60" y="306"/>
                    <a:pt x="141" y="306"/>
                  </a:cubicBezTo>
                  <a:lnTo>
                    <a:pt x="5111" y="306"/>
                  </a:lnTo>
                  <a:cubicBezTo>
                    <a:pt x="5192" y="306"/>
                    <a:pt x="5262" y="236"/>
                    <a:pt x="5262" y="155"/>
                  </a:cubicBezTo>
                  <a:cubicBezTo>
                    <a:pt x="5262" y="71"/>
                    <a:pt x="5192" y="1"/>
                    <a:pt x="51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6" name="Google Shape;1926;p87"/>
            <p:cNvSpPr/>
            <p:nvPr/>
          </p:nvSpPr>
          <p:spPr>
            <a:xfrm>
              <a:off x="7334969" y="2168545"/>
              <a:ext cx="656862" cy="36444"/>
            </a:xfrm>
            <a:custGeom>
              <a:avLst/>
              <a:gdLst/>
              <a:ahLst/>
              <a:cxnLst/>
              <a:rect l="l" t="t" r="r" b="b"/>
              <a:pathLst>
                <a:path w="5263" h="292" extrusionOk="0">
                  <a:moveTo>
                    <a:pt x="141" y="1"/>
                  </a:moveTo>
                  <a:cubicBezTo>
                    <a:pt x="60" y="1"/>
                    <a:pt x="1" y="59"/>
                    <a:pt x="1" y="141"/>
                  </a:cubicBezTo>
                  <a:cubicBezTo>
                    <a:pt x="1" y="222"/>
                    <a:pt x="60" y="292"/>
                    <a:pt x="141" y="292"/>
                  </a:cubicBezTo>
                  <a:lnTo>
                    <a:pt x="5111" y="292"/>
                  </a:lnTo>
                  <a:cubicBezTo>
                    <a:pt x="5192" y="292"/>
                    <a:pt x="5262" y="222"/>
                    <a:pt x="5262" y="141"/>
                  </a:cubicBezTo>
                  <a:cubicBezTo>
                    <a:pt x="5262" y="59"/>
                    <a:pt x="5192" y="1"/>
                    <a:pt x="51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7" name="Google Shape;1927;p87"/>
            <p:cNvSpPr/>
            <p:nvPr/>
          </p:nvSpPr>
          <p:spPr>
            <a:xfrm>
              <a:off x="6829628" y="1870133"/>
              <a:ext cx="257727" cy="355452"/>
            </a:xfrm>
            <a:custGeom>
              <a:avLst/>
              <a:gdLst/>
              <a:ahLst/>
              <a:cxnLst/>
              <a:rect l="l" t="t" r="r" b="b"/>
              <a:pathLst>
                <a:path w="2065" h="2848" extrusionOk="0">
                  <a:moveTo>
                    <a:pt x="1039" y="0"/>
                  </a:moveTo>
                  <a:cubicBezTo>
                    <a:pt x="689" y="0"/>
                    <a:pt x="421" y="280"/>
                    <a:pt x="421" y="619"/>
                  </a:cubicBezTo>
                  <a:cubicBezTo>
                    <a:pt x="421" y="910"/>
                    <a:pt x="619" y="1143"/>
                    <a:pt x="888" y="1213"/>
                  </a:cubicBezTo>
                  <a:cubicBezTo>
                    <a:pt x="384" y="1330"/>
                    <a:pt x="1" y="1983"/>
                    <a:pt x="1" y="2789"/>
                  </a:cubicBezTo>
                  <a:lnTo>
                    <a:pt x="1" y="2848"/>
                  </a:lnTo>
                  <a:lnTo>
                    <a:pt x="2064" y="2848"/>
                  </a:lnTo>
                  <a:lnTo>
                    <a:pt x="2064" y="2789"/>
                  </a:lnTo>
                  <a:cubicBezTo>
                    <a:pt x="2064" y="1983"/>
                    <a:pt x="1681" y="1330"/>
                    <a:pt x="1180" y="1213"/>
                  </a:cubicBezTo>
                  <a:cubicBezTo>
                    <a:pt x="1448" y="1143"/>
                    <a:pt x="1644" y="910"/>
                    <a:pt x="1644" y="619"/>
                  </a:cubicBezTo>
                  <a:cubicBezTo>
                    <a:pt x="1644" y="280"/>
                    <a:pt x="1378" y="0"/>
                    <a:pt x="10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8" name="Google Shape;1928;p87"/>
            <p:cNvSpPr/>
            <p:nvPr/>
          </p:nvSpPr>
          <p:spPr>
            <a:xfrm>
              <a:off x="6235425" y="3399826"/>
              <a:ext cx="1003452" cy="636518"/>
            </a:xfrm>
            <a:custGeom>
              <a:avLst/>
              <a:gdLst/>
              <a:ahLst/>
              <a:cxnLst/>
              <a:rect l="l" t="t" r="r" b="b"/>
              <a:pathLst>
                <a:path w="8040" h="5100" extrusionOk="0">
                  <a:moveTo>
                    <a:pt x="468" y="1"/>
                  </a:moveTo>
                  <a:cubicBezTo>
                    <a:pt x="210" y="1"/>
                    <a:pt x="0" y="211"/>
                    <a:pt x="0" y="480"/>
                  </a:cubicBezTo>
                  <a:lnTo>
                    <a:pt x="0" y="4635"/>
                  </a:lnTo>
                  <a:cubicBezTo>
                    <a:pt x="0" y="4890"/>
                    <a:pt x="210" y="5100"/>
                    <a:pt x="468" y="5100"/>
                  </a:cubicBezTo>
                  <a:lnTo>
                    <a:pt x="7572" y="5100"/>
                  </a:lnTo>
                  <a:cubicBezTo>
                    <a:pt x="7830" y="5100"/>
                    <a:pt x="8040" y="4890"/>
                    <a:pt x="8040" y="4635"/>
                  </a:cubicBezTo>
                  <a:lnTo>
                    <a:pt x="8040" y="480"/>
                  </a:lnTo>
                  <a:cubicBezTo>
                    <a:pt x="8040" y="211"/>
                    <a:pt x="7830" y="1"/>
                    <a:pt x="757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9" name="Google Shape;1929;p87"/>
            <p:cNvSpPr/>
            <p:nvPr/>
          </p:nvSpPr>
          <p:spPr>
            <a:xfrm>
              <a:off x="6516364" y="3497674"/>
              <a:ext cx="441569" cy="441195"/>
            </a:xfrm>
            <a:custGeom>
              <a:avLst/>
              <a:gdLst/>
              <a:ahLst/>
              <a:cxnLst/>
              <a:rect l="l" t="t" r="r" b="b"/>
              <a:pathLst>
                <a:path w="3538" h="3535" extrusionOk="0">
                  <a:moveTo>
                    <a:pt x="1762" y="1"/>
                  </a:moveTo>
                  <a:cubicBezTo>
                    <a:pt x="796" y="1"/>
                    <a:pt x="1" y="793"/>
                    <a:pt x="1" y="1773"/>
                  </a:cubicBezTo>
                  <a:cubicBezTo>
                    <a:pt x="1" y="2742"/>
                    <a:pt x="796" y="3535"/>
                    <a:pt x="1762" y="3535"/>
                  </a:cubicBezTo>
                  <a:cubicBezTo>
                    <a:pt x="2742" y="3535"/>
                    <a:pt x="3537" y="2742"/>
                    <a:pt x="3537" y="1773"/>
                  </a:cubicBezTo>
                  <a:cubicBezTo>
                    <a:pt x="3537" y="793"/>
                    <a:pt x="2742" y="1"/>
                    <a:pt x="176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0" name="Google Shape;1930;p87"/>
            <p:cNvSpPr/>
            <p:nvPr/>
          </p:nvSpPr>
          <p:spPr>
            <a:xfrm>
              <a:off x="6638675" y="3605382"/>
              <a:ext cx="196946" cy="225902"/>
            </a:xfrm>
            <a:custGeom>
              <a:avLst/>
              <a:gdLst/>
              <a:ahLst/>
              <a:cxnLst/>
              <a:rect l="l" t="t" r="r" b="b"/>
              <a:pathLst>
                <a:path w="1578" h="1810" extrusionOk="0">
                  <a:moveTo>
                    <a:pt x="1" y="0"/>
                  </a:moveTo>
                  <a:lnTo>
                    <a:pt x="1" y="1809"/>
                  </a:lnTo>
                  <a:lnTo>
                    <a:pt x="1577" y="91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1" name="Google Shape;1931;p87"/>
            <p:cNvSpPr/>
            <p:nvPr/>
          </p:nvSpPr>
          <p:spPr>
            <a:xfrm>
              <a:off x="7476250" y="2817913"/>
              <a:ext cx="589715" cy="590090"/>
            </a:xfrm>
            <a:custGeom>
              <a:avLst/>
              <a:gdLst/>
              <a:ahLst/>
              <a:cxnLst/>
              <a:rect l="l" t="t" r="r" b="b"/>
              <a:pathLst>
                <a:path w="4725" h="4728" extrusionOk="0">
                  <a:moveTo>
                    <a:pt x="2358" y="0"/>
                  </a:moveTo>
                  <a:cubicBezTo>
                    <a:pt x="1050" y="0"/>
                    <a:pt x="0" y="1064"/>
                    <a:pt x="0" y="2358"/>
                  </a:cubicBezTo>
                  <a:cubicBezTo>
                    <a:pt x="0" y="3666"/>
                    <a:pt x="1050" y="4727"/>
                    <a:pt x="2358" y="4727"/>
                  </a:cubicBezTo>
                  <a:cubicBezTo>
                    <a:pt x="3663" y="4727"/>
                    <a:pt x="4724" y="3666"/>
                    <a:pt x="4724" y="2358"/>
                  </a:cubicBezTo>
                  <a:cubicBezTo>
                    <a:pt x="4724" y="1064"/>
                    <a:pt x="3663" y="0"/>
                    <a:pt x="235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2" name="Google Shape;1932;p87"/>
            <p:cNvSpPr/>
            <p:nvPr/>
          </p:nvSpPr>
          <p:spPr>
            <a:xfrm>
              <a:off x="7387388" y="2729176"/>
              <a:ext cx="765944" cy="766193"/>
            </a:xfrm>
            <a:custGeom>
              <a:avLst/>
              <a:gdLst/>
              <a:ahLst/>
              <a:cxnLst/>
              <a:rect l="l" t="t" r="r" b="b"/>
              <a:pathLst>
                <a:path w="6137" h="6139" extrusionOk="0">
                  <a:moveTo>
                    <a:pt x="3070" y="851"/>
                  </a:moveTo>
                  <a:cubicBezTo>
                    <a:pt x="4294" y="851"/>
                    <a:pt x="5285" y="1845"/>
                    <a:pt x="5285" y="3069"/>
                  </a:cubicBezTo>
                  <a:cubicBezTo>
                    <a:pt x="5285" y="4296"/>
                    <a:pt x="4294" y="5298"/>
                    <a:pt x="3070" y="5298"/>
                  </a:cubicBezTo>
                  <a:cubicBezTo>
                    <a:pt x="2580" y="5298"/>
                    <a:pt x="2123" y="5136"/>
                    <a:pt x="1751" y="4856"/>
                  </a:cubicBezTo>
                  <a:cubicBezTo>
                    <a:pt x="1202" y="4458"/>
                    <a:pt x="852" y="3806"/>
                    <a:pt x="852" y="3069"/>
                  </a:cubicBezTo>
                  <a:cubicBezTo>
                    <a:pt x="852" y="2347"/>
                    <a:pt x="1202" y="1691"/>
                    <a:pt x="1751" y="1285"/>
                  </a:cubicBezTo>
                  <a:cubicBezTo>
                    <a:pt x="2123" y="1017"/>
                    <a:pt x="2580" y="851"/>
                    <a:pt x="3070" y="851"/>
                  </a:cubicBezTo>
                  <a:close/>
                  <a:moveTo>
                    <a:pt x="3070" y="0"/>
                  </a:moveTo>
                  <a:cubicBezTo>
                    <a:pt x="2345" y="0"/>
                    <a:pt x="1670" y="258"/>
                    <a:pt x="1143" y="689"/>
                  </a:cubicBezTo>
                  <a:cubicBezTo>
                    <a:pt x="443" y="1249"/>
                    <a:pt x="1" y="2111"/>
                    <a:pt x="1" y="3069"/>
                  </a:cubicBezTo>
                  <a:cubicBezTo>
                    <a:pt x="1" y="4038"/>
                    <a:pt x="443" y="4901"/>
                    <a:pt x="1143" y="5461"/>
                  </a:cubicBezTo>
                  <a:cubicBezTo>
                    <a:pt x="1670" y="5892"/>
                    <a:pt x="2345" y="6138"/>
                    <a:pt x="3070" y="6138"/>
                  </a:cubicBezTo>
                  <a:cubicBezTo>
                    <a:pt x="4761" y="6138"/>
                    <a:pt x="6136" y="4772"/>
                    <a:pt x="6136" y="3069"/>
                  </a:cubicBezTo>
                  <a:cubicBezTo>
                    <a:pt x="6136" y="1378"/>
                    <a:pt x="4761" y="0"/>
                    <a:pt x="307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3" name="Google Shape;1933;p87"/>
            <p:cNvSpPr/>
            <p:nvPr/>
          </p:nvSpPr>
          <p:spPr>
            <a:xfrm>
              <a:off x="7946645" y="3600075"/>
              <a:ext cx="757082" cy="237384"/>
            </a:xfrm>
            <a:custGeom>
              <a:avLst/>
              <a:gdLst/>
              <a:ahLst/>
              <a:cxnLst/>
              <a:rect l="l" t="t" r="r" b="b"/>
              <a:pathLst>
                <a:path w="6066" h="1902" extrusionOk="0">
                  <a:moveTo>
                    <a:pt x="944" y="0"/>
                  </a:moveTo>
                  <a:cubicBezTo>
                    <a:pt x="420" y="0"/>
                    <a:pt x="0" y="420"/>
                    <a:pt x="0" y="944"/>
                  </a:cubicBezTo>
                  <a:cubicBezTo>
                    <a:pt x="0" y="1470"/>
                    <a:pt x="420" y="1902"/>
                    <a:pt x="944" y="1902"/>
                  </a:cubicBezTo>
                  <a:lnTo>
                    <a:pt x="5122" y="1902"/>
                  </a:lnTo>
                  <a:cubicBezTo>
                    <a:pt x="5645" y="1902"/>
                    <a:pt x="6065" y="1470"/>
                    <a:pt x="6065" y="944"/>
                  </a:cubicBezTo>
                  <a:cubicBezTo>
                    <a:pt x="6065" y="420"/>
                    <a:pt x="5645" y="0"/>
                    <a:pt x="512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4" name="Google Shape;1934;p87"/>
            <p:cNvSpPr/>
            <p:nvPr/>
          </p:nvSpPr>
          <p:spPr>
            <a:xfrm>
              <a:off x="8023776" y="3635021"/>
              <a:ext cx="166244" cy="166119"/>
            </a:xfrm>
            <a:custGeom>
              <a:avLst/>
              <a:gdLst/>
              <a:ahLst/>
              <a:cxnLst/>
              <a:rect l="l" t="t" r="r" b="b"/>
              <a:pathLst>
                <a:path w="1332" h="1331" extrusionOk="0">
                  <a:moveTo>
                    <a:pt x="665" y="0"/>
                  </a:moveTo>
                  <a:cubicBezTo>
                    <a:pt x="292" y="0"/>
                    <a:pt x="1" y="303"/>
                    <a:pt x="1" y="664"/>
                  </a:cubicBezTo>
                  <a:cubicBezTo>
                    <a:pt x="1" y="1039"/>
                    <a:pt x="292" y="1330"/>
                    <a:pt x="665" y="1330"/>
                  </a:cubicBezTo>
                  <a:cubicBezTo>
                    <a:pt x="1026" y="1330"/>
                    <a:pt x="1331" y="1039"/>
                    <a:pt x="1331" y="664"/>
                  </a:cubicBezTo>
                  <a:cubicBezTo>
                    <a:pt x="1331" y="303"/>
                    <a:pt x="1026" y="0"/>
                    <a:pt x="6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5" name="Google Shape;1935;p87"/>
            <p:cNvSpPr/>
            <p:nvPr/>
          </p:nvSpPr>
          <p:spPr>
            <a:xfrm>
              <a:off x="7946645" y="3889751"/>
              <a:ext cx="757082" cy="237509"/>
            </a:xfrm>
            <a:custGeom>
              <a:avLst/>
              <a:gdLst/>
              <a:ahLst/>
              <a:cxnLst/>
              <a:rect l="l" t="t" r="r" b="b"/>
              <a:pathLst>
                <a:path w="6066" h="1903" extrusionOk="0">
                  <a:moveTo>
                    <a:pt x="944" y="1"/>
                  </a:moveTo>
                  <a:cubicBezTo>
                    <a:pt x="420" y="1"/>
                    <a:pt x="0" y="432"/>
                    <a:pt x="0" y="958"/>
                  </a:cubicBezTo>
                  <a:cubicBezTo>
                    <a:pt x="0" y="1482"/>
                    <a:pt x="420" y="1902"/>
                    <a:pt x="944" y="1902"/>
                  </a:cubicBezTo>
                  <a:lnTo>
                    <a:pt x="5122" y="1902"/>
                  </a:lnTo>
                  <a:cubicBezTo>
                    <a:pt x="5645" y="1902"/>
                    <a:pt x="6065" y="1482"/>
                    <a:pt x="6065" y="958"/>
                  </a:cubicBezTo>
                  <a:cubicBezTo>
                    <a:pt x="6065" y="432"/>
                    <a:pt x="5645" y="1"/>
                    <a:pt x="512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6" name="Google Shape;1936;p87"/>
            <p:cNvSpPr/>
            <p:nvPr/>
          </p:nvSpPr>
          <p:spPr>
            <a:xfrm>
              <a:off x="8462096" y="3926069"/>
              <a:ext cx="166119" cy="166244"/>
            </a:xfrm>
            <a:custGeom>
              <a:avLst/>
              <a:gdLst/>
              <a:ahLst/>
              <a:cxnLst/>
              <a:rect l="l" t="t" r="r" b="b"/>
              <a:pathLst>
                <a:path w="1331" h="1332" extrusionOk="0">
                  <a:moveTo>
                    <a:pt x="664" y="1"/>
                  </a:moveTo>
                  <a:cubicBezTo>
                    <a:pt x="292" y="1"/>
                    <a:pt x="0" y="292"/>
                    <a:pt x="0" y="667"/>
                  </a:cubicBezTo>
                  <a:cubicBezTo>
                    <a:pt x="0" y="1029"/>
                    <a:pt x="292" y="1331"/>
                    <a:pt x="664" y="1331"/>
                  </a:cubicBezTo>
                  <a:cubicBezTo>
                    <a:pt x="1025" y="1331"/>
                    <a:pt x="1331" y="1029"/>
                    <a:pt x="1331" y="667"/>
                  </a:cubicBezTo>
                  <a:cubicBezTo>
                    <a:pt x="1331" y="292"/>
                    <a:pt x="1025" y="1"/>
                    <a:pt x="66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7" name="Google Shape;1937;p87"/>
            <p:cNvSpPr/>
            <p:nvPr/>
          </p:nvSpPr>
          <p:spPr>
            <a:xfrm>
              <a:off x="7642243" y="2983906"/>
              <a:ext cx="257603" cy="258102"/>
            </a:xfrm>
            <a:custGeom>
              <a:avLst/>
              <a:gdLst/>
              <a:ahLst/>
              <a:cxnLst/>
              <a:rect l="l" t="t" r="r" b="b"/>
              <a:pathLst>
                <a:path w="2064" h="2068" extrusionOk="0">
                  <a:moveTo>
                    <a:pt x="1028" y="737"/>
                  </a:moveTo>
                  <a:cubicBezTo>
                    <a:pt x="1190" y="737"/>
                    <a:pt x="1330" y="866"/>
                    <a:pt x="1330" y="1039"/>
                  </a:cubicBezTo>
                  <a:cubicBezTo>
                    <a:pt x="1330" y="1205"/>
                    <a:pt x="1190" y="1345"/>
                    <a:pt x="1028" y="1345"/>
                  </a:cubicBezTo>
                  <a:cubicBezTo>
                    <a:pt x="863" y="1345"/>
                    <a:pt x="723" y="1205"/>
                    <a:pt x="723" y="1039"/>
                  </a:cubicBezTo>
                  <a:cubicBezTo>
                    <a:pt x="723" y="866"/>
                    <a:pt x="863" y="737"/>
                    <a:pt x="1028" y="737"/>
                  </a:cubicBezTo>
                  <a:close/>
                  <a:moveTo>
                    <a:pt x="899" y="0"/>
                  </a:moveTo>
                  <a:cubicBezTo>
                    <a:pt x="874" y="0"/>
                    <a:pt x="851" y="26"/>
                    <a:pt x="840" y="48"/>
                  </a:cubicBezTo>
                  <a:lnTo>
                    <a:pt x="781" y="281"/>
                  </a:lnTo>
                  <a:cubicBezTo>
                    <a:pt x="748" y="306"/>
                    <a:pt x="700" y="317"/>
                    <a:pt x="664" y="339"/>
                  </a:cubicBezTo>
                  <a:lnTo>
                    <a:pt x="454" y="211"/>
                  </a:lnTo>
                  <a:cubicBezTo>
                    <a:pt x="445" y="206"/>
                    <a:pt x="436" y="203"/>
                    <a:pt x="427" y="203"/>
                  </a:cubicBezTo>
                  <a:cubicBezTo>
                    <a:pt x="413" y="203"/>
                    <a:pt x="399" y="209"/>
                    <a:pt x="384" y="225"/>
                  </a:cubicBezTo>
                  <a:lnTo>
                    <a:pt x="210" y="398"/>
                  </a:lnTo>
                  <a:cubicBezTo>
                    <a:pt x="188" y="409"/>
                    <a:pt x="188" y="446"/>
                    <a:pt x="199" y="468"/>
                  </a:cubicBezTo>
                  <a:lnTo>
                    <a:pt x="328" y="678"/>
                  </a:lnTo>
                  <a:cubicBezTo>
                    <a:pt x="303" y="715"/>
                    <a:pt x="291" y="759"/>
                    <a:pt x="280" y="796"/>
                  </a:cubicBezTo>
                  <a:lnTo>
                    <a:pt x="48" y="855"/>
                  </a:lnTo>
                  <a:cubicBezTo>
                    <a:pt x="11" y="866"/>
                    <a:pt x="0" y="888"/>
                    <a:pt x="0" y="911"/>
                  </a:cubicBezTo>
                  <a:lnTo>
                    <a:pt x="0" y="1157"/>
                  </a:lnTo>
                  <a:cubicBezTo>
                    <a:pt x="0" y="1179"/>
                    <a:pt x="11" y="1216"/>
                    <a:pt x="48" y="1216"/>
                  </a:cubicBezTo>
                  <a:lnTo>
                    <a:pt x="280" y="1275"/>
                  </a:lnTo>
                  <a:cubicBezTo>
                    <a:pt x="291" y="1319"/>
                    <a:pt x="303" y="1356"/>
                    <a:pt x="328" y="1401"/>
                  </a:cubicBezTo>
                  <a:lnTo>
                    <a:pt x="199" y="1599"/>
                  </a:lnTo>
                  <a:cubicBezTo>
                    <a:pt x="188" y="1625"/>
                    <a:pt x="188" y="1658"/>
                    <a:pt x="210" y="1681"/>
                  </a:cubicBezTo>
                  <a:lnTo>
                    <a:pt x="384" y="1846"/>
                  </a:lnTo>
                  <a:cubicBezTo>
                    <a:pt x="399" y="1859"/>
                    <a:pt x="412" y="1864"/>
                    <a:pt x="426" y="1864"/>
                  </a:cubicBezTo>
                  <a:cubicBezTo>
                    <a:pt x="435" y="1864"/>
                    <a:pt x="445" y="1862"/>
                    <a:pt x="454" y="1857"/>
                  </a:cubicBezTo>
                  <a:lnTo>
                    <a:pt x="664" y="1739"/>
                  </a:lnTo>
                  <a:cubicBezTo>
                    <a:pt x="700" y="1751"/>
                    <a:pt x="748" y="1776"/>
                    <a:pt x="781" y="1787"/>
                  </a:cubicBezTo>
                  <a:lnTo>
                    <a:pt x="840" y="2019"/>
                  </a:lnTo>
                  <a:cubicBezTo>
                    <a:pt x="851" y="2045"/>
                    <a:pt x="874" y="2067"/>
                    <a:pt x="899" y="2067"/>
                  </a:cubicBezTo>
                  <a:lnTo>
                    <a:pt x="1143" y="2067"/>
                  </a:lnTo>
                  <a:cubicBezTo>
                    <a:pt x="1179" y="2067"/>
                    <a:pt x="1201" y="2045"/>
                    <a:pt x="1201" y="2019"/>
                  </a:cubicBezTo>
                  <a:lnTo>
                    <a:pt x="1260" y="1787"/>
                  </a:lnTo>
                  <a:cubicBezTo>
                    <a:pt x="1308" y="1776"/>
                    <a:pt x="1341" y="1751"/>
                    <a:pt x="1389" y="1739"/>
                  </a:cubicBezTo>
                  <a:lnTo>
                    <a:pt x="1588" y="1857"/>
                  </a:lnTo>
                  <a:cubicBezTo>
                    <a:pt x="1602" y="1862"/>
                    <a:pt x="1614" y="1864"/>
                    <a:pt x="1625" y="1864"/>
                  </a:cubicBezTo>
                  <a:cubicBezTo>
                    <a:pt x="1641" y="1864"/>
                    <a:pt x="1654" y="1859"/>
                    <a:pt x="1669" y="1846"/>
                  </a:cubicBezTo>
                  <a:lnTo>
                    <a:pt x="1843" y="1681"/>
                  </a:lnTo>
                  <a:cubicBezTo>
                    <a:pt x="1854" y="1658"/>
                    <a:pt x="1868" y="1625"/>
                    <a:pt x="1843" y="1599"/>
                  </a:cubicBezTo>
                  <a:lnTo>
                    <a:pt x="1728" y="1401"/>
                  </a:lnTo>
                  <a:cubicBezTo>
                    <a:pt x="1739" y="1356"/>
                    <a:pt x="1761" y="1319"/>
                    <a:pt x="1773" y="1275"/>
                  </a:cubicBezTo>
                  <a:lnTo>
                    <a:pt x="2019" y="1216"/>
                  </a:lnTo>
                  <a:cubicBezTo>
                    <a:pt x="2042" y="1216"/>
                    <a:pt x="2064" y="1179"/>
                    <a:pt x="2064" y="1157"/>
                  </a:cubicBezTo>
                  <a:lnTo>
                    <a:pt x="2064" y="911"/>
                  </a:lnTo>
                  <a:cubicBezTo>
                    <a:pt x="2064" y="888"/>
                    <a:pt x="2042" y="866"/>
                    <a:pt x="2019" y="855"/>
                  </a:cubicBezTo>
                  <a:lnTo>
                    <a:pt x="1773" y="796"/>
                  </a:lnTo>
                  <a:cubicBezTo>
                    <a:pt x="1761" y="759"/>
                    <a:pt x="1739" y="715"/>
                    <a:pt x="1728" y="678"/>
                  </a:cubicBezTo>
                  <a:lnTo>
                    <a:pt x="1843" y="468"/>
                  </a:lnTo>
                  <a:cubicBezTo>
                    <a:pt x="1868" y="446"/>
                    <a:pt x="1854" y="409"/>
                    <a:pt x="1843" y="398"/>
                  </a:cubicBezTo>
                  <a:lnTo>
                    <a:pt x="1669" y="225"/>
                  </a:lnTo>
                  <a:cubicBezTo>
                    <a:pt x="1654" y="209"/>
                    <a:pt x="1640" y="203"/>
                    <a:pt x="1624" y="203"/>
                  </a:cubicBezTo>
                  <a:cubicBezTo>
                    <a:pt x="1613" y="203"/>
                    <a:pt x="1601" y="206"/>
                    <a:pt x="1588" y="211"/>
                  </a:cubicBezTo>
                  <a:lnTo>
                    <a:pt x="1389" y="339"/>
                  </a:lnTo>
                  <a:cubicBezTo>
                    <a:pt x="1341" y="317"/>
                    <a:pt x="1308" y="306"/>
                    <a:pt x="1260" y="281"/>
                  </a:cubicBezTo>
                  <a:lnTo>
                    <a:pt x="1201" y="48"/>
                  </a:lnTo>
                  <a:cubicBezTo>
                    <a:pt x="1201" y="26"/>
                    <a:pt x="1179" y="0"/>
                    <a:pt x="114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8" name="Google Shape;1938;p87"/>
            <p:cNvSpPr/>
            <p:nvPr/>
          </p:nvSpPr>
          <p:spPr>
            <a:xfrm>
              <a:off x="6183319" y="2362120"/>
              <a:ext cx="632025" cy="630652"/>
            </a:xfrm>
            <a:custGeom>
              <a:avLst/>
              <a:gdLst/>
              <a:ahLst/>
              <a:cxnLst/>
              <a:rect l="l" t="t" r="r" b="b"/>
              <a:pathLst>
                <a:path w="5064" h="5053" extrusionOk="0">
                  <a:moveTo>
                    <a:pt x="2532" y="1"/>
                  </a:moveTo>
                  <a:cubicBezTo>
                    <a:pt x="1132" y="1"/>
                    <a:pt x="1" y="1132"/>
                    <a:pt x="1" y="2521"/>
                  </a:cubicBezTo>
                  <a:cubicBezTo>
                    <a:pt x="1" y="3921"/>
                    <a:pt x="1132" y="5052"/>
                    <a:pt x="2532" y="5052"/>
                  </a:cubicBezTo>
                  <a:cubicBezTo>
                    <a:pt x="3932" y="5052"/>
                    <a:pt x="5063" y="3921"/>
                    <a:pt x="5063" y="2521"/>
                  </a:cubicBezTo>
                  <a:cubicBezTo>
                    <a:pt x="5063" y="1132"/>
                    <a:pt x="3932" y="1"/>
                    <a:pt x="253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9" name="Google Shape;1939;p87"/>
            <p:cNvSpPr/>
            <p:nvPr/>
          </p:nvSpPr>
          <p:spPr>
            <a:xfrm>
              <a:off x="6302509" y="2481685"/>
              <a:ext cx="393268" cy="391896"/>
            </a:xfrm>
            <a:custGeom>
              <a:avLst/>
              <a:gdLst/>
              <a:ahLst/>
              <a:cxnLst/>
              <a:rect l="l" t="t" r="r" b="b"/>
              <a:pathLst>
                <a:path w="3151" h="3140" extrusionOk="0">
                  <a:moveTo>
                    <a:pt x="1577" y="1"/>
                  </a:moveTo>
                  <a:cubicBezTo>
                    <a:pt x="701" y="1"/>
                    <a:pt x="1" y="701"/>
                    <a:pt x="1" y="1563"/>
                  </a:cubicBezTo>
                  <a:cubicBezTo>
                    <a:pt x="1" y="2440"/>
                    <a:pt x="701" y="3140"/>
                    <a:pt x="1577" y="3140"/>
                  </a:cubicBezTo>
                  <a:cubicBezTo>
                    <a:pt x="2440" y="3140"/>
                    <a:pt x="3151" y="2440"/>
                    <a:pt x="3151" y="1563"/>
                  </a:cubicBezTo>
                  <a:cubicBezTo>
                    <a:pt x="3151" y="701"/>
                    <a:pt x="2440" y="1"/>
                    <a:pt x="157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0" name="Google Shape;1940;p87"/>
            <p:cNvSpPr/>
            <p:nvPr/>
          </p:nvSpPr>
          <p:spPr>
            <a:xfrm>
              <a:off x="6471622" y="2769987"/>
              <a:ext cx="55415" cy="26334"/>
            </a:xfrm>
            <a:custGeom>
              <a:avLst/>
              <a:gdLst/>
              <a:ahLst/>
              <a:cxnLst/>
              <a:rect l="l" t="t" r="r" b="b"/>
              <a:pathLst>
                <a:path w="444" h="211" extrusionOk="0">
                  <a:moveTo>
                    <a:pt x="1" y="1"/>
                  </a:moveTo>
                  <a:lnTo>
                    <a:pt x="1" y="1"/>
                  </a:lnTo>
                  <a:cubicBezTo>
                    <a:pt x="12" y="118"/>
                    <a:pt x="104" y="211"/>
                    <a:pt x="222" y="211"/>
                  </a:cubicBezTo>
                  <a:cubicBezTo>
                    <a:pt x="337" y="211"/>
                    <a:pt x="432" y="118"/>
                    <a:pt x="443" y="1"/>
                  </a:cubicBezTo>
                  <a:lnTo>
                    <a:pt x="443" y="1"/>
                  </a:lnTo>
                  <a:cubicBezTo>
                    <a:pt x="351" y="12"/>
                    <a:pt x="267" y="12"/>
                    <a:pt x="222" y="12"/>
                  </a:cubicBezTo>
                  <a:cubicBezTo>
                    <a:pt x="174" y="12"/>
                    <a:pt x="93" y="12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1" name="Google Shape;1941;p87"/>
            <p:cNvSpPr/>
            <p:nvPr/>
          </p:nvSpPr>
          <p:spPr>
            <a:xfrm>
              <a:off x="6427940" y="2558940"/>
              <a:ext cx="141407" cy="141282"/>
            </a:xfrm>
            <a:custGeom>
              <a:avLst/>
              <a:gdLst/>
              <a:ahLst/>
              <a:cxnLst/>
              <a:rect l="l" t="t" r="r" b="b"/>
              <a:pathLst>
                <a:path w="1133" h="1132" extrusionOk="0">
                  <a:moveTo>
                    <a:pt x="572" y="0"/>
                  </a:moveTo>
                  <a:cubicBezTo>
                    <a:pt x="303" y="0"/>
                    <a:pt x="93" y="210"/>
                    <a:pt x="93" y="479"/>
                  </a:cubicBezTo>
                  <a:cubicBezTo>
                    <a:pt x="93" y="675"/>
                    <a:pt x="71" y="874"/>
                    <a:pt x="1" y="1062"/>
                  </a:cubicBezTo>
                  <a:cubicBezTo>
                    <a:pt x="152" y="1095"/>
                    <a:pt x="337" y="1132"/>
                    <a:pt x="572" y="1132"/>
                  </a:cubicBezTo>
                  <a:cubicBezTo>
                    <a:pt x="804" y="1132"/>
                    <a:pt x="992" y="1095"/>
                    <a:pt x="1132" y="1062"/>
                  </a:cubicBezTo>
                  <a:cubicBezTo>
                    <a:pt x="1073" y="874"/>
                    <a:pt x="1037" y="675"/>
                    <a:pt x="1037" y="479"/>
                  </a:cubicBezTo>
                  <a:cubicBezTo>
                    <a:pt x="1037" y="210"/>
                    <a:pt x="827" y="0"/>
                    <a:pt x="57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2" name="Google Shape;1942;p87"/>
            <p:cNvSpPr/>
            <p:nvPr/>
          </p:nvSpPr>
          <p:spPr>
            <a:xfrm>
              <a:off x="6410467" y="2706087"/>
              <a:ext cx="177726" cy="49424"/>
            </a:xfrm>
            <a:custGeom>
              <a:avLst/>
              <a:gdLst/>
              <a:ahLst/>
              <a:cxnLst/>
              <a:rect l="l" t="t" r="r" b="b"/>
              <a:pathLst>
                <a:path w="1424" h="396" extrusionOk="0">
                  <a:moveTo>
                    <a:pt x="104" y="0"/>
                  </a:moveTo>
                  <a:cubicBezTo>
                    <a:pt x="71" y="56"/>
                    <a:pt x="46" y="126"/>
                    <a:pt x="12" y="185"/>
                  </a:cubicBezTo>
                  <a:cubicBezTo>
                    <a:pt x="1" y="210"/>
                    <a:pt x="1" y="222"/>
                    <a:pt x="1" y="222"/>
                  </a:cubicBezTo>
                  <a:cubicBezTo>
                    <a:pt x="1" y="314"/>
                    <a:pt x="314" y="395"/>
                    <a:pt x="712" y="395"/>
                  </a:cubicBezTo>
                  <a:cubicBezTo>
                    <a:pt x="1107" y="395"/>
                    <a:pt x="1423" y="314"/>
                    <a:pt x="1423" y="222"/>
                  </a:cubicBezTo>
                  <a:cubicBezTo>
                    <a:pt x="1423" y="222"/>
                    <a:pt x="1412" y="210"/>
                    <a:pt x="1401" y="185"/>
                  </a:cubicBezTo>
                  <a:cubicBezTo>
                    <a:pt x="1376" y="126"/>
                    <a:pt x="1342" y="56"/>
                    <a:pt x="1317" y="0"/>
                  </a:cubicBezTo>
                  <a:cubicBezTo>
                    <a:pt x="1143" y="45"/>
                    <a:pt x="933" y="82"/>
                    <a:pt x="712" y="82"/>
                  </a:cubicBezTo>
                  <a:cubicBezTo>
                    <a:pt x="491" y="82"/>
                    <a:pt x="281" y="45"/>
                    <a:pt x="10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3" name="Google Shape;1943;p87"/>
            <p:cNvSpPr/>
            <p:nvPr/>
          </p:nvSpPr>
          <p:spPr>
            <a:xfrm>
              <a:off x="7519932" y="2282132"/>
              <a:ext cx="1182426" cy="369929"/>
            </a:xfrm>
            <a:custGeom>
              <a:avLst/>
              <a:gdLst/>
              <a:ahLst/>
              <a:cxnLst/>
              <a:rect l="l" t="t" r="r" b="b"/>
              <a:pathLst>
                <a:path w="9474" h="2964" extrusionOk="0">
                  <a:moveTo>
                    <a:pt x="339" y="1"/>
                  </a:moveTo>
                  <a:cubicBezTo>
                    <a:pt x="151" y="1"/>
                    <a:pt x="0" y="152"/>
                    <a:pt x="0" y="351"/>
                  </a:cubicBezTo>
                  <a:lnTo>
                    <a:pt x="0" y="2625"/>
                  </a:lnTo>
                  <a:cubicBezTo>
                    <a:pt x="0" y="2812"/>
                    <a:pt x="151" y="2964"/>
                    <a:pt x="339" y="2964"/>
                  </a:cubicBezTo>
                  <a:lnTo>
                    <a:pt x="9134" y="2964"/>
                  </a:lnTo>
                  <a:cubicBezTo>
                    <a:pt x="9322" y="2964"/>
                    <a:pt x="9473" y="2812"/>
                    <a:pt x="9473" y="2625"/>
                  </a:cubicBezTo>
                  <a:lnTo>
                    <a:pt x="9473" y="351"/>
                  </a:lnTo>
                  <a:cubicBezTo>
                    <a:pt x="9473" y="152"/>
                    <a:pt x="9322" y="1"/>
                    <a:pt x="9134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4EB3E4">
                    <a:alpha val="57647"/>
                  </a:srgbClr>
                </a:gs>
              </a:gsLst>
              <a:lin ang="5400700" scaled="0"/>
            </a:gra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4" name="Google Shape;1944;p87"/>
            <p:cNvSpPr/>
            <p:nvPr/>
          </p:nvSpPr>
          <p:spPr>
            <a:xfrm>
              <a:off x="7768671" y="2367874"/>
              <a:ext cx="684819" cy="64401"/>
            </a:xfrm>
            <a:custGeom>
              <a:avLst/>
              <a:gdLst/>
              <a:ahLst/>
              <a:cxnLst/>
              <a:rect l="l" t="t" r="r" b="b"/>
              <a:pathLst>
                <a:path w="5487" h="516" extrusionOk="0">
                  <a:moveTo>
                    <a:pt x="258" y="0"/>
                  </a:moveTo>
                  <a:cubicBezTo>
                    <a:pt x="118" y="0"/>
                    <a:pt x="1" y="118"/>
                    <a:pt x="1" y="258"/>
                  </a:cubicBezTo>
                  <a:cubicBezTo>
                    <a:pt x="1" y="398"/>
                    <a:pt x="118" y="515"/>
                    <a:pt x="258" y="515"/>
                  </a:cubicBezTo>
                  <a:lnTo>
                    <a:pt x="5229" y="515"/>
                  </a:lnTo>
                  <a:cubicBezTo>
                    <a:pt x="5369" y="515"/>
                    <a:pt x="5486" y="398"/>
                    <a:pt x="5486" y="258"/>
                  </a:cubicBezTo>
                  <a:cubicBezTo>
                    <a:pt x="5486" y="118"/>
                    <a:pt x="5369" y="0"/>
                    <a:pt x="522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5" name="Google Shape;1945;p87"/>
            <p:cNvSpPr/>
            <p:nvPr/>
          </p:nvSpPr>
          <p:spPr>
            <a:xfrm>
              <a:off x="7933291" y="2506160"/>
              <a:ext cx="355577" cy="64525"/>
            </a:xfrm>
            <a:custGeom>
              <a:avLst/>
              <a:gdLst/>
              <a:ahLst/>
              <a:cxnLst/>
              <a:rect l="l" t="t" r="r" b="b"/>
              <a:pathLst>
                <a:path w="2849" h="517" extrusionOk="0">
                  <a:moveTo>
                    <a:pt x="258" y="1"/>
                  </a:moveTo>
                  <a:cubicBezTo>
                    <a:pt x="118" y="1"/>
                    <a:pt x="1" y="119"/>
                    <a:pt x="1" y="259"/>
                  </a:cubicBezTo>
                  <a:cubicBezTo>
                    <a:pt x="1" y="399"/>
                    <a:pt x="118" y="516"/>
                    <a:pt x="258" y="516"/>
                  </a:cubicBezTo>
                  <a:lnTo>
                    <a:pt x="2591" y="516"/>
                  </a:lnTo>
                  <a:cubicBezTo>
                    <a:pt x="2731" y="516"/>
                    <a:pt x="2849" y="399"/>
                    <a:pt x="2849" y="259"/>
                  </a:cubicBezTo>
                  <a:cubicBezTo>
                    <a:pt x="2849" y="119"/>
                    <a:pt x="2731" y="1"/>
                    <a:pt x="259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6" name="Google Shape;1946;p87"/>
            <p:cNvSpPr/>
            <p:nvPr/>
          </p:nvSpPr>
          <p:spPr>
            <a:xfrm>
              <a:off x="7387388" y="2815043"/>
              <a:ext cx="218538" cy="595706"/>
            </a:xfrm>
            <a:custGeom>
              <a:avLst/>
              <a:gdLst/>
              <a:ahLst/>
              <a:cxnLst/>
              <a:rect l="l" t="t" r="r" b="b"/>
              <a:pathLst>
                <a:path w="1751" h="4773" extrusionOk="0">
                  <a:moveTo>
                    <a:pt x="1143" y="1"/>
                  </a:moveTo>
                  <a:cubicBezTo>
                    <a:pt x="443" y="561"/>
                    <a:pt x="1" y="1423"/>
                    <a:pt x="1" y="2381"/>
                  </a:cubicBezTo>
                  <a:cubicBezTo>
                    <a:pt x="1" y="3350"/>
                    <a:pt x="443" y="4213"/>
                    <a:pt x="1143" y="4773"/>
                  </a:cubicBezTo>
                  <a:cubicBezTo>
                    <a:pt x="1353" y="4574"/>
                    <a:pt x="1552" y="4378"/>
                    <a:pt x="1751" y="4168"/>
                  </a:cubicBezTo>
                  <a:cubicBezTo>
                    <a:pt x="1202" y="3770"/>
                    <a:pt x="852" y="3118"/>
                    <a:pt x="852" y="2381"/>
                  </a:cubicBezTo>
                  <a:cubicBezTo>
                    <a:pt x="852" y="1659"/>
                    <a:pt x="1202" y="1003"/>
                    <a:pt x="1751" y="597"/>
                  </a:cubicBezTo>
                  <a:cubicBezTo>
                    <a:pt x="1552" y="399"/>
                    <a:pt x="1353" y="200"/>
                    <a:pt x="114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47" name="Google Shape;1947;p87"/>
          <p:cNvGrpSpPr/>
          <p:nvPr/>
        </p:nvGrpSpPr>
        <p:grpSpPr>
          <a:xfrm>
            <a:off x="5054450" y="1018150"/>
            <a:ext cx="396150" cy="360700"/>
            <a:chOff x="1615925" y="2456425"/>
            <a:chExt cx="396150" cy="360700"/>
          </a:xfrm>
        </p:grpSpPr>
        <p:sp>
          <p:nvSpPr>
            <p:cNvPr id="1948" name="Google Shape;1948;p87"/>
            <p:cNvSpPr/>
            <p:nvPr/>
          </p:nvSpPr>
          <p:spPr>
            <a:xfrm>
              <a:off x="1615925" y="2456425"/>
              <a:ext cx="396150" cy="360700"/>
            </a:xfrm>
            <a:custGeom>
              <a:avLst/>
              <a:gdLst/>
              <a:ahLst/>
              <a:cxnLst/>
              <a:rect l="l" t="t" r="r" b="b"/>
              <a:pathLst>
                <a:path w="15846" h="14428" extrusionOk="0">
                  <a:moveTo>
                    <a:pt x="7919" y="1"/>
                  </a:moveTo>
                  <a:cubicBezTo>
                    <a:pt x="6072" y="1"/>
                    <a:pt x="4221" y="709"/>
                    <a:pt x="2803" y="2127"/>
                  </a:cubicBezTo>
                  <a:cubicBezTo>
                    <a:pt x="1" y="4929"/>
                    <a:pt x="1" y="9499"/>
                    <a:pt x="2803" y="12301"/>
                  </a:cubicBezTo>
                  <a:cubicBezTo>
                    <a:pt x="4221" y="13719"/>
                    <a:pt x="6072" y="14428"/>
                    <a:pt x="7919" y="14428"/>
                  </a:cubicBezTo>
                  <a:cubicBezTo>
                    <a:pt x="9766" y="14428"/>
                    <a:pt x="11609" y="13719"/>
                    <a:pt x="13010" y="12301"/>
                  </a:cubicBezTo>
                  <a:cubicBezTo>
                    <a:pt x="15846" y="9499"/>
                    <a:pt x="15846" y="4929"/>
                    <a:pt x="13010" y="2127"/>
                  </a:cubicBezTo>
                  <a:cubicBezTo>
                    <a:pt x="11609" y="709"/>
                    <a:pt x="9766" y="1"/>
                    <a:pt x="791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9" name="Google Shape;1949;p87"/>
            <p:cNvSpPr/>
            <p:nvPr/>
          </p:nvSpPr>
          <p:spPr>
            <a:xfrm>
              <a:off x="1658475" y="2554575"/>
              <a:ext cx="311075" cy="191050"/>
            </a:xfrm>
            <a:custGeom>
              <a:avLst/>
              <a:gdLst/>
              <a:ahLst/>
              <a:cxnLst/>
              <a:rect l="l" t="t" r="r" b="b"/>
              <a:pathLst>
                <a:path w="12443" h="7642" extrusionOk="0">
                  <a:moveTo>
                    <a:pt x="3916" y="1"/>
                  </a:moveTo>
                  <a:cubicBezTo>
                    <a:pt x="3438" y="1"/>
                    <a:pt x="2905" y="200"/>
                    <a:pt x="2335" y="736"/>
                  </a:cubicBezTo>
                  <a:cubicBezTo>
                    <a:pt x="0" y="2971"/>
                    <a:pt x="6238" y="7641"/>
                    <a:pt x="6238" y="7641"/>
                  </a:cubicBezTo>
                  <a:cubicBezTo>
                    <a:pt x="6238" y="7641"/>
                    <a:pt x="12442" y="2971"/>
                    <a:pt x="10107" y="736"/>
                  </a:cubicBezTo>
                  <a:cubicBezTo>
                    <a:pt x="9546" y="200"/>
                    <a:pt x="9019" y="1"/>
                    <a:pt x="8546" y="1"/>
                  </a:cubicBezTo>
                  <a:cubicBezTo>
                    <a:pt x="7164" y="1"/>
                    <a:pt x="6238" y="1704"/>
                    <a:pt x="6238" y="1704"/>
                  </a:cubicBezTo>
                  <a:cubicBezTo>
                    <a:pt x="6238" y="1704"/>
                    <a:pt x="5312" y="1"/>
                    <a:pt x="391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50" name="Google Shape;1950;p87"/>
          <p:cNvSpPr/>
          <p:nvPr/>
        </p:nvSpPr>
        <p:spPr>
          <a:xfrm>
            <a:off x="1650573" y="3863150"/>
            <a:ext cx="299275" cy="299275"/>
          </a:xfrm>
          <a:custGeom>
            <a:avLst/>
            <a:gdLst/>
            <a:ahLst/>
            <a:cxnLst/>
            <a:rect l="l" t="t" r="r" b="b"/>
            <a:pathLst>
              <a:path w="10031" h="10031" extrusionOk="0">
                <a:moveTo>
                  <a:pt x="5047" y="3455"/>
                </a:moveTo>
                <a:cubicBezTo>
                  <a:pt x="5309" y="3455"/>
                  <a:pt x="5573" y="3526"/>
                  <a:pt x="5806" y="3678"/>
                </a:cubicBezTo>
                <a:cubicBezTo>
                  <a:pt x="6535" y="4134"/>
                  <a:pt x="6778" y="5046"/>
                  <a:pt x="6353" y="5775"/>
                </a:cubicBezTo>
                <a:cubicBezTo>
                  <a:pt x="6074" y="6254"/>
                  <a:pt x="5572" y="6523"/>
                  <a:pt x="5055" y="6523"/>
                </a:cubicBezTo>
                <a:cubicBezTo>
                  <a:pt x="4783" y="6523"/>
                  <a:pt x="4507" y="6449"/>
                  <a:pt x="4256" y="6292"/>
                </a:cubicBezTo>
                <a:cubicBezTo>
                  <a:pt x="3526" y="5897"/>
                  <a:pt x="3283" y="4924"/>
                  <a:pt x="3739" y="4225"/>
                </a:cubicBezTo>
                <a:cubicBezTo>
                  <a:pt x="4002" y="3739"/>
                  <a:pt x="4522" y="3455"/>
                  <a:pt x="5047" y="3455"/>
                </a:cubicBezTo>
                <a:close/>
                <a:moveTo>
                  <a:pt x="4681" y="0"/>
                </a:moveTo>
                <a:lnTo>
                  <a:pt x="2857" y="456"/>
                </a:lnTo>
                <a:lnTo>
                  <a:pt x="3222" y="1854"/>
                </a:lnTo>
                <a:cubicBezTo>
                  <a:pt x="2979" y="2006"/>
                  <a:pt x="2705" y="2189"/>
                  <a:pt x="2462" y="2432"/>
                </a:cubicBezTo>
                <a:lnTo>
                  <a:pt x="1216" y="1672"/>
                </a:lnTo>
                <a:lnTo>
                  <a:pt x="274" y="3313"/>
                </a:lnTo>
                <a:lnTo>
                  <a:pt x="1520" y="4073"/>
                </a:lnTo>
                <a:cubicBezTo>
                  <a:pt x="1459" y="4377"/>
                  <a:pt x="1398" y="4681"/>
                  <a:pt x="1398" y="4985"/>
                </a:cubicBezTo>
                <a:lnTo>
                  <a:pt x="0" y="5350"/>
                </a:lnTo>
                <a:lnTo>
                  <a:pt x="456" y="7173"/>
                </a:lnTo>
                <a:lnTo>
                  <a:pt x="1854" y="6809"/>
                </a:lnTo>
                <a:cubicBezTo>
                  <a:pt x="2006" y="7052"/>
                  <a:pt x="2189" y="7325"/>
                  <a:pt x="2432" y="7569"/>
                </a:cubicBezTo>
                <a:lnTo>
                  <a:pt x="1672" y="8815"/>
                </a:lnTo>
                <a:lnTo>
                  <a:pt x="3313" y="9757"/>
                </a:lnTo>
                <a:lnTo>
                  <a:pt x="4073" y="8511"/>
                </a:lnTo>
                <a:cubicBezTo>
                  <a:pt x="4377" y="8572"/>
                  <a:pt x="4681" y="8632"/>
                  <a:pt x="4985" y="8632"/>
                </a:cubicBezTo>
                <a:lnTo>
                  <a:pt x="5350" y="10031"/>
                </a:lnTo>
                <a:lnTo>
                  <a:pt x="7174" y="9575"/>
                </a:lnTo>
                <a:lnTo>
                  <a:pt x="6809" y="8176"/>
                </a:lnTo>
                <a:cubicBezTo>
                  <a:pt x="7052" y="8024"/>
                  <a:pt x="7326" y="7812"/>
                  <a:pt x="7569" y="7599"/>
                </a:cubicBezTo>
                <a:lnTo>
                  <a:pt x="8815" y="8359"/>
                </a:lnTo>
                <a:lnTo>
                  <a:pt x="9757" y="6717"/>
                </a:lnTo>
                <a:lnTo>
                  <a:pt x="8511" y="5958"/>
                </a:lnTo>
                <a:cubicBezTo>
                  <a:pt x="8572" y="5654"/>
                  <a:pt x="8633" y="5350"/>
                  <a:pt x="8633" y="5046"/>
                </a:cubicBezTo>
                <a:lnTo>
                  <a:pt x="10031" y="4681"/>
                </a:lnTo>
                <a:lnTo>
                  <a:pt x="9575" y="2857"/>
                </a:lnTo>
                <a:lnTo>
                  <a:pt x="8177" y="3222"/>
                </a:lnTo>
                <a:cubicBezTo>
                  <a:pt x="8025" y="2948"/>
                  <a:pt x="7842" y="2705"/>
                  <a:pt x="7599" y="2462"/>
                </a:cubicBezTo>
                <a:lnTo>
                  <a:pt x="8359" y="1216"/>
                </a:lnTo>
                <a:lnTo>
                  <a:pt x="6718" y="274"/>
                </a:lnTo>
                <a:lnTo>
                  <a:pt x="5958" y="1520"/>
                </a:lnTo>
                <a:cubicBezTo>
                  <a:pt x="5654" y="1429"/>
                  <a:pt x="5350" y="1398"/>
                  <a:pt x="5046" y="1398"/>
                </a:cubicBezTo>
                <a:lnTo>
                  <a:pt x="4681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blurRad="57150" dist="476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1594;p78">
            <a:extLst>
              <a:ext uri="{FF2B5EF4-FFF2-40B4-BE49-F238E27FC236}">
                <a16:creationId xmlns:a16="http://schemas.microsoft.com/office/drawing/2014/main" id="{88CFE1BE-A985-43C3-BCD4-27C498A9443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69959" y="1216983"/>
            <a:ext cx="4205400" cy="166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0" dirty="0"/>
              <a:t>Правило</a:t>
            </a:r>
            <a:endParaRPr sz="6000" dirty="0"/>
          </a:p>
        </p:txBody>
      </p:sp>
    </p:spTree>
    <p:extLst>
      <p:ext uri="{BB962C8B-B14F-4D97-AF65-F5344CB8AC3E}">
        <p14:creationId xmlns:p14="http://schemas.microsoft.com/office/powerpoint/2010/main" val="25712080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800"/>
                                        <p:tgtEl>
                                          <p:spTgt spid="19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800"/>
                            </p:stCondLst>
                            <p:childTnLst>
                              <p:par>
                                <p:cTn id="9" presetID="8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10" dur="800" fill="hold"/>
                                        <p:tgtEl>
                                          <p:spTgt spid="195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12" dur="800" fill="hold"/>
                                        <p:tgtEl>
                                          <p:spTgt spid="194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3" name="Google Shape;1913;p87"/>
          <p:cNvSpPr/>
          <p:nvPr/>
        </p:nvSpPr>
        <p:spPr>
          <a:xfrm>
            <a:off x="2204416" y="-940170"/>
            <a:ext cx="3459000" cy="808200"/>
          </a:xfrm>
          <a:prstGeom prst="roundRect">
            <a:avLst>
              <a:gd name="adj" fmla="val 31653"/>
            </a:avLst>
          </a:prstGeom>
          <a:solidFill>
            <a:schemeClr val="lt2"/>
          </a:solidFill>
          <a:ln w="9525" cap="flat" cmpd="sng">
            <a:solidFill>
              <a:srgbClr val="D2D6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47625" dir="5400000" algn="bl" rotWithShape="0">
              <a:schemeClr val="dk1">
                <a:alpha val="24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5" name="Google Shape;1915;p87"/>
          <p:cNvSpPr txBox="1">
            <a:spLocks noGrp="1"/>
          </p:cNvSpPr>
          <p:nvPr>
            <p:ph type="subTitle" idx="1"/>
          </p:nvPr>
        </p:nvSpPr>
        <p:spPr>
          <a:xfrm>
            <a:off x="2204416" y="-892770"/>
            <a:ext cx="3458999" cy="80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>
              <a:spcAft>
                <a:spcPts val="1200"/>
              </a:spcAft>
            </a:pPr>
            <a:r>
              <a:rPr lang="ru-RU" sz="2400" dirty="0"/>
              <a:t>Не общайся с незнакомцами</a:t>
            </a:r>
            <a:endParaRPr sz="2400" dirty="0"/>
          </a:p>
        </p:txBody>
      </p:sp>
      <p:sp>
        <p:nvSpPr>
          <p:cNvPr id="1916" name="Google Shape;1916;p87"/>
          <p:cNvSpPr/>
          <p:nvPr/>
        </p:nvSpPr>
        <p:spPr>
          <a:xfrm>
            <a:off x="883861" y="1680703"/>
            <a:ext cx="1065983" cy="903596"/>
          </a:xfrm>
          <a:custGeom>
            <a:avLst/>
            <a:gdLst/>
            <a:ahLst/>
            <a:cxnLst/>
            <a:rect l="l" t="t" r="r" b="b"/>
            <a:pathLst>
              <a:path w="37831" h="32068" extrusionOk="0">
                <a:moveTo>
                  <a:pt x="4445" y="0"/>
                </a:moveTo>
                <a:cubicBezTo>
                  <a:pt x="1995" y="0"/>
                  <a:pt x="0" y="1995"/>
                  <a:pt x="0" y="4446"/>
                </a:cubicBezTo>
                <a:lnTo>
                  <a:pt x="0" y="23868"/>
                </a:lnTo>
                <a:cubicBezTo>
                  <a:pt x="0" y="26320"/>
                  <a:pt x="1995" y="28314"/>
                  <a:pt x="4445" y="28314"/>
                </a:cubicBezTo>
                <a:lnTo>
                  <a:pt x="15162" y="28314"/>
                </a:lnTo>
                <a:lnTo>
                  <a:pt x="18915" y="32067"/>
                </a:lnTo>
                <a:lnTo>
                  <a:pt x="22667" y="28314"/>
                </a:lnTo>
                <a:lnTo>
                  <a:pt x="33384" y="28314"/>
                </a:lnTo>
                <a:cubicBezTo>
                  <a:pt x="35836" y="28314"/>
                  <a:pt x="37831" y="26320"/>
                  <a:pt x="37831" y="23868"/>
                </a:cubicBezTo>
                <a:lnTo>
                  <a:pt x="37831" y="4446"/>
                </a:lnTo>
                <a:cubicBezTo>
                  <a:pt x="37831" y="1995"/>
                  <a:pt x="35836" y="0"/>
                  <a:pt x="33384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57150" dist="38100" dir="5400000" algn="bl" rotWithShape="0">
              <a:schemeClr val="dk1">
                <a:alpha val="19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7" name="Google Shape;1917;p87"/>
          <p:cNvSpPr txBox="1">
            <a:spLocks noGrp="1"/>
          </p:cNvSpPr>
          <p:nvPr>
            <p:ph type="title" idx="2"/>
          </p:nvPr>
        </p:nvSpPr>
        <p:spPr>
          <a:xfrm>
            <a:off x="932353" y="1735575"/>
            <a:ext cx="969000" cy="71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</a:t>
            </a:r>
            <a:r>
              <a:rPr lang="ru-RU" dirty="0"/>
              <a:t>6</a:t>
            </a:r>
            <a:endParaRPr dirty="0"/>
          </a:p>
        </p:txBody>
      </p:sp>
      <p:grpSp>
        <p:nvGrpSpPr>
          <p:cNvPr id="1918" name="Google Shape;1918;p87"/>
          <p:cNvGrpSpPr/>
          <p:nvPr/>
        </p:nvGrpSpPr>
        <p:grpSpPr>
          <a:xfrm rot="19401277">
            <a:off x="7010327" y="429028"/>
            <a:ext cx="3966957" cy="3166464"/>
            <a:chOff x="4091523" y="1488475"/>
            <a:chExt cx="4612204" cy="3681507"/>
          </a:xfrm>
        </p:grpSpPr>
        <p:sp>
          <p:nvSpPr>
            <p:cNvPr id="1919" name="Google Shape;1919;p87"/>
            <p:cNvSpPr/>
            <p:nvPr/>
          </p:nvSpPr>
          <p:spPr>
            <a:xfrm>
              <a:off x="6411651" y="1488475"/>
              <a:ext cx="1852393" cy="3186460"/>
            </a:xfrm>
            <a:custGeom>
              <a:avLst/>
              <a:gdLst/>
              <a:ahLst/>
              <a:cxnLst/>
              <a:rect l="l" t="t" r="r" b="b"/>
              <a:pathLst>
                <a:path w="14842" h="25531" extrusionOk="0">
                  <a:moveTo>
                    <a:pt x="1401" y="0"/>
                  </a:moveTo>
                  <a:cubicBezTo>
                    <a:pt x="782" y="0"/>
                    <a:pt x="281" y="502"/>
                    <a:pt x="281" y="1120"/>
                  </a:cubicBezTo>
                  <a:lnTo>
                    <a:pt x="281" y="2697"/>
                  </a:lnTo>
                  <a:cubicBezTo>
                    <a:pt x="118" y="2742"/>
                    <a:pt x="1" y="2896"/>
                    <a:pt x="1" y="3069"/>
                  </a:cubicBezTo>
                  <a:lnTo>
                    <a:pt x="1" y="5567"/>
                  </a:lnTo>
                  <a:cubicBezTo>
                    <a:pt x="1" y="5741"/>
                    <a:pt x="118" y="5892"/>
                    <a:pt x="281" y="5940"/>
                  </a:cubicBezTo>
                  <a:lnTo>
                    <a:pt x="281" y="24410"/>
                  </a:lnTo>
                  <a:cubicBezTo>
                    <a:pt x="281" y="25029"/>
                    <a:pt x="782" y="25530"/>
                    <a:pt x="1401" y="25530"/>
                  </a:cubicBezTo>
                  <a:lnTo>
                    <a:pt x="13442" y="25530"/>
                  </a:lnTo>
                  <a:cubicBezTo>
                    <a:pt x="14060" y="25530"/>
                    <a:pt x="14562" y="25029"/>
                    <a:pt x="14562" y="24410"/>
                  </a:cubicBezTo>
                  <a:lnTo>
                    <a:pt x="14562" y="5940"/>
                  </a:lnTo>
                  <a:cubicBezTo>
                    <a:pt x="14724" y="5892"/>
                    <a:pt x="14842" y="5741"/>
                    <a:pt x="14842" y="5567"/>
                  </a:cubicBezTo>
                  <a:lnTo>
                    <a:pt x="14842" y="3069"/>
                  </a:lnTo>
                  <a:cubicBezTo>
                    <a:pt x="14842" y="2896"/>
                    <a:pt x="14724" y="2742"/>
                    <a:pt x="14562" y="2697"/>
                  </a:cubicBezTo>
                  <a:lnTo>
                    <a:pt x="14562" y="1120"/>
                  </a:lnTo>
                  <a:cubicBezTo>
                    <a:pt x="14562" y="502"/>
                    <a:pt x="14060" y="0"/>
                    <a:pt x="1344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0" name="Google Shape;1920;p87"/>
            <p:cNvSpPr/>
            <p:nvPr/>
          </p:nvSpPr>
          <p:spPr>
            <a:xfrm>
              <a:off x="6542698" y="1581706"/>
              <a:ext cx="1590297" cy="2609850"/>
            </a:xfrm>
            <a:custGeom>
              <a:avLst/>
              <a:gdLst/>
              <a:ahLst/>
              <a:cxnLst/>
              <a:rect l="l" t="t" r="r" b="b"/>
              <a:pathLst>
                <a:path w="12742" h="20911" extrusionOk="0">
                  <a:moveTo>
                    <a:pt x="1003" y="1"/>
                  </a:moveTo>
                  <a:cubicBezTo>
                    <a:pt x="457" y="1"/>
                    <a:pt x="1" y="443"/>
                    <a:pt x="1" y="1003"/>
                  </a:cubicBezTo>
                  <a:lnTo>
                    <a:pt x="1" y="20910"/>
                  </a:lnTo>
                  <a:lnTo>
                    <a:pt x="12742" y="20910"/>
                  </a:lnTo>
                  <a:lnTo>
                    <a:pt x="12742" y="1003"/>
                  </a:lnTo>
                  <a:cubicBezTo>
                    <a:pt x="12742" y="443"/>
                    <a:pt x="12288" y="1"/>
                    <a:pt x="11739" y="1"/>
                  </a:cubicBezTo>
                  <a:lnTo>
                    <a:pt x="9334" y="1"/>
                  </a:lnTo>
                  <a:lnTo>
                    <a:pt x="9334" y="315"/>
                  </a:lnTo>
                  <a:cubicBezTo>
                    <a:pt x="9334" y="609"/>
                    <a:pt x="9101" y="841"/>
                    <a:pt x="8810" y="841"/>
                  </a:cubicBezTo>
                  <a:lnTo>
                    <a:pt x="3932" y="841"/>
                  </a:lnTo>
                  <a:cubicBezTo>
                    <a:pt x="3641" y="841"/>
                    <a:pt x="3408" y="609"/>
                    <a:pt x="3408" y="315"/>
                  </a:cubicBezTo>
                  <a:lnTo>
                    <a:pt x="3408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66BEE9">
                    <a:alpha val="34509"/>
                  </a:srgbClr>
                </a:gs>
              </a:gsLst>
              <a:lin ang="10801400" scaled="0"/>
            </a:gra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1" name="Google Shape;1921;p87"/>
            <p:cNvSpPr/>
            <p:nvPr/>
          </p:nvSpPr>
          <p:spPr>
            <a:xfrm>
              <a:off x="7199429" y="4294498"/>
              <a:ext cx="276948" cy="276948"/>
            </a:xfrm>
            <a:custGeom>
              <a:avLst/>
              <a:gdLst/>
              <a:ahLst/>
              <a:cxnLst/>
              <a:rect l="l" t="t" r="r" b="b"/>
              <a:pathLst>
                <a:path w="2219" h="2219" extrusionOk="0">
                  <a:moveTo>
                    <a:pt x="1109" y="0"/>
                  </a:moveTo>
                  <a:cubicBezTo>
                    <a:pt x="501" y="0"/>
                    <a:pt x="0" y="504"/>
                    <a:pt x="0" y="1109"/>
                  </a:cubicBezTo>
                  <a:cubicBezTo>
                    <a:pt x="0" y="1728"/>
                    <a:pt x="501" y="2218"/>
                    <a:pt x="1109" y="2218"/>
                  </a:cubicBezTo>
                  <a:cubicBezTo>
                    <a:pt x="1728" y="2218"/>
                    <a:pt x="2218" y="1728"/>
                    <a:pt x="2218" y="1109"/>
                  </a:cubicBezTo>
                  <a:cubicBezTo>
                    <a:pt x="2218" y="504"/>
                    <a:pt x="1728" y="0"/>
                    <a:pt x="11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2" name="Google Shape;1922;p87"/>
            <p:cNvSpPr/>
            <p:nvPr/>
          </p:nvSpPr>
          <p:spPr>
            <a:xfrm>
              <a:off x="6683854" y="1771162"/>
              <a:ext cx="555144" cy="553396"/>
            </a:xfrm>
            <a:custGeom>
              <a:avLst/>
              <a:gdLst/>
              <a:ahLst/>
              <a:cxnLst/>
              <a:rect l="l" t="t" r="r" b="b"/>
              <a:pathLst>
                <a:path w="4448" h="4434" extrusionOk="0">
                  <a:moveTo>
                    <a:pt x="306" y="1"/>
                  </a:moveTo>
                  <a:cubicBezTo>
                    <a:pt x="141" y="1"/>
                    <a:pt x="1" y="141"/>
                    <a:pt x="1" y="303"/>
                  </a:cubicBezTo>
                  <a:lnTo>
                    <a:pt x="1" y="4142"/>
                  </a:lnTo>
                  <a:cubicBezTo>
                    <a:pt x="1" y="4305"/>
                    <a:pt x="141" y="4433"/>
                    <a:pt x="306" y="4433"/>
                  </a:cubicBezTo>
                  <a:lnTo>
                    <a:pt x="4142" y="4433"/>
                  </a:lnTo>
                  <a:cubicBezTo>
                    <a:pt x="4308" y="4433"/>
                    <a:pt x="4448" y="4305"/>
                    <a:pt x="4448" y="4142"/>
                  </a:cubicBezTo>
                  <a:lnTo>
                    <a:pt x="4448" y="303"/>
                  </a:lnTo>
                  <a:cubicBezTo>
                    <a:pt x="4448" y="141"/>
                    <a:pt x="4308" y="1"/>
                    <a:pt x="414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3" name="Google Shape;1923;p87"/>
            <p:cNvSpPr/>
            <p:nvPr/>
          </p:nvSpPr>
          <p:spPr>
            <a:xfrm>
              <a:off x="7334969" y="1890352"/>
              <a:ext cx="656862" cy="38191"/>
            </a:xfrm>
            <a:custGeom>
              <a:avLst/>
              <a:gdLst/>
              <a:ahLst/>
              <a:cxnLst/>
              <a:rect l="l" t="t" r="r" b="b"/>
              <a:pathLst>
                <a:path w="5263" h="306" extrusionOk="0">
                  <a:moveTo>
                    <a:pt x="141" y="1"/>
                  </a:moveTo>
                  <a:cubicBezTo>
                    <a:pt x="60" y="1"/>
                    <a:pt x="1" y="71"/>
                    <a:pt x="1" y="152"/>
                  </a:cubicBezTo>
                  <a:cubicBezTo>
                    <a:pt x="1" y="236"/>
                    <a:pt x="60" y="306"/>
                    <a:pt x="141" y="306"/>
                  </a:cubicBezTo>
                  <a:lnTo>
                    <a:pt x="5111" y="306"/>
                  </a:lnTo>
                  <a:cubicBezTo>
                    <a:pt x="5192" y="306"/>
                    <a:pt x="5262" y="236"/>
                    <a:pt x="5262" y="152"/>
                  </a:cubicBezTo>
                  <a:cubicBezTo>
                    <a:pt x="5262" y="71"/>
                    <a:pt x="5192" y="1"/>
                    <a:pt x="51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4" name="Google Shape;1924;p87"/>
            <p:cNvSpPr/>
            <p:nvPr/>
          </p:nvSpPr>
          <p:spPr>
            <a:xfrm>
              <a:off x="7334969" y="1983707"/>
              <a:ext cx="656862" cy="36444"/>
            </a:xfrm>
            <a:custGeom>
              <a:avLst/>
              <a:gdLst/>
              <a:ahLst/>
              <a:cxnLst/>
              <a:rect l="l" t="t" r="r" b="b"/>
              <a:pathLst>
                <a:path w="5263" h="292" extrusionOk="0">
                  <a:moveTo>
                    <a:pt x="141" y="0"/>
                  </a:moveTo>
                  <a:cubicBezTo>
                    <a:pt x="60" y="0"/>
                    <a:pt x="1" y="59"/>
                    <a:pt x="1" y="140"/>
                  </a:cubicBezTo>
                  <a:cubicBezTo>
                    <a:pt x="1" y="221"/>
                    <a:pt x="60" y="291"/>
                    <a:pt x="141" y="291"/>
                  </a:cubicBezTo>
                  <a:lnTo>
                    <a:pt x="5111" y="291"/>
                  </a:lnTo>
                  <a:cubicBezTo>
                    <a:pt x="5192" y="291"/>
                    <a:pt x="5262" y="221"/>
                    <a:pt x="5262" y="140"/>
                  </a:cubicBezTo>
                  <a:cubicBezTo>
                    <a:pt x="5262" y="59"/>
                    <a:pt x="5192" y="0"/>
                    <a:pt x="51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5" name="Google Shape;1925;p87"/>
            <p:cNvSpPr/>
            <p:nvPr/>
          </p:nvSpPr>
          <p:spPr>
            <a:xfrm>
              <a:off x="7334969" y="2075190"/>
              <a:ext cx="656862" cy="38316"/>
            </a:xfrm>
            <a:custGeom>
              <a:avLst/>
              <a:gdLst/>
              <a:ahLst/>
              <a:cxnLst/>
              <a:rect l="l" t="t" r="r" b="b"/>
              <a:pathLst>
                <a:path w="5263" h="307" extrusionOk="0">
                  <a:moveTo>
                    <a:pt x="141" y="1"/>
                  </a:moveTo>
                  <a:cubicBezTo>
                    <a:pt x="60" y="1"/>
                    <a:pt x="1" y="71"/>
                    <a:pt x="1" y="155"/>
                  </a:cubicBezTo>
                  <a:cubicBezTo>
                    <a:pt x="1" y="236"/>
                    <a:pt x="60" y="306"/>
                    <a:pt x="141" y="306"/>
                  </a:cubicBezTo>
                  <a:lnTo>
                    <a:pt x="5111" y="306"/>
                  </a:lnTo>
                  <a:cubicBezTo>
                    <a:pt x="5192" y="306"/>
                    <a:pt x="5262" y="236"/>
                    <a:pt x="5262" y="155"/>
                  </a:cubicBezTo>
                  <a:cubicBezTo>
                    <a:pt x="5262" y="71"/>
                    <a:pt x="5192" y="1"/>
                    <a:pt x="51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6" name="Google Shape;1926;p87"/>
            <p:cNvSpPr/>
            <p:nvPr/>
          </p:nvSpPr>
          <p:spPr>
            <a:xfrm>
              <a:off x="7334969" y="2168545"/>
              <a:ext cx="656862" cy="36444"/>
            </a:xfrm>
            <a:custGeom>
              <a:avLst/>
              <a:gdLst/>
              <a:ahLst/>
              <a:cxnLst/>
              <a:rect l="l" t="t" r="r" b="b"/>
              <a:pathLst>
                <a:path w="5263" h="292" extrusionOk="0">
                  <a:moveTo>
                    <a:pt x="141" y="1"/>
                  </a:moveTo>
                  <a:cubicBezTo>
                    <a:pt x="60" y="1"/>
                    <a:pt x="1" y="59"/>
                    <a:pt x="1" y="141"/>
                  </a:cubicBezTo>
                  <a:cubicBezTo>
                    <a:pt x="1" y="222"/>
                    <a:pt x="60" y="292"/>
                    <a:pt x="141" y="292"/>
                  </a:cubicBezTo>
                  <a:lnTo>
                    <a:pt x="5111" y="292"/>
                  </a:lnTo>
                  <a:cubicBezTo>
                    <a:pt x="5192" y="292"/>
                    <a:pt x="5262" y="222"/>
                    <a:pt x="5262" y="141"/>
                  </a:cubicBezTo>
                  <a:cubicBezTo>
                    <a:pt x="5262" y="59"/>
                    <a:pt x="5192" y="1"/>
                    <a:pt x="51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7" name="Google Shape;1927;p87"/>
            <p:cNvSpPr/>
            <p:nvPr/>
          </p:nvSpPr>
          <p:spPr>
            <a:xfrm>
              <a:off x="6829628" y="1870133"/>
              <a:ext cx="257727" cy="355452"/>
            </a:xfrm>
            <a:custGeom>
              <a:avLst/>
              <a:gdLst/>
              <a:ahLst/>
              <a:cxnLst/>
              <a:rect l="l" t="t" r="r" b="b"/>
              <a:pathLst>
                <a:path w="2065" h="2848" extrusionOk="0">
                  <a:moveTo>
                    <a:pt x="1039" y="0"/>
                  </a:moveTo>
                  <a:cubicBezTo>
                    <a:pt x="689" y="0"/>
                    <a:pt x="421" y="280"/>
                    <a:pt x="421" y="619"/>
                  </a:cubicBezTo>
                  <a:cubicBezTo>
                    <a:pt x="421" y="910"/>
                    <a:pt x="619" y="1143"/>
                    <a:pt x="888" y="1213"/>
                  </a:cubicBezTo>
                  <a:cubicBezTo>
                    <a:pt x="384" y="1330"/>
                    <a:pt x="1" y="1983"/>
                    <a:pt x="1" y="2789"/>
                  </a:cubicBezTo>
                  <a:lnTo>
                    <a:pt x="1" y="2848"/>
                  </a:lnTo>
                  <a:lnTo>
                    <a:pt x="2064" y="2848"/>
                  </a:lnTo>
                  <a:lnTo>
                    <a:pt x="2064" y="2789"/>
                  </a:lnTo>
                  <a:cubicBezTo>
                    <a:pt x="2064" y="1983"/>
                    <a:pt x="1681" y="1330"/>
                    <a:pt x="1180" y="1213"/>
                  </a:cubicBezTo>
                  <a:cubicBezTo>
                    <a:pt x="1448" y="1143"/>
                    <a:pt x="1644" y="910"/>
                    <a:pt x="1644" y="619"/>
                  </a:cubicBezTo>
                  <a:cubicBezTo>
                    <a:pt x="1644" y="280"/>
                    <a:pt x="1378" y="0"/>
                    <a:pt x="10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8" name="Google Shape;1928;p87"/>
            <p:cNvSpPr/>
            <p:nvPr/>
          </p:nvSpPr>
          <p:spPr>
            <a:xfrm>
              <a:off x="6235425" y="3399826"/>
              <a:ext cx="1003452" cy="636518"/>
            </a:xfrm>
            <a:custGeom>
              <a:avLst/>
              <a:gdLst/>
              <a:ahLst/>
              <a:cxnLst/>
              <a:rect l="l" t="t" r="r" b="b"/>
              <a:pathLst>
                <a:path w="8040" h="5100" extrusionOk="0">
                  <a:moveTo>
                    <a:pt x="468" y="1"/>
                  </a:moveTo>
                  <a:cubicBezTo>
                    <a:pt x="210" y="1"/>
                    <a:pt x="0" y="211"/>
                    <a:pt x="0" y="480"/>
                  </a:cubicBezTo>
                  <a:lnTo>
                    <a:pt x="0" y="4635"/>
                  </a:lnTo>
                  <a:cubicBezTo>
                    <a:pt x="0" y="4890"/>
                    <a:pt x="210" y="5100"/>
                    <a:pt x="468" y="5100"/>
                  </a:cubicBezTo>
                  <a:lnTo>
                    <a:pt x="7572" y="5100"/>
                  </a:lnTo>
                  <a:cubicBezTo>
                    <a:pt x="7830" y="5100"/>
                    <a:pt x="8040" y="4890"/>
                    <a:pt x="8040" y="4635"/>
                  </a:cubicBezTo>
                  <a:lnTo>
                    <a:pt x="8040" y="480"/>
                  </a:lnTo>
                  <a:cubicBezTo>
                    <a:pt x="8040" y="211"/>
                    <a:pt x="7830" y="1"/>
                    <a:pt x="757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9" name="Google Shape;1929;p87"/>
            <p:cNvSpPr/>
            <p:nvPr/>
          </p:nvSpPr>
          <p:spPr>
            <a:xfrm>
              <a:off x="6516364" y="3497674"/>
              <a:ext cx="441569" cy="441195"/>
            </a:xfrm>
            <a:custGeom>
              <a:avLst/>
              <a:gdLst/>
              <a:ahLst/>
              <a:cxnLst/>
              <a:rect l="l" t="t" r="r" b="b"/>
              <a:pathLst>
                <a:path w="3538" h="3535" extrusionOk="0">
                  <a:moveTo>
                    <a:pt x="1762" y="1"/>
                  </a:moveTo>
                  <a:cubicBezTo>
                    <a:pt x="796" y="1"/>
                    <a:pt x="1" y="793"/>
                    <a:pt x="1" y="1773"/>
                  </a:cubicBezTo>
                  <a:cubicBezTo>
                    <a:pt x="1" y="2742"/>
                    <a:pt x="796" y="3535"/>
                    <a:pt x="1762" y="3535"/>
                  </a:cubicBezTo>
                  <a:cubicBezTo>
                    <a:pt x="2742" y="3535"/>
                    <a:pt x="3537" y="2742"/>
                    <a:pt x="3537" y="1773"/>
                  </a:cubicBezTo>
                  <a:cubicBezTo>
                    <a:pt x="3537" y="793"/>
                    <a:pt x="2742" y="1"/>
                    <a:pt x="176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0" name="Google Shape;1930;p87"/>
            <p:cNvSpPr/>
            <p:nvPr/>
          </p:nvSpPr>
          <p:spPr>
            <a:xfrm>
              <a:off x="6638675" y="3605382"/>
              <a:ext cx="196946" cy="225902"/>
            </a:xfrm>
            <a:custGeom>
              <a:avLst/>
              <a:gdLst/>
              <a:ahLst/>
              <a:cxnLst/>
              <a:rect l="l" t="t" r="r" b="b"/>
              <a:pathLst>
                <a:path w="1578" h="1810" extrusionOk="0">
                  <a:moveTo>
                    <a:pt x="1" y="0"/>
                  </a:moveTo>
                  <a:lnTo>
                    <a:pt x="1" y="1809"/>
                  </a:lnTo>
                  <a:lnTo>
                    <a:pt x="1577" y="91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1" name="Google Shape;1931;p87"/>
            <p:cNvSpPr/>
            <p:nvPr/>
          </p:nvSpPr>
          <p:spPr>
            <a:xfrm>
              <a:off x="7476250" y="2817913"/>
              <a:ext cx="589715" cy="590090"/>
            </a:xfrm>
            <a:custGeom>
              <a:avLst/>
              <a:gdLst/>
              <a:ahLst/>
              <a:cxnLst/>
              <a:rect l="l" t="t" r="r" b="b"/>
              <a:pathLst>
                <a:path w="4725" h="4728" extrusionOk="0">
                  <a:moveTo>
                    <a:pt x="2358" y="0"/>
                  </a:moveTo>
                  <a:cubicBezTo>
                    <a:pt x="1050" y="0"/>
                    <a:pt x="0" y="1064"/>
                    <a:pt x="0" y="2358"/>
                  </a:cubicBezTo>
                  <a:cubicBezTo>
                    <a:pt x="0" y="3666"/>
                    <a:pt x="1050" y="4727"/>
                    <a:pt x="2358" y="4727"/>
                  </a:cubicBezTo>
                  <a:cubicBezTo>
                    <a:pt x="3663" y="4727"/>
                    <a:pt x="4724" y="3666"/>
                    <a:pt x="4724" y="2358"/>
                  </a:cubicBezTo>
                  <a:cubicBezTo>
                    <a:pt x="4724" y="1064"/>
                    <a:pt x="3663" y="0"/>
                    <a:pt x="235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2" name="Google Shape;1932;p87"/>
            <p:cNvSpPr/>
            <p:nvPr/>
          </p:nvSpPr>
          <p:spPr>
            <a:xfrm>
              <a:off x="7387388" y="2729176"/>
              <a:ext cx="765944" cy="766193"/>
            </a:xfrm>
            <a:custGeom>
              <a:avLst/>
              <a:gdLst/>
              <a:ahLst/>
              <a:cxnLst/>
              <a:rect l="l" t="t" r="r" b="b"/>
              <a:pathLst>
                <a:path w="6137" h="6139" extrusionOk="0">
                  <a:moveTo>
                    <a:pt x="3070" y="851"/>
                  </a:moveTo>
                  <a:cubicBezTo>
                    <a:pt x="4294" y="851"/>
                    <a:pt x="5285" y="1845"/>
                    <a:pt x="5285" y="3069"/>
                  </a:cubicBezTo>
                  <a:cubicBezTo>
                    <a:pt x="5285" y="4296"/>
                    <a:pt x="4294" y="5298"/>
                    <a:pt x="3070" y="5298"/>
                  </a:cubicBezTo>
                  <a:cubicBezTo>
                    <a:pt x="2580" y="5298"/>
                    <a:pt x="2123" y="5136"/>
                    <a:pt x="1751" y="4856"/>
                  </a:cubicBezTo>
                  <a:cubicBezTo>
                    <a:pt x="1202" y="4458"/>
                    <a:pt x="852" y="3806"/>
                    <a:pt x="852" y="3069"/>
                  </a:cubicBezTo>
                  <a:cubicBezTo>
                    <a:pt x="852" y="2347"/>
                    <a:pt x="1202" y="1691"/>
                    <a:pt x="1751" y="1285"/>
                  </a:cubicBezTo>
                  <a:cubicBezTo>
                    <a:pt x="2123" y="1017"/>
                    <a:pt x="2580" y="851"/>
                    <a:pt x="3070" y="851"/>
                  </a:cubicBezTo>
                  <a:close/>
                  <a:moveTo>
                    <a:pt x="3070" y="0"/>
                  </a:moveTo>
                  <a:cubicBezTo>
                    <a:pt x="2345" y="0"/>
                    <a:pt x="1670" y="258"/>
                    <a:pt x="1143" y="689"/>
                  </a:cubicBezTo>
                  <a:cubicBezTo>
                    <a:pt x="443" y="1249"/>
                    <a:pt x="1" y="2111"/>
                    <a:pt x="1" y="3069"/>
                  </a:cubicBezTo>
                  <a:cubicBezTo>
                    <a:pt x="1" y="4038"/>
                    <a:pt x="443" y="4901"/>
                    <a:pt x="1143" y="5461"/>
                  </a:cubicBezTo>
                  <a:cubicBezTo>
                    <a:pt x="1670" y="5892"/>
                    <a:pt x="2345" y="6138"/>
                    <a:pt x="3070" y="6138"/>
                  </a:cubicBezTo>
                  <a:cubicBezTo>
                    <a:pt x="4761" y="6138"/>
                    <a:pt x="6136" y="4772"/>
                    <a:pt x="6136" y="3069"/>
                  </a:cubicBezTo>
                  <a:cubicBezTo>
                    <a:pt x="6136" y="1378"/>
                    <a:pt x="4761" y="0"/>
                    <a:pt x="307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3" name="Google Shape;1933;p87"/>
            <p:cNvSpPr/>
            <p:nvPr/>
          </p:nvSpPr>
          <p:spPr>
            <a:xfrm>
              <a:off x="7946645" y="3600075"/>
              <a:ext cx="757082" cy="237384"/>
            </a:xfrm>
            <a:custGeom>
              <a:avLst/>
              <a:gdLst/>
              <a:ahLst/>
              <a:cxnLst/>
              <a:rect l="l" t="t" r="r" b="b"/>
              <a:pathLst>
                <a:path w="6066" h="1902" extrusionOk="0">
                  <a:moveTo>
                    <a:pt x="944" y="0"/>
                  </a:moveTo>
                  <a:cubicBezTo>
                    <a:pt x="420" y="0"/>
                    <a:pt x="0" y="420"/>
                    <a:pt x="0" y="944"/>
                  </a:cubicBezTo>
                  <a:cubicBezTo>
                    <a:pt x="0" y="1470"/>
                    <a:pt x="420" y="1902"/>
                    <a:pt x="944" y="1902"/>
                  </a:cubicBezTo>
                  <a:lnTo>
                    <a:pt x="5122" y="1902"/>
                  </a:lnTo>
                  <a:cubicBezTo>
                    <a:pt x="5645" y="1902"/>
                    <a:pt x="6065" y="1470"/>
                    <a:pt x="6065" y="944"/>
                  </a:cubicBezTo>
                  <a:cubicBezTo>
                    <a:pt x="6065" y="420"/>
                    <a:pt x="5645" y="0"/>
                    <a:pt x="512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4" name="Google Shape;1934;p87"/>
            <p:cNvSpPr/>
            <p:nvPr/>
          </p:nvSpPr>
          <p:spPr>
            <a:xfrm>
              <a:off x="8023776" y="3635021"/>
              <a:ext cx="166244" cy="166119"/>
            </a:xfrm>
            <a:custGeom>
              <a:avLst/>
              <a:gdLst/>
              <a:ahLst/>
              <a:cxnLst/>
              <a:rect l="l" t="t" r="r" b="b"/>
              <a:pathLst>
                <a:path w="1332" h="1331" extrusionOk="0">
                  <a:moveTo>
                    <a:pt x="665" y="0"/>
                  </a:moveTo>
                  <a:cubicBezTo>
                    <a:pt x="292" y="0"/>
                    <a:pt x="1" y="303"/>
                    <a:pt x="1" y="664"/>
                  </a:cubicBezTo>
                  <a:cubicBezTo>
                    <a:pt x="1" y="1039"/>
                    <a:pt x="292" y="1330"/>
                    <a:pt x="665" y="1330"/>
                  </a:cubicBezTo>
                  <a:cubicBezTo>
                    <a:pt x="1026" y="1330"/>
                    <a:pt x="1331" y="1039"/>
                    <a:pt x="1331" y="664"/>
                  </a:cubicBezTo>
                  <a:cubicBezTo>
                    <a:pt x="1331" y="303"/>
                    <a:pt x="1026" y="0"/>
                    <a:pt x="6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5" name="Google Shape;1935;p87"/>
            <p:cNvSpPr/>
            <p:nvPr/>
          </p:nvSpPr>
          <p:spPr>
            <a:xfrm>
              <a:off x="7946645" y="3889751"/>
              <a:ext cx="757082" cy="237509"/>
            </a:xfrm>
            <a:custGeom>
              <a:avLst/>
              <a:gdLst/>
              <a:ahLst/>
              <a:cxnLst/>
              <a:rect l="l" t="t" r="r" b="b"/>
              <a:pathLst>
                <a:path w="6066" h="1903" extrusionOk="0">
                  <a:moveTo>
                    <a:pt x="944" y="1"/>
                  </a:moveTo>
                  <a:cubicBezTo>
                    <a:pt x="420" y="1"/>
                    <a:pt x="0" y="432"/>
                    <a:pt x="0" y="958"/>
                  </a:cubicBezTo>
                  <a:cubicBezTo>
                    <a:pt x="0" y="1482"/>
                    <a:pt x="420" y="1902"/>
                    <a:pt x="944" y="1902"/>
                  </a:cubicBezTo>
                  <a:lnTo>
                    <a:pt x="5122" y="1902"/>
                  </a:lnTo>
                  <a:cubicBezTo>
                    <a:pt x="5645" y="1902"/>
                    <a:pt x="6065" y="1482"/>
                    <a:pt x="6065" y="958"/>
                  </a:cubicBezTo>
                  <a:cubicBezTo>
                    <a:pt x="6065" y="432"/>
                    <a:pt x="5645" y="1"/>
                    <a:pt x="512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6" name="Google Shape;1936;p87"/>
            <p:cNvSpPr/>
            <p:nvPr/>
          </p:nvSpPr>
          <p:spPr>
            <a:xfrm>
              <a:off x="8462096" y="3926069"/>
              <a:ext cx="166119" cy="166244"/>
            </a:xfrm>
            <a:custGeom>
              <a:avLst/>
              <a:gdLst/>
              <a:ahLst/>
              <a:cxnLst/>
              <a:rect l="l" t="t" r="r" b="b"/>
              <a:pathLst>
                <a:path w="1331" h="1332" extrusionOk="0">
                  <a:moveTo>
                    <a:pt x="664" y="1"/>
                  </a:moveTo>
                  <a:cubicBezTo>
                    <a:pt x="292" y="1"/>
                    <a:pt x="0" y="292"/>
                    <a:pt x="0" y="667"/>
                  </a:cubicBezTo>
                  <a:cubicBezTo>
                    <a:pt x="0" y="1029"/>
                    <a:pt x="292" y="1331"/>
                    <a:pt x="664" y="1331"/>
                  </a:cubicBezTo>
                  <a:cubicBezTo>
                    <a:pt x="1025" y="1331"/>
                    <a:pt x="1331" y="1029"/>
                    <a:pt x="1331" y="667"/>
                  </a:cubicBezTo>
                  <a:cubicBezTo>
                    <a:pt x="1331" y="292"/>
                    <a:pt x="1025" y="1"/>
                    <a:pt x="66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7" name="Google Shape;1937;p87"/>
            <p:cNvSpPr/>
            <p:nvPr/>
          </p:nvSpPr>
          <p:spPr>
            <a:xfrm rot="6930745">
              <a:off x="4091773" y="4912129"/>
              <a:ext cx="257603" cy="258103"/>
            </a:xfrm>
            <a:custGeom>
              <a:avLst/>
              <a:gdLst/>
              <a:ahLst/>
              <a:cxnLst/>
              <a:rect l="l" t="t" r="r" b="b"/>
              <a:pathLst>
                <a:path w="2064" h="2068" extrusionOk="0">
                  <a:moveTo>
                    <a:pt x="1028" y="737"/>
                  </a:moveTo>
                  <a:cubicBezTo>
                    <a:pt x="1190" y="737"/>
                    <a:pt x="1330" y="866"/>
                    <a:pt x="1330" y="1039"/>
                  </a:cubicBezTo>
                  <a:cubicBezTo>
                    <a:pt x="1330" y="1205"/>
                    <a:pt x="1190" y="1345"/>
                    <a:pt x="1028" y="1345"/>
                  </a:cubicBezTo>
                  <a:cubicBezTo>
                    <a:pt x="863" y="1345"/>
                    <a:pt x="723" y="1205"/>
                    <a:pt x="723" y="1039"/>
                  </a:cubicBezTo>
                  <a:cubicBezTo>
                    <a:pt x="723" y="866"/>
                    <a:pt x="863" y="737"/>
                    <a:pt x="1028" y="737"/>
                  </a:cubicBezTo>
                  <a:close/>
                  <a:moveTo>
                    <a:pt x="899" y="0"/>
                  </a:moveTo>
                  <a:cubicBezTo>
                    <a:pt x="874" y="0"/>
                    <a:pt x="851" y="26"/>
                    <a:pt x="840" y="48"/>
                  </a:cubicBezTo>
                  <a:lnTo>
                    <a:pt x="781" y="281"/>
                  </a:lnTo>
                  <a:cubicBezTo>
                    <a:pt x="748" y="306"/>
                    <a:pt x="700" y="317"/>
                    <a:pt x="664" y="339"/>
                  </a:cubicBezTo>
                  <a:lnTo>
                    <a:pt x="454" y="211"/>
                  </a:lnTo>
                  <a:cubicBezTo>
                    <a:pt x="445" y="206"/>
                    <a:pt x="436" y="203"/>
                    <a:pt x="427" y="203"/>
                  </a:cubicBezTo>
                  <a:cubicBezTo>
                    <a:pt x="413" y="203"/>
                    <a:pt x="399" y="209"/>
                    <a:pt x="384" y="225"/>
                  </a:cubicBezTo>
                  <a:lnTo>
                    <a:pt x="210" y="398"/>
                  </a:lnTo>
                  <a:cubicBezTo>
                    <a:pt x="188" y="409"/>
                    <a:pt x="188" y="446"/>
                    <a:pt x="199" y="468"/>
                  </a:cubicBezTo>
                  <a:lnTo>
                    <a:pt x="328" y="678"/>
                  </a:lnTo>
                  <a:cubicBezTo>
                    <a:pt x="303" y="715"/>
                    <a:pt x="291" y="759"/>
                    <a:pt x="280" y="796"/>
                  </a:cubicBezTo>
                  <a:lnTo>
                    <a:pt x="48" y="855"/>
                  </a:lnTo>
                  <a:cubicBezTo>
                    <a:pt x="11" y="866"/>
                    <a:pt x="0" y="888"/>
                    <a:pt x="0" y="911"/>
                  </a:cubicBezTo>
                  <a:lnTo>
                    <a:pt x="0" y="1157"/>
                  </a:lnTo>
                  <a:cubicBezTo>
                    <a:pt x="0" y="1179"/>
                    <a:pt x="11" y="1216"/>
                    <a:pt x="48" y="1216"/>
                  </a:cubicBezTo>
                  <a:lnTo>
                    <a:pt x="280" y="1275"/>
                  </a:lnTo>
                  <a:cubicBezTo>
                    <a:pt x="291" y="1319"/>
                    <a:pt x="303" y="1356"/>
                    <a:pt x="328" y="1401"/>
                  </a:cubicBezTo>
                  <a:lnTo>
                    <a:pt x="199" y="1599"/>
                  </a:lnTo>
                  <a:cubicBezTo>
                    <a:pt x="188" y="1625"/>
                    <a:pt x="188" y="1658"/>
                    <a:pt x="210" y="1681"/>
                  </a:cubicBezTo>
                  <a:lnTo>
                    <a:pt x="384" y="1846"/>
                  </a:lnTo>
                  <a:cubicBezTo>
                    <a:pt x="399" y="1859"/>
                    <a:pt x="412" y="1864"/>
                    <a:pt x="426" y="1864"/>
                  </a:cubicBezTo>
                  <a:cubicBezTo>
                    <a:pt x="435" y="1864"/>
                    <a:pt x="445" y="1862"/>
                    <a:pt x="454" y="1857"/>
                  </a:cubicBezTo>
                  <a:lnTo>
                    <a:pt x="664" y="1739"/>
                  </a:lnTo>
                  <a:cubicBezTo>
                    <a:pt x="700" y="1751"/>
                    <a:pt x="748" y="1776"/>
                    <a:pt x="781" y="1787"/>
                  </a:cubicBezTo>
                  <a:lnTo>
                    <a:pt x="840" y="2019"/>
                  </a:lnTo>
                  <a:cubicBezTo>
                    <a:pt x="851" y="2045"/>
                    <a:pt x="874" y="2067"/>
                    <a:pt x="899" y="2067"/>
                  </a:cubicBezTo>
                  <a:lnTo>
                    <a:pt x="1143" y="2067"/>
                  </a:lnTo>
                  <a:cubicBezTo>
                    <a:pt x="1179" y="2067"/>
                    <a:pt x="1201" y="2045"/>
                    <a:pt x="1201" y="2019"/>
                  </a:cubicBezTo>
                  <a:lnTo>
                    <a:pt x="1260" y="1787"/>
                  </a:lnTo>
                  <a:cubicBezTo>
                    <a:pt x="1308" y="1776"/>
                    <a:pt x="1341" y="1751"/>
                    <a:pt x="1389" y="1739"/>
                  </a:cubicBezTo>
                  <a:lnTo>
                    <a:pt x="1588" y="1857"/>
                  </a:lnTo>
                  <a:cubicBezTo>
                    <a:pt x="1602" y="1862"/>
                    <a:pt x="1614" y="1864"/>
                    <a:pt x="1625" y="1864"/>
                  </a:cubicBezTo>
                  <a:cubicBezTo>
                    <a:pt x="1641" y="1864"/>
                    <a:pt x="1654" y="1859"/>
                    <a:pt x="1669" y="1846"/>
                  </a:cubicBezTo>
                  <a:lnTo>
                    <a:pt x="1843" y="1681"/>
                  </a:lnTo>
                  <a:cubicBezTo>
                    <a:pt x="1854" y="1658"/>
                    <a:pt x="1868" y="1625"/>
                    <a:pt x="1843" y="1599"/>
                  </a:cubicBezTo>
                  <a:lnTo>
                    <a:pt x="1728" y="1401"/>
                  </a:lnTo>
                  <a:cubicBezTo>
                    <a:pt x="1739" y="1356"/>
                    <a:pt x="1761" y="1319"/>
                    <a:pt x="1773" y="1275"/>
                  </a:cubicBezTo>
                  <a:lnTo>
                    <a:pt x="2019" y="1216"/>
                  </a:lnTo>
                  <a:cubicBezTo>
                    <a:pt x="2042" y="1216"/>
                    <a:pt x="2064" y="1179"/>
                    <a:pt x="2064" y="1157"/>
                  </a:cubicBezTo>
                  <a:lnTo>
                    <a:pt x="2064" y="911"/>
                  </a:lnTo>
                  <a:cubicBezTo>
                    <a:pt x="2064" y="888"/>
                    <a:pt x="2042" y="866"/>
                    <a:pt x="2019" y="855"/>
                  </a:cubicBezTo>
                  <a:lnTo>
                    <a:pt x="1773" y="796"/>
                  </a:lnTo>
                  <a:cubicBezTo>
                    <a:pt x="1761" y="759"/>
                    <a:pt x="1739" y="715"/>
                    <a:pt x="1728" y="678"/>
                  </a:cubicBezTo>
                  <a:lnTo>
                    <a:pt x="1843" y="468"/>
                  </a:lnTo>
                  <a:cubicBezTo>
                    <a:pt x="1868" y="446"/>
                    <a:pt x="1854" y="409"/>
                    <a:pt x="1843" y="398"/>
                  </a:cubicBezTo>
                  <a:lnTo>
                    <a:pt x="1669" y="225"/>
                  </a:lnTo>
                  <a:cubicBezTo>
                    <a:pt x="1654" y="209"/>
                    <a:pt x="1640" y="203"/>
                    <a:pt x="1624" y="203"/>
                  </a:cubicBezTo>
                  <a:cubicBezTo>
                    <a:pt x="1613" y="203"/>
                    <a:pt x="1601" y="206"/>
                    <a:pt x="1588" y="211"/>
                  </a:cubicBezTo>
                  <a:lnTo>
                    <a:pt x="1389" y="339"/>
                  </a:lnTo>
                  <a:cubicBezTo>
                    <a:pt x="1341" y="317"/>
                    <a:pt x="1308" y="306"/>
                    <a:pt x="1260" y="281"/>
                  </a:cubicBezTo>
                  <a:lnTo>
                    <a:pt x="1201" y="48"/>
                  </a:lnTo>
                  <a:cubicBezTo>
                    <a:pt x="1201" y="26"/>
                    <a:pt x="1179" y="0"/>
                    <a:pt x="114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38" name="Google Shape;1938;p87"/>
            <p:cNvSpPr/>
            <p:nvPr/>
          </p:nvSpPr>
          <p:spPr>
            <a:xfrm>
              <a:off x="6183319" y="2362120"/>
              <a:ext cx="632025" cy="630652"/>
            </a:xfrm>
            <a:custGeom>
              <a:avLst/>
              <a:gdLst/>
              <a:ahLst/>
              <a:cxnLst/>
              <a:rect l="l" t="t" r="r" b="b"/>
              <a:pathLst>
                <a:path w="5064" h="5053" extrusionOk="0">
                  <a:moveTo>
                    <a:pt x="2532" y="1"/>
                  </a:moveTo>
                  <a:cubicBezTo>
                    <a:pt x="1132" y="1"/>
                    <a:pt x="1" y="1132"/>
                    <a:pt x="1" y="2521"/>
                  </a:cubicBezTo>
                  <a:cubicBezTo>
                    <a:pt x="1" y="3921"/>
                    <a:pt x="1132" y="5052"/>
                    <a:pt x="2532" y="5052"/>
                  </a:cubicBezTo>
                  <a:cubicBezTo>
                    <a:pt x="3932" y="5052"/>
                    <a:pt x="5063" y="3921"/>
                    <a:pt x="5063" y="2521"/>
                  </a:cubicBezTo>
                  <a:cubicBezTo>
                    <a:pt x="5063" y="1132"/>
                    <a:pt x="3932" y="1"/>
                    <a:pt x="253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9" name="Google Shape;1939;p87"/>
            <p:cNvSpPr/>
            <p:nvPr/>
          </p:nvSpPr>
          <p:spPr>
            <a:xfrm>
              <a:off x="6302509" y="2481685"/>
              <a:ext cx="393268" cy="391896"/>
            </a:xfrm>
            <a:custGeom>
              <a:avLst/>
              <a:gdLst/>
              <a:ahLst/>
              <a:cxnLst/>
              <a:rect l="l" t="t" r="r" b="b"/>
              <a:pathLst>
                <a:path w="3151" h="3140" extrusionOk="0">
                  <a:moveTo>
                    <a:pt x="1577" y="1"/>
                  </a:moveTo>
                  <a:cubicBezTo>
                    <a:pt x="701" y="1"/>
                    <a:pt x="1" y="701"/>
                    <a:pt x="1" y="1563"/>
                  </a:cubicBezTo>
                  <a:cubicBezTo>
                    <a:pt x="1" y="2440"/>
                    <a:pt x="701" y="3140"/>
                    <a:pt x="1577" y="3140"/>
                  </a:cubicBezTo>
                  <a:cubicBezTo>
                    <a:pt x="2440" y="3140"/>
                    <a:pt x="3151" y="2440"/>
                    <a:pt x="3151" y="1563"/>
                  </a:cubicBezTo>
                  <a:cubicBezTo>
                    <a:pt x="3151" y="701"/>
                    <a:pt x="2440" y="1"/>
                    <a:pt x="157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0" name="Google Shape;1940;p87"/>
            <p:cNvSpPr/>
            <p:nvPr/>
          </p:nvSpPr>
          <p:spPr>
            <a:xfrm>
              <a:off x="6471622" y="2769987"/>
              <a:ext cx="55415" cy="26334"/>
            </a:xfrm>
            <a:custGeom>
              <a:avLst/>
              <a:gdLst/>
              <a:ahLst/>
              <a:cxnLst/>
              <a:rect l="l" t="t" r="r" b="b"/>
              <a:pathLst>
                <a:path w="444" h="211" extrusionOk="0">
                  <a:moveTo>
                    <a:pt x="1" y="1"/>
                  </a:moveTo>
                  <a:lnTo>
                    <a:pt x="1" y="1"/>
                  </a:lnTo>
                  <a:cubicBezTo>
                    <a:pt x="12" y="118"/>
                    <a:pt x="104" y="211"/>
                    <a:pt x="222" y="211"/>
                  </a:cubicBezTo>
                  <a:cubicBezTo>
                    <a:pt x="337" y="211"/>
                    <a:pt x="432" y="118"/>
                    <a:pt x="443" y="1"/>
                  </a:cubicBezTo>
                  <a:lnTo>
                    <a:pt x="443" y="1"/>
                  </a:lnTo>
                  <a:cubicBezTo>
                    <a:pt x="351" y="12"/>
                    <a:pt x="267" y="12"/>
                    <a:pt x="222" y="12"/>
                  </a:cubicBezTo>
                  <a:cubicBezTo>
                    <a:pt x="174" y="12"/>
                    <a:pt x="93" y="12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1" name="Google Shape;1941;p87"/>
            <p:cNvSpPr/>
            <p:nvPr/>
          </p:nvSpPr>
          <p:spPr>
            <a:xfrm>
              <a:off x="6427940" y="2558940"/>
              <a:ext cx="141407" cy="141282"/>
            </a:xfrm>
            <a:custGeom>
              <a:avLst/>
              <a:gdLst/>
              <a:ahLst/>
              <a:cxnLst/>
              <a:rect l="l" t="t" r="r" b="b"/>
              <a:pathLst>
                <a:path w="1133" h="1132" extrusionOk="0">
                  <a:moveTo>
                    <a:pt x="572" y="0"/>
                  </a:moveTo>
                  <a:cubicBezTo>
                    <a:pt x="303" y="0"/>
                    <a:pt x="93" y="210"/>
                    <a:pt x="93" y="479"/>
                  </a:cubicBezTo>
                  <a:cubicBezTo>
                    <a:pt x="93" y="675"/>
                    <a:pt x="71" y="874"/>
                    <a:pt x="1" y="1062"/>
                  </a:cubicBezTo>
                  <a:cubicBezTo>
                    <a:pt x="152" y="1095"/>
                    <a:pt x="337" y="1132"/>
                    <a:pt x="572" y="1132"/>
                  </a:cubicBezTo>
                  <a:cubicBezTo>
                    <a:pt x="804" y="1132"/>
                    <a:pt x="992" y="1095"/>
                    <a:pt x="1132" y="1062"/>
                  </a:cubicBezTo>
                  <a:cubicBezTo>
                    <a:pt x="1073" y="874"/>
                    <a:pt x="1037" y="675"/>
                    <a:pt x="1037" y="479"/>
                  </a:cubicBezTo>
                  <a:cubicBezTo>
                    <a:pt x="1037" y="210"/>
                    <a:pt x="827" y="0"/>
                    <a:pt x="57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2" name="Google Shape;1942;p87"/>
            <p:cNvSpPr/>
            <p:nvPr/>
          </p:nvSpPr>
          <p:spPr>
            <a:xfrm>
              <a:off x="6410467" y="2706087"/>
              <a:ext cx="177726" cy="49424"/>
            </a:xfrm>
            <a:custGeom>
              <a:avLst/>
              <a:gdLst/>
              <a:ahLst/>
              <a:cxnLst/>
              <a:rect l="l" t="t" r="r" b="b"/>
              <a:pathLst>
                <a:path w="1424" h="396" extrusionOk="0">
                  <a:moveTo>
                    <a:pt x="104" y="0"/>
                  </a:moveTo>
                  <a:cubicBezTo>
                    <a:pt x="71" y="56"/>
                    <a:pt x="46" y="126"/>
                    <a:pt x="12" y="185"/>
                  </a:cubicBezTo>
                  <a:cubicBezTo>
                    <a:pt x="1" y="210"/>
                    <a:pt x="1" y="222"/>
                    <a:pt x="1" y="222"/>
                  </a:cubicBezTo>
                  <a:cubicBezTo>
                    <a:pt x="1" y="314"/>
                    <a:pt x="314" y="395"/>
                    <a:pt x="712" y="395"/>
                  </a:cubicBezTo>
                  <a:cubicBezTo>
                    <a:pt x="1107" y="395"/>
                    <a:pt x="1423" y="314"/>
                    <a:pt x="1423" y="222"/>
                  </a:cubicBezTo>
                  <a:cubicBezTo>
                    <a:pt x="1423" y="222"/>
                    <a:pt x="1412" y="210"/>
                    <a:pt x="1401" y="185"/>
                  </a:cubicBezTo>
                  <a:cubicBezTo>
                    <a:pt x="1376" y="126"/>
                    <a:pt x="1342" y="56"/>
                    <a:pt x="1317" y="0"/>
                  </a:cubicBezTo>
                  <a:cubicBezTo>
                    <a:pt x="1143" y="45"/>
                    <a:pt x="933" y="82"/>
                    <a:pt x="712" y="82"/>
                  </a:cubicBezTo>
                  <a:cubicBezTo>
                    <a:pt x="491" y="82"/>
                    <a:pt x="281" y="45"/>
                    <a:pt x="10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3" name="Google Shape;1943;p87"/>
            <p:cNvSpPr/>
            <p:nvPr/>
          </p:nvSpPr>
          <p:spPr>
            <a:xfrm>
              <a:off x="7519932" y="2282132"/>
              <a:ext cx="1182426" cy="369929"/>
            </a:xfrm>
            <a:custGeom>
              <a:avLst/>
              <a:gdLst/>
              <a:ahLst/>
              <a:cxnLst/>
              <a:rect l="l" t="t" r="r" b="b"/>
              <a:pathLst>
                <a:path w="9474" h="2964" extrusionOk="0">
                  <a:moveTo>
                    <a:pt x="339" y="1"/>
                  </a:moveTo>
                  <a:cubicBezTo>
                    <a:pt x="151" y="1"/>
                    <a:pt x="0" y="152"/>
                    <a:pt x="0" y="351"/>
                  </a:cubicBezTo>
                  <a:lnTo>
                    <a:pt x="0" y="2625"/>
                  </a:lnTo>
                  <a:cubicBezTo>
                    <a:pt x="0" y="2812"/>
                    <a:pt x="151" y="2964"/>
                    <a:pt x="339" y="2964"/>
                  </a:cubicBezTo>
                  <a:lnTo>
                    <a:pt x="9134" y="2964"/>
                  </a:lnTo>
                  <a:cubicBezTo>
                    <a:pt x="9322" y="2964"/>
                    <a:pt x="9473" y="2812"/>
                    <a:pt x="9473" y="2625"/>
                  </a:cubicBezTo>
                  <a:lnTo>
                    <a:pt x="9473" y="351"/>
                  </a:lnTo>
                  <a:cubicBezTo>
                    <a:pt x="9473" y="152"/>
                    <a:pt x="9322" y="1"/>
                    <a:pt x="9134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4EB3E4">
                    <a:alpha val="57647"/>
                  </a:srgbClr>
                </a:gs>
              </a:gsLst>
              <a:lin ang="5400700" scaled="0"/>
            </a:gra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4" name="Google Shape;1944;p87"/>
            <p:cNvSpPr/>
            <p:nvPr/>
          </p:nvSpPr>
          <p:spPr>
            <a:xfrm>
              <a:off x="7768671" y="2367874"/>
              <a:ext cx="684819" cy="64401"/>
            </a:xfrm>
            <a:custGeom>
              <a:avLst/>
              <a:gdLst/>
              <a:ahLst/>
              <a:cxnLst/>
              <a:rect l="l" t="t" r="r" b="b"/>
              <a:pathLst>
                <a:path w="5487" h="516" extrusionOk="0">
                  <a:moveTo>
                    <a:pt x="258" y="0"/>
                  </a:moveTo>
                  <a:cubicBezTo>
                    <a:pt x="118" y="0"/>
                    <a:pt x="1" y="118"/>
                    <a:pt x="1" y="258"/>
                  </a:cubicBezTo>
                  <a:cubicBezTo>
                    <a:pt x="1" y="398"/>
                    <a:pt x="118" y="515"/>
                    <a:pt x="258" y="515"/>
                  </a:cubicBezTo>
                  <a:lnTo>
                    <a:pt x="5229" y="515"/>
                  </a:lnTo>
                  <a:cubicBezTo>
                    <a:pt x="5369" y="515"/>
                    <a:pt x="5486" y="398"/>
                    <a:pt x="5486" y="258"/>
                  </a:cubicBezTo>
                  <a:cubicBezTo>
                    <a:pt x="5486" y="118"/>
                    <a:pt x="5369" y="0"/>
                    <a:pt x="522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5" name="Google Shape;1945;p87"/>
            <p:cNvSpPr/>
            <p:nvPr/>
          </p:nvSpPr>
          <p:spPr>
            <a:xfrm>
              <a:off x="7933291" y="2506160"/>
              <a:ext cx="355577" cy="64525"/>
            </a:xfrm>
            <a:custGeom>
              <a:avLst/>
              <a:gdLst/>
              <a:ahLst/>
              <a:cxnLst/>
              <a:rect l="l" t="t" r="r" b="b"/>
              <a:pathLst>
                <a:path w="2849" h="517" extrusionOk="0">
                  <a:moveTo>
                    <a:pt x="258" y="1"/>
                  </a:moveTo>
                  <a:cubicBezTo>
                    <a:pt x="118" y="1"/>
                    <a:pt x="1" y="119"/>
                    <a:pt x="1" y="259"/>
                  </a:cubicBezTo>
                  <a:cubicBezTo>
                    <a:pt x="1" y="399"/>
                    <a:pt x="118" y="516"/>
                    <a:pt x="258" y="516"/>
                  </a:cubicBezTo>
                  <a:lnTo>
                    <a:pt x="2591" y="516"/>
                  </a:lnTo>
                  <a:cubicBezTo>
                    <a:pt x="2731" y="516"/>
                    <a:pt x="2849" y="399"/>
                    <a:pt x="2849" y="259"/>
                  </a:cubicBezTo>
                  <a:cubicBezTo>
                    <a:pt x="2849" y="119"/>
                    <a:pt x="2731" y="1"/>
                    <a:pt x="259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6" name="Google Shape;1946;p87"/>
            <p:cNvSpPr/>
            <p:nvPr/>
          </p:nvSpPr>
          <p:spPr>
            <a:xfrm>
              <a:off x="7387388" y="2815043"/>
              <a:ext cx="218538" cy="595706"/>
            </a:xfrm>
            <a:custGeom>
              <a:avLst/>
              <a:gdLst/>
              <a:ahLst/>
              <a:cxnLst/>
              <a:rect l="l" t="t" r="r" b="b"/>
              <a:pathLst>
                <a:path w="1751" h="4773" extrusionOk="0">
                  <a:moveTo>
                    <a:pt x="1143" y="1"/>
                  </a:moveTo>
                  <a:cubicBezTo>
                    <a:pt x="443" y="561"/>
                    <a:pt x="1" y="1423"/>
                    <a:pt x="1" y="2381"/>
                  </a:cubicBezTo>
                  <a:cubicBezTo>
                    <a:pt x="1" y="3350"/>
                    <a:pt x="443" y="4213"/>
                    <a:pt x="1143" y="4773"/>
                  </a:cubicBezTo>
                  <a:cubicBezTo>
                    <a:pt x="1353" y="4574"/>
                    <a:pt x="1552" y="4378"/>
                    <a:pt x="1751" y="4168"/>
                  </a:cubicBezTo>
                  <a:cubicBezTo>
                    <a:pt x="1202" y="3770"/>
                    <a:pt x="852" y="3118"/>
                    <a:pt x="852" y="2381"/>
                  </a:cubicBezTo>
                  <a:cubicBezTo>
                    <a:pt x="852" y="1659"/>
                    <a:pt x="1202" y="1003"/>
                    <a:pt x="1751" y="597"/>
                  </a:cubicBezTo>
                  <a:cubicBezTo>
                    <a:pt x="1552" y="399"/>
                    <a:pt x="1353" y="200"/>
                    <a:pt x="114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47" name="Google Shape;1947;p87"/>
          <p:cNvGrpSpPr/>
          <p:nvPr/>
        </p:nvGrpSpPr>
        <p:grpSpPr>
          <a:xfrm>
            <a:off x="339575" y="1036633"/>
            <a:ext cx="396150" cy="360700"/>
            <a:chOff x="1615925" y="2456425"/>
            <a:chExt cx="396150" cy="360700"/>
          </a:xfrm>
        </p:grpSpPr>
        <p:sp>
          <p:nvSpPr>
            <p:cNvPr id="1948" name="Google Shape;1948;p87"/>
            <p:cNvSpPr/>
            <p:nvPr/>
          </p:nvSpPr>
          <p:spPr>
            <a:xfrm>
              <a:off x="1615925" y="2456425"/>
              <a:ext cx="396150" cy="360700"/>
            </a:xfrm>
            <a:custGeom>
              <a:avLst/>
              <a:gdLst/>
              <a:ahLst/>
              <a:cxnLst/>
              <a:rect l="l" t="t" r="r" b="b"/>
              <a:pathLst>
                <a:path w="15846" h="14428" extrusionOk="0">
                  <a:moveTo>
                    <a:pt x="7919" y="1"/>
                  </a:moveTo>
                  <a:cubicBezTo>
                    <a:pt x="6072" y="1"/>
                    <a:pt x="4221" y="709"/>
                    <a:pt x="2803" y="2127"/>
                  </a:cubicBezTo>
                  <a:cubicBezTo>
                    <a:pt x="1" y="4929"/>
                    <a:pt x="1" y="9499"/>
                    <a:pt x="2803" y="12301"/>
                  </a:cubicBezTo>
                  <a:cubicBezTo>
                    <a:pt x="4221" y="13719"/>
                    <a:pt x="6072" y="14428"/>
                    <a:pt x="7919" y="14428"/>
                  </a:cubicBezTo>
                  <a:cubicBezTo>
                    <a:pt x="9766" y="14428"/>
                    <a:pt x="11609" y="13719"/>
                    <a:pt x="13010" y="12301"/>
                  </a:cubicBezTo>
                  <a:cubicBezTo>
                    <a:pt x="15846" y="9499"/>
                    <a:pt x="15846" y="4929"/>
                    <a:pt x="13010" y="2127"/>
                  </a:cubicBezTo>
                  <a:cubicBezTo>
                    <a:pt x="11609" y="709"/>
                    <a:pt x="9766" y="1"/>
                    <a:pt x="791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9" name="Google Shape;1949;p87"/>
            <p:cNvSpPr/>
            <p:nvPr/>
          </p:nvSpPr>
          <p:spPr>
            <a:xfrm>
              <a:off x="1658475" y="2554575"/>
              <a:ext cx="311075" cy="191050"/>
            </a:xfrm>
            <a:custGeom>
              <a:avLst/>
              <a:gdLst/>
              <a:ahLst/>
              <a:cxnLst/>
              <a:rect l="l" t="t" r="r" b="b"/>
              <a:pathLst>
                <a:path w="12443" h="7642" extrusionOk="0">
                  <a:moveTo>
                    <a:pt x="3916" y="1"/>
                  </a:moveTo>
                  <a:cubicBezTo>
                    <a:pt x="3438" y="1"/>
                    <a:pt x="2905" y="200"/>
                    <a:pt x="2335" y="736"/>
                  </a:cubicBezTo>
                  <a:cubicBezTo>
                    <a:pt x="0" y="2971"/>
                    <a:pt x="6238" y="7641"/>
                    <a:pt x="6238" y="7641"/>
                  </a:cubicBezTo>
                  <a:cubicBezTo>
                    <a:pt x="6238" y="7641"/>
                    <a:pt x="12442" y="2971"/>
                    <a:pt x="10107" y="736"/>
                  </a:cubicBezTo>
                  <a:cubicBezTo>
                    <a:pt x="9546" y="200"/>
                    <a:pt x="9019" y="1"/>
                    <a:pt x="8546" y="1"/>
                  </a:cubicBezTo>
                  <a:cubicBezTo>
                    <a:pt x="7164" y="1"/>
                    <a:pt x="6238" y="1704"/>
                    <a:pt x="6238" y="1704"/>
                  </a:cubicBezTo>
                  <a:cubicBezTo>
                    <a:pt x="6238" y="1704"/>
                    <a:pt x="5312" y="1"/>
                    <a:pt x="391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50" name="Google Shape;1950;p87"/>
          <p:cNvSpPr/>
          <p:nvPr/>
        </p:nvSpPr>
        <p:spPr>
          <a:xfrm rot="6409000">
            <a:off x="382125" y="4291775"/>
            <a:ext cx="299275" cy="299275"/>
          </a:xfrm>
          <a:custGeom>
            <a:avLst/>
            <a:gdLst/>
            <a:ahLst/>
            <a:cxnLst/>
            <a:rect l="l" t="t" r="r" b="b"/>
            <a:pathLst>
              <a:path w="10031" h="10031" extrusionOk="0">
                <a:moveTo>
                  <a:pt x="5047" y="3455"/>
                </a:moveTo>
                <a:cubicBezTo>
                  <a:pt x="5309" y="3455"/>
                  <a:pt x="5573" y="3526"/>
                  <a:pt x="5806" y="3678"/>
                </a:cubicBezTo>
                <a:cubicBezTo>
                  <a:pt x="6535" y="4134"/>
                  <a:pt x="6778" y="5046"/>
                  <a:pt x="6353" y="5775"/>
                </a:cubicBezTo>
                <a:cubicBezTo>
                  <a:pt x="6074" y="6254"/>
                  <a:pt x="5572" y="6523"/>
                  <a:pt x="5055" y="6523"/>
                </a:cubicBezTo>
                <a:cubicBezTo>
                  <a:pt x="4783" y="6523"/>
                  <a:pt x="4507" y="6449"/>
                  <a:pt x="4256" y="6292"/>
                </a:cubicBezTo>
                <a:cubicBezTo>
                  <a:pt x="3526" y="5897"/>
                  <a:pt x="3283" y="4924"/>
                  <a:pt x="3739" y="4225"/>
                </a:cubicBezTo>
                <a:cubicBezTo>
                  <a:pt x="4002" y="3739"/>
                  <a:pt x="4522" y="3455"/>
                  <a:pt x="5047" y="3455"/>
                </a:cubicBezTo>
                <a:close/>
                <a:moveTo>
                  <a:pt x="4681" y="0"/>
                </a:moveTo>
                <a:lnTo>
                  <a:pt x="2857" y="456"/>
                </a:lnTo>
                <a:lnTo>
                  <a:pt x="3222" y="1854"/>
                </a:lnTo>
                <a:cubicBezTo>
                  <a:pt x="2979" y="2006"/>
                  <a:pt x="2705" y="2189"/>
                  <a:pt x="2462" y="2432"/>
                </a:cubicBezTo>
                <a:lnTo>
                  <a:pt x="1216" y="1672"/>
                </a:lnTo>
                <a:lnTo>
                  <a:pt x="274" y="3313"/>
                </a:lnTo>
                <a:lnTo>
                  <a:pt x="1520" y="4073"/>
                </a:lnTo>
                <a:cubicBezTo>
                  <a:pt x="1459" y="4377"/>
                  <a:pt x="1398" y="4681"/>
                  <a:pt x="1398" y="4985"/>
                </a:cubicBezTo>
                <a:lnTo>
                  <a:pt x="0" y="5350"/>
                </a:lnTo>
                <a:lnTo>
                  <a:pt x="456" y="7173"/>
                </a:lnTo>
                <a:lnTo>
                  <a:pt x="1854" y="6809"/>
                </a:lnTo>
                <a:cubicBezTo>
                  <a:pt x="2006" y="7052"/>
                  <a:pt x="2189" y="7325"/>
                  <a:pt x="2432" y="7569"/>
                </a:cubicBezTo>
                <a:lnTo>
                  <a:pt x="1672" y="8815"/>
                </a:lnTo>
                <a:lnTo>
                  <a:pt x="3313" y="9757"/>
                </a:lnTo>
                <a:lnTo>
                  <a:pt x="4073" y="8511"/>
                </a:lnTo>
                <a:cubicBezTo>
                  <a:pt x="4377" y="8572"/>
                  <a:pt x="4681" y="8632"/>
                  <a:pt x="4985" y="8632"/>
                </a:cubicBezTo>
                <a:lnTo>
                  <a:pt x="5350" y="10031"/>
                </a:lnTo>
                <a:lnTo>
                  <a:pt x="7174" y="9575"/>
                </a:lnTo>
                <a:lnTo>
                  <a:pt x="6809" y="8176"/>
                </a:lnTo>
                <a:cubicBezTo>
                  <a:pt x="7052" y="8024"/>
                  <a:pt x="7326" y="7812"/>
                  <a:pt x="7569" y="7599"/>
                </a:cubicBezTo>
                <a:lnTo>
                  <a:pt x="8815" y="8359"/>
                </a:lnTo>
                <a:lnTo>
                  <a:pt x="9757" y="6717"/>
                </a:lnTo>
                <a:lnTo>
                  <a:pt x="8511" y="5958"/>
                </a:lnTo>
                <a:cubicBezTo>
                  <a:pt x="8572" y="5654"/>
                  <a:pt x="8633" y="5350"/>
                  <a:pt x="8633" y="5046"/>
                </a:cubicBezTo>
                <a:lnTo>
                  <a:pt x="10031" y="4681"/>
                </a:lnTo>
                <a:lnTo>
                  <a:pt x="9575" y="2857"/>
                </a:lnTo>
                <a:lnTo>
                  <a:pt x="8177" y="3222"/>
                </a:lnTo>
                <a:cubicBezTo>
                  <a:pt x="8025" y="2948"/>
                  <a:pt x="7842" y="2705"/>
                  <a:pt x="7599" y="2462"/>
                </a:cubicBezTo>
                <a:lnTo>
                  <a:pt x="8359" y="1216"/>
                </a:lnTo>
                <a:lnTo>
                  <a:pt x="6718" y="274"/>
                </a:lnTo>
                <a:lnTo>
                  <a:pt x="5958" y="1520"/>
                </a:lnTo>
                <a:cubicBezTo>
                  <a:pt x="5654" y="1429"/>
                  <a:pt x="5350" y="1398"/>
                  <a:pt x="5046" y="1398"/>
                </a:cubicBezTo>
                <a:lnTo>
                  <a:pt x="4681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blurRad="57150" dist="476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1594;p78">
            <a:extLst>
              <a:ext uri="{FF2B5EF4-FFF2-40B4-BE49-F238E27FC236}">
                <a16:creationId xmlns:a16="http://schemas.microsoft.com/office/drawing/2014/main" id="{88CFE1BE-A985-43C3-BCD4-27C498A9443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69959" y="-2727658"/>
            <a:ext cx="4205400" cy="166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0" dirty="0"/>
              <a:t>Правило</a:t>
            </a:r>
            <a:endParaRPr sz="6000" dirty="0"/>
          </a:p>
        </p:txBody>
      </p:sp>
      <p:sp>
        <p:nvSpPr>
          <p:cNvPr id="40" name="Google Shape;1956;p88">
            <a:extLst>
              <a:ext uri="{FF2B5EF4-FFF2-40B4-BE49-F238E27FC236}">
                <a16:creationId xmlns:a16="http://schemas.microsoft.com/office/drawing/2014/main" id="{BEA4E545-C51C-44C0-8C4A-45FFFFCE5070}"/>
              </a:ext>
            </a:extLst>
          </p:cNvPr>
          <p:cNvSpPr txBox="1">
            <a:spLocks/>
          </p:cNvSpPr>
          <p:nvPr/>
        </p:nvSpPr>
        <p:spPr>
          <a:xfrm>
            <a:off x="1972520" y="627675"/>
            <a:ext cx="6069232" cy="43590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rbitron"/>
              <a:buNone/>
              <a:defRPr sz="3600" b="1" i="0" u="none" strike="noStrike" cap="non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lang="ru-RU" sz="2400" dirty="0"/>
              <a:t>Не вся информация в интернете правдивая.</a:t>
            </a:r>
            <a:endParaRPr lang="ru-RU" sz="2000" dirty="0"/>
          </a:p>
          <a:p>
            <a:pPr algn="l"/>
            <a:br>
              <a:rPr lang="ru-RU" sz="2400" dirty="0"/>
            </a:br>
            <a:r>
              <a:rPr lang="ru-RU" sz="2400" dirty="0"/>
              <a:t>Иногда там бывают ошибки и обман.</a:t>
            </a:r>
          </a:p>
          <a:p>
            <a:pPr algn="l"/>
            <a:br>
              <a:rPr lang="ru-RU" sz="2400" dirty="0"/>
            </a:br>
            <a:r>
              <a:rPr lang="ru-RU" sz="2400" dirty="0"/>
              <a:t>Лучше проверить информацию или спросить взрослого.</a:t>
            </a:r>
            <a:endParaRPr lang="ru-RU" sz="3200" dirty="0"/>
          </a:p>
        </p:txBody>
      </p:sp>
      <p:sp>
        <p:nvSpPr>
          <p:cNvPr id="41" name="Google Shape;1913;p87">
            <a:extLst>
              <a:ext uri="{FF2B5EF4-FFF2-40B4-BE49-F238E27FC236}">
                <a16:creationId xmlns:a16="http://schemas.microsoft.com/office/drawing/2014/main" id="{7834433E-0166-4D82-BC0D-327628B38A2D}"/>
              </a:ext>
            </a:extLst>
          </p:cNvPr>
          <p:cNvSpPr/>
          <p:nvPr/>
        </p:nvSpPr>
        <p:spPr>
          <a:xfrm>
            <a:off x="2204416" y="-984995"/>
            <a:ext cx="3459000" cy="808200"/>
          </a:xfrm>
          <a:prstGeom prst="roundRect">
            <a:avLst>
              <a:gd name="adj" fmla="val 31653"/>
            </a:avLst>
          </a:prstGeom>
          <a:solidFill>
            <a:schemeClr val="lt2"/>
          </a:solidFill>
          <a:ln w="9525" cap="flat" cmpd="sng">
            <a:solidFill>
              <a:srgbClr val="D2D6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47625" dir="5400000" algn="bl" rotWithShape="0">
              <a:schemeClr val="dk1">
                <a:alpha val="24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1915;p87">
            <a:extLst>
              <a:ext uri="{FF2B5EF4-FFF2-40B4-BE49-F238E27FC236}">
                <a16:creationId xmlns:a16="http://schemas.microsoft.com/office/drawing/2014/main" id="{815EF104-FBD7-4D55-A4FF-4D2CA18FAC5E}"/>
              </a:ext>
            </a:extLst>
          </p:cNvPr>
          <p:cNvSpPr txBox="1">
            <a:spLocks/>
          </p:cNvSpPr>
          <p:nvPr/>
        </p:nvSpPr>
        <p:spPr>
          <a:xfrm>
            <a:off x="2044768" y="-940170"/>
            <a:ext cx="3741902" cy="8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None/>
              <a:defRPr sz="1600" b="0" i="0" u="none" strike="noStrike" cap="non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None/>
              <a:defRPr sz="1400" b="0" i="0" u="none" strike="noStrike" cap="non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None/>
              <a:defRPr sz="1400" b="0" i="0" u="none" strike="noStrike" cap="non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None/>
              <a:defRPr sz="1400" b="0" i="0" u="none" strike="noStrike" cap="non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None/>
              <a:defRPr sz="1400" b="0" i="0" u="none" strike="noStrike" cap="non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None/>
              <a:defRPr sz="1400" b="0" i="0" u="none" strike="noStrike" cap="non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None/>
              <a:defRPr sz="1400" b="0" i="0" u="none" strike="noStrike" cap="non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None/>
              <a:defRPr sz="1400" b="0" i="0" u="none" strike="noStrike" cap="non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None/>
              <a:defRPr sz="1400" b="0" i="0" u="none" strike="noStrike" cap="non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pPr marL="0" indent="0" algn="ctr">
              <a:spcAft>
                <a:spcPts val="1200"/>
              </a:spcAft>
            </a:pPr>
            <a:r>
              <a:rPr lang="ru-RU" sz="2800"/>
              <a:t>Не верь всему, что видишь</a:t>
            </a:r>
            <a:endParaRPr lang="ru-RU" sz="2600" dirty="0"/>
          </a:p>
        </p:txBody>
      </p:sp>
    </p:spTree>
    <p:extLst>
      <p:ext uri="{BB962C8B-B14F-4D97-AF65-F5344CB8AC3E}">
        <p14:creationId xmlns:p14="http://schemas.microsoft.com/office/powerpoint/2010/main" val="40270842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5" name="Google Shape;1295;p70"/>
          <p:cNvSpPr txBox="1">
            <a:spLocks noGrp="1"/>
          </p:cNvSpPr>
          <p:nvPr>
            <p:ph type="title"/>
          </p:nvPr>
        </p:nvSpPr>
        <p:spPr>
          <a:xfrm>
            <a:off x="720000" y="694814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ru-RU" dirty="0"/>
              <a:t>Что делать, если появилась проблема?</a:t>
            </a:r>
            <a:endParaRPr b="1" dirty="0">
              <a:latin typeface="Orbitron"/>
              <a:ea typeface="Orbitron"/>
              <a:cs typeface="Orbitron"/>
              <a:sym typeface="Orbitron"/>
            </a:endParaRPr>
          </a:p>
        </p:txBody>
      </p:sp>
      <p:sp>
        <p:nvSpPr>
          <p:cNvPr id="1296" name="Google Shape;1296;p70"/>
          <p:cNvSpPr txBox="1">
            <a:spLocks noGrp="1"/>
          </p:cNvSpPr>
          <p:nvPr>
            <p:ph type="body" idx="1"/>
          </p:nvPr>
        </p:nvSpPr>
        <p:spPr>
          <a:xfrm>
            <a:off x="532625" y="1120857"/>
            <a:ext cx="7704000" cy="345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39700" indent="0">
              <a:buNone/>
            </a:pPr>
            <a:r>
              <a:rPr lang="ru-RU" sz="2400" dirty="0"/>
              <a:t>Если кто-то:</a:t>
            </a:r>
          </a:p>
          <a:p>
            <a:r>
              <a:rPr lang="ru-RU" sz="2400" dirty="0"/>
              <a:t>пугает тебя </a:t>
            </a:r>
          </a:p>
          <a:p>
            <a:r>
              <a:rPr lang="ru-RU" sz="2400" dirty="0"/>
              <a:t>выспрашивает секреты </a:t>
            </a:r>
          </a:p>
          <a:p>
            <a:r>
              <a:rPr lang="ru-RU" sz="2400" dirty="0"/>
              <a:t>обижает тебя в интернете </a:t>
            </a:r>
          </a:p>
          <a:p>
            <a:pPr marL="139700" indent="0">
              <a:buNone/>
            </a:pPr>
            <a:r>
              <a:rPr lang="ru-RU" sz="2400" dirty="0"/>
              <a:t>Нужно:</a:t>
            </a:r>
          </a:p>
          <a:p>
            <a:r>
              <a:rPr lang="ru-RU" sz="2400" dirty="0"/>
              <a:t>не отвечать </a:t>
            </a:r>
          </a:p>
          <a:p>
            <a:r>
              <a:rPr lang="ru-RU" sz="2400" dirty="0"/>
              <a:t>показать экран взрослому </a:t>
            </a:r>
          </a:p>
          <a:p>
            <a:r>
              <a:rPr lang="ru-RU" sz="2400" dirty="0"/>
              <a:t>сохранить сообщение, если нужно</a:t>
            </a:r>
          </a:p>
        </p:txBody>
      </p:sp>
      <p:grpSp>
        <p:nvGrpSpPr>
          <p:cNvPr id="1297" name="Google Shape;1297;p70"/>
          <p:cNvGrpSpPr/>
          <p:nvPr/>
        </p:nvGrpSpPr>
        <p:grpSpPr>
          <a:xfrm>
            <a:off x="8236625" y="4105445"/>
            <a:ext cx="501556" cy="570430"/>
            <a:chOff x="10190200" y="4253570"/>
            <a:chExt cx="501556" cy="570430"/>
          </a:xfrm>
        </p:grpSpPr>
        <p:sp>
          <p:nvSpPr>
            <p:cNvPr id="1298" name="Google Shape;1298;p70"/>
            <p:cNvSpPr/>
            <p:nvPr/>
          </p:nvSpPr>
          <p:spPr>
            <a:xfrm>
              <a:off x="10440975" y="4253570"/>
              <a:ext cx="250781" cy="250235"/>
            </a:xfrm>
            <a:custGeom>
              <a:avLst/>
              <a:gdLst/>
              <a:ahLst/>
              <a:cxnLst/>
              <a:rect l="l" t="t" r="r" b="b"/>
              <a:pathLst>
                <a:path w="14257" h="14226" extrusionOk="0">
                  <a:moveTo>
                    <a:pt x="7160" y="4895"/>
                  </a:moveTo>
                  <a:cubicBezTo>
                    <a:pt x="8066" y="4895"/>
                    <a:pt x="8891" y="5467"/>
                    <a:pt x="9180" y="6383"/>
                  </a:cubicBezTo>
                  <a:cubicBezTo>
                    <a:pt x="9575" y="7508"/>
                    <a:pt x="8967" y="8724"/>
                    <a:pt x="7812" y="9119"/>
                  </a:cubicBezTo>
                  <a:cubicBezTo>
                    <a:pt x="7591" y="9191"/>
                    <a:pt x="7367" y="9225"/>
                    <a:pt x="7145" y="9225"/>
                  </a:cubicBezTo>
                  <a:cubicBezTo>
                    <a:pt x="6241" y="9225"/>
                    <a:pt x="5394" y="8655"/>
                    <a:pt x="5077" y="7751"/>
                  </a:cubicBezTo>
                  <a:cubicBezTo>
                    <a:pt x="4712" y="6596"/>
                    <a:pt x="5320" y="5380"/>
                    <a:pt x="6444" y="5016"/>
                  </a:cubicBezTo>
                  <a:cubicBezTo>
                    <a:pt x="6683" y="4934"/>
                    <a:pt x="6924" y="4895"/>
                    <a:pt x="7160" y="4895"/>
                  </a:cubicBezTo>
                  <a:close/>
                  <a:moveTo>
                    <a:pt x="6080" y="0"/>
                  </a:moveTo>
                  <a:lnTo>
                    <a:pt x="3526" y="851"/>
                  </a:lnTo>
                  <a:lnTo>
                    <a:pt x="4226" y="2827"/>
                  </a:lnTo>
                  <a:cubicBezTo>
                    <a:pt x="3830" y="3101"/>
                    <a:pt x="3526" y="3374"/>
                    <a:pt x="3222" y="3709"/>
                  </a:cubicBezTo>
                  <a:lnTo>
                    <a:pt x="1368" y="2797"/>
                  </a:lnTo>
                  <a:lnTo>
                    <a:pt x="183" y="5228"/>
                  </a:lnTo>
                  <a:lnTo>
                    <a:pt x="2037" y="6140"/>
                  </a:lnTo>
                  <a:cubicBezTo>
                    <a:pt x="1976" y="6566"/>
                    <a:pt x="1946" y="7022"/>
                    <a:pt x="1976" y="7478"/>
                  </a:cubicBezTo>
                  <a:lnTo>
                    <a:pt x="0" y="8146"/>
                  </a:lnTo>
                  <a:lnTo>
                    <a:pt x="852" y="10700"/>
                  </a:lnTo>
                  <a:lnTo>
                    <a:pt x="2827" y="10031"/>
                  </a:lnTo>
                  <a:cubicBezTo>
                    <a:pt x="3101" y="10396"/>
                    <a:pt x="3374" y="10700"/>
                    <a:pt x="3709" y="11004"/>
                  </a:cubicBezTo>
                  <a:lnTo>
                    <a:pt x="2797" y="12858"/>
                  </a:lnTo>
                  <a:lnTo>
                    <a:pt x="5229" y="14043"/>
                  </a:lnTo>
                  <a:lnTo>
                    <a:pt x="6140" y="12189"/>
                  </a:lnTo>
                  <a:cubicBezTo>
                    <a:pt x="6441" y="12232"/>
                    <a:pt x="6757" y="12275"/>
                    <a:pt x="7078" y="12275"/>
                  </a:cubicBezTo>
                  <a:cubicBezTo>
                    <a:pt x="7211" y="12275"/>
                    <a:pt x="7344" y="12268"/>
                    <a:pt x="7478" y="12250"/>
                  </a:cubicBezTo>
                  <a:lnTo>
                    <a:pt x="8147" y="14225"/>
                  </a:lnTo>
                  <a:lnTo>
                    <a:pt x="10700" y="13374"/>
                  </a:lnTo>
                  <a:lnTo>
                    <a:pt x="10031" y="11399"/>
                  </a:lnTo>
                  <a:cubicBezTo>
                    <a:pt x="10396" y="11125"/>
                    <a:pt x="10700" y="10852"/>
                    <a:pt x="11004" y="10517"/>
                  </a:cubicBezTo>
                  <a:lnTo>
                    <a:pt x="12858" y="11429"/>
                  </a:lnTo>
                  <a:lnTo>
                    <a:pt x="14043" y="8997"/>
                  </a:lnTo>
                  <a:lnTo>
                    <a:pt x="12189" y="8086"/>
                  </a:lnTo>
                  <a:cubicBezTo>
                    <a:pt x="12280" y="7660"/>
                    <a:pt x="12311" y="7204"/>
                    <a:pt x="12280" y="6748"/>
                  </a:cubicBezTo>
                  <a:lnTo>
                    <a:pt x="14256" y="6079"/>
                  </a:lnTo>
                  <a:lnTo>
                    <a:pt x="13375" y="3526"/>
                  </a:lnTo>
                  <a:lnTo>
                    <a:pt x="11399" y="4195"/>
                  </a:lnTo>
                  <a:cubicBezTo>
                    <a:pt x="11125" y="3830"/>
                    <a:pt x="10852" y="3526"/>
                    <a:pt x="10517" y="3222"/>
                  </a:cubicBezTo>
                  <a:lnTo>
                    <a:pt x="11429" y="1368"/>
                  </a:lnTo>
                  <a:lnTo>
                    <a:pt x="8998" y="183"/>
                  </a:lnTo>
                  <a:lnTo>
                    <a:pt x="8086" y="2037"/>
                  </a:lnTo>
                  <a:cubicBezTo>
                    <a:pt x="7785" y="1994"/>
                    <a:pt x="7469" y="1951"/>
                    <a:pt x="7148" y="1951"/>
                  </a:cubicBezTo>
                  <a:cubicBezTo>
                    <a:pt x="7015" y="1951"/>
                    <a:pt x="6882" y="1958"/>
                    <a:pt x="6748" y="1976"/>
                  </a:cubicBezTo>
                  <a:lnTo>
                    <a:pt x="608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dist="57150" dir="5400000" algn="bl" rotWithShape="0">
                <a:schemeClr val="dk1">
                  <a:alpha val="1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1299;p70"/>
            <p:cNvSpPr/>
            <p:nvPr/>
          </p:nvSpPr>
          <p:spPr>
            <a:xfrm>
              <a:off x="10190200" y="4573225"/>
              <a:ext cx="250775" cy="250775"/>
            </a:xfrm>
            <a:custGeom>
              <a:avLst/>
              <a:gdLst/>
              <a:ahLst/>
              <a:cxnLst/>
              <a:rect l="l" t="t" r="r" b="b"/>
              <a:pathLst>
                <a:path w="10031" h="10031" extrusionOk="0">
                  <a:moveTo>
                    <a:pt x="5047" y="3455"/>
                  </a:moveTo>
                  <a:cubicBezTo>
                    <a:pt x="5309" y="3455"/>
                    <a:pt x="5573" y="3526"/>
                    <a:pt x="5806" y="3678"/>
                  </a:cubicBezTo>
                  <a:cubicBezTo>
                    <a:pt x="6535" y="4134"/>
                    <a:pt x="6778" y="5046"/>
                    <a:pt x="6353" y="5775"/>
                  </a:cubicBezTo>
                  <a:cubicBezTo>
                    <a:pt x="6074" y="6254"/>
                    <a:pt x="5572" y="6523"/>
                    <a:pt x="5055" y="6523"/>
                  </a:cubicBezTo>
                  <a:cubicBezTo>
                    <a:pt x="4783" y="6523"/>
                    <a:pt x="4507" y="6449"/>
                    <a:pt x="4256" y="6292"/>
                  </a:cubicBezTo>
                  <a:cubicBezTo>
                    <a:pt x="3526" y="5897"/>
                    <a:pt x="3283" y="4924"/>
                    <a:pt x="3739" y="4225"/>
                  </a:cubicBezTo>
                  <a:cubicBezTo>
                    <a:pt x="4002" y="3739"/>
                    <a:pt x="4522" y="3455"/>
                    <a:pt x="5047" y="3455"/>
                  </a:cubicBezTo>
                  <a:close/>
                  <a:moveTo>
                    <a:pt x="4681" y="0"/>
                  </a:moveTo>
                  <a:lnTo>
                    <a:pt x="2857" y="456"/>
                  </a:lnTo>
                  <a:lnTo>
                    <a:pt x="3222" y="1854"/>
                  </a:lnTo>
                  <a:cubicBezTo>
                    <a:pt x="2979" y="2006"/>
                    <a:pt x="2705" y="2189"/>
                    <a:pt x="2462" y="2432"/>
                  </a:cubicBezTo>
                  <a:lnTo>
                    <a:pt x="1216" y="1672"/>
                  </a:lnTo>
                  <a:lnTo>
                    <a:pt x="274" y="3313"/>
                  </a:lnTo>
                  <a:lnTo>
                    <a:pt x="1520" y="4073"/>
                  </a:lnTo>
                  <a:cubicBezTo>
                    <a:pt x="1459" y="4377"/>
                    <a:pt x="1398" y="4681"/>
                    <a:pt x="1398" y="4985"/>
                  </a:cubicBezTo>
                  <a:lnTo>
                    <a:pt x="0" y="5350"/>
                  </a:lnTo>
                  <a:lnTo>
                    <a:pt x="456" y="7173"/>
                  </a:lnTo>
                  <a:lnTo>
                    <a:pt x="1854" y="6809"/>
                  </a:lnTo>
                  <a:cubicBezTo>
                    <a:pt x="2006" y="7052"/>
                    <a:pt x="2189" y="7325"/>
                    <a:pt x="2432" y="7569"/>
                  </a:cubicBezTo>
                  <a:lnTo>
                    <a:pt x="1672" y="8815"/>
                  </a:lnTo>
                  <a:lnTo>
                    <a:pt x="3313" y="9757"/>
                  </a:lnTo>
                  <a:lnTo>
                    <a:pt x="4073" y="8511"/>
                  </a:lnTo>
                  <a:cubicBezTo>
                    <a:pt x="4377" y="8572"/>
                    <a:pt x="4681" y="8632"/>
                    <a:pt x="4985" y="8632"/>
                  </a:cubicBezTo>
                  <a:lnTo>
                    <a:pt x="5350" y="10031"/>
                  </a:lnTo>
                  <a:lnTo>
                    <a:pt x="7174" y="9575"/>
                  </a:lnTo>
                  <a:lnTo>
                    <a:pt x="6809" y="8176"/>
                  </a:lnTo>
                  <a:cubicBezTo>
                    <a:pt x="7052" y="8024"/>
                    <a:pt x="7326" y="7812"/>
                    <a:pt x="7569" y="7599"/>
                  </a:cubicBezTo>
                  <a:lnTo>
                    <a:pt x="8815" y="8359"/>
                  </a:lnTo>
                  <a:lnTo>
                    <a:pt x="9757" y="6717"/>
                  </a:lnTo>
                  <a:lnTo>
                    <a:pt x="8511" y="5958"/>
                  </a:lnTo>
                  <a:cubicBezTo>
                    <a:pt x="8572" y="5654"/>
                    <a:pt x="8633" y="5350"/>
                    <a:pt x="8633" y="5046"/>
                  </a:cubicBezTo>
                  <a:lnTo>
                    <a:pt x="10031" y="4681"/>
                  </a:lnTo>
                  <a:lnTo>
                    <a:pt x="9575" y="2857"/>
                  </a:lnTo>
                  <a:lnTo>
                    <a:pt x="8177" y="3222"/>
                  </a:lnTo>
                  <a:cubicBezTo>
                    <a:pt x="8025" y="2948"/>
                    <a:pt x="7842" y="2705"/>
                    <a:pt x="7599" y="2462"/>
                  </a:cubicBezTo>
                  <a:lnTo>
                    <a:pt x="8359" y="1216"/>
                  </a:lnTo>
                  <a:lnTo>
                    <a:pt x="6718" y="274"/>
                  </a:lnTo>
                  <a:lnTo>
                    <a:pt x="5958" y="1520"/>
                  </a:lnTo>
                  <a:cubicBezTo>
                    <a:pt x="5654" y="1429"/>
                    <a:pt x="5350" y="1398"/>
                    <a:pt x="5046" y="1398"/>
                  </a:cubicBezTo>
                  <a:lnTo>
                    <a:pt x="468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dist="47625" dir="5400000" algn="bl" rotWithShape="0">
                <a:schemeClr val="dk1">
                  <a:alpha val="1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3176478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" name="Google Shape;1392;p73"/>
          <p:cNvSpPr txBox="1">
            <a:spLocks noGrp="1"/>
          </p:cNvSpPr>
          <p:nvPr>
            <p:ph type="title"/>
          </p:nvPr>
        </p:nvSpPr>
        <p:spPr>
          <a:xfrm>
            <a:off x="726454" y="1379050"/>
            <a:ext cx="3251400" cy="92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ru-RU" dirty="0"/>
              <a:t>Главное правило</a:t>
            </a:r>
            <a:endParaRPr dirty="0"/>
          </a:p>
        </p:txBody>
      </p:sp>
      <p:sp>
        <p:nvSpPr>
          <p:cNvPr id="1393" name="Google Shape;1393;p73"/>
          <p:cNvSpPr txBox="1">
            <a:spLocks noGrp="1"/>
          </p:cNvSpPr>
          <p:nvPr>
            <p:ph type="body" idx="1"/>
          </p:nvPr>
        </p:nvSpPr>
        <p:spPr>
          <a:xfrm>
            <a:off x="574873" y="2297340"/>
            <a:ext cx="3636060" cy="219846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39700" indent="0">
              <a:buNone/>
            </a:pPr>
            <a:r>
              <a:rPr lang="ru-RU" sz="1600" dirty="0"/>
              <a:t>Интернет — полезный и интересный, если пользоваться им правильно.</a:t>
            </a:r>
            <a:br>
              <a:rPr lang="ru-RU" sz="1600" dirty="0"/>
            </a:br>
            <a:r>
              <a:rPr lang="ru-RU" sz="1600" dirty="0"/>
              <a:t>Помни:</a:t>
            </a:r>
            <a:br>
              <a:rPr lang="ru-RU" sz="1600" dirty="0"/>
            </a:br>
            <a:r>
              <a:rPr lang="ru-RU" sz="1600" b="1" dirty="0"/>
              <a:t>будь внимательным, осторожным и всегда обращайся к взрослым за помощью.</a:t>
            </a:r>
            <a:endParaRPr lang="ru-RU" sz="1600" dirty="0"/>
          </a:p>
        </p:txBody>
      </p:sp>
      <p:grpSp>
        <p:nvGrpSpPr>
          <p:cNvPr id="1394" name="Google Shape;1394;p73"/>
          <p:cNvGrpSpPr/>
          <p:nvPr/>
        </p:nvGrpSpPr>
        <p:grpSpPr>
          <a:xfrm>
            <a:off x="5079450" y="1427221"/>
            <a:ext cx="2978050" cy="2565400"/>
            <a:chOff x="5079450" y="1427221"/>
            <a:chExt cx="2978050" cy="2565400"/>
          </a:xfrm>
        </p:grpSpPr>
        <p:grpSp>
          <p:nvGrpSpPr>
            <p:cNvPr id="1395" name="Google Shape;1395;p73"/>
            <p:cNvGrpSpPr/>
            <p:nvPr/>
          </p:nvGrpSpPr>
          <p:grpSpPr>
            <a:xfrm>
              <a:off x="5079450" y="1427221"/>
              <a:ext cx="2978050" cy="2565400"/>
              <a:chOff x="5079450" y="1388500"/>
              <a:chExt cx="2978050" cy="2565400"/>
            </a:xfrm>
          </p:grpSpPr>
          <p:sp>
            <p:nvSpPr>
              <p:cNvPr id="1396" name="Google Shape;1396;p73"/>
              <p:cNvSpPr/>
              <p:nvPr/>
            </p:nvSpPr>
            <p:spPr>
              <a:xfrm>
                <a:off x="5654675" y="1388500"/>
                <a:ext cx="1268300" cy="2565400"/>
              </a:xfrm>
              <a:custGeom>
                <a:avLst/>
                <a:gdLst/>
                <a:ahLst/>
                <a:cxnLst/>
                <a:rect l="l" t="t" r="r" b="b"/>
                <a:pathLst>
                  <a:path w="50732" h="102616" extrusionOk="0">
                    <a:moveTo>
                      <a:pt x="5715" y="0"/>
                    </a:moveTo>
                    <a:cubicBezTo>
                      <a:pt x="2554" y="0"/>
                      <a:pt x="1" y="2554"/>
                      <a:pt x="1" y="5684"/>
                    </a:cubicBezTo>
                    <a:lnTo>
                      <a:pt x="1" y="96932"/>
                    </a:lnTo>
                    <a:cubicBezTo>
                      <a:pt x="1" y="100063"/>
                      <a:pt x="2554" y="102616"/>
                      <a:pt x="5715" y="102616"/>
                    </a:cubicBezTo>
                    <a:lnTo>
                      <a:pt x="45047" y="102616"/>
                    </a:lnTo>
                    <a:cubicBezTo>
                      <a:pt x="48178" y="102616"/>
                      <a:pt x="50731" y="100063"/>
                      <a:pt x="50731" y="96932"/>
                    </a:cubicBezTo>
                    <a:lnTo>
                      <a:pt x="50731" y="5684"/>
                    </a:lnTo>
                    <a:cubicBezTo>
                      <a:pt x="50731" y="2554"/>
                      <a:pt x="48178" y="0"/>
                      <a:pt x="4504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47625" dir="5400000" algn="bl" rotWithShape="0">
                  <a:schemeClr val="dk1">
                    <a:alpha val="16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7" name="Google Shape;1397;p73"/>
              <p:cNvSpPr/>
              <p:nvPr/>
            </p:nvSpPr>
            <p:spPr>
              <a:xfrm>
                <a:off x="5680525" y="2759350"/>
                <a:ext cx="1215850" cy="1159600"/>
              </a:xfrm>
              <a:custGeom>
                <a:avLst/>
                <a:gdLst/>
                <a:ahLst/>
                <a:cxnLst/>
                <a:rect l="l" t="t" r="r" b="b"/>
                <a:pathLst>
                  <a:path w="48634" h="46384" extrusionOk="0">
                    <a:moveTo>
                      <a:pt x="0" y="0"/>
                    </a:moveTo>
                    <a:lnTo>
                      <a:pt x="0" y="41429"/>
                    </a:lnTo>
                    <a:cubicBezTo>
                      <a:pt x="0" y="44165"/>
                      <a:pt x="2219" y="46384"/>
                      <a:pt x="4955" y="46384"/>
                    </a:cubicBezTo>
                    <a:lnTo>
                      <a:pt x="43709" y="46384"/>
                    </a:lnTo>
                    <a:cubicBezTo>
                      <a:pt x="46415" y="46384"/>
                      <a:pt x="48634" y="44165"/>
                      <a:pt x="48634" y="41429"/>
                    </a:cubicBezTo>
                    <a:lnTo>
                      <a:pt x="4863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rgbClr val="66BEE9">
                      <a:alpha val="34509"/>
                    </a:srgbClr>
                  </a:gs>
                </a:gsLst>
                <a:lin ang="5400012" scaled="0"/>
              </a:gradFill>
              <a:ln>
                <a:noFill/>
              </a:ln>
              <a:effectLst>
                <a:outerShdw blurRad="57150" dist="47625" dir="5400000" algn="bl" rotWithShape="0">
                  <a:schemeClr val="dk1">
                    <a:alpha val="16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8" name="Google Shape;1398;p73"/>
              <p:cNvSpPr/>
              <p:nvPr/>
            </p:nvSpPr>
            <p:spPr>
              <a:xfrm>
                <a:off x="5796775" y="2963000"/>
                <a:ext cx="1001575" cy="735575"/>
              </a:xfrm>
              <a:custGeom>
                <a:avLst/>
                <a:gdLst/>
                <a:ahLst/>
                <a:cxnLst/>
                <a:rect l="l" t="t" r="r" b="b"/>
                <a:pathLst>
                  <a:path w="40063" h="29423" extrusionOk="0">
                    <a:moveTo>
                      <a:pt x="1916" y="0"/>
                    </a:moveTo>
                    <a:cubicBezTo>
                      <a:pt x="852" y="0"/>
                      <a:pt x="1" y="882"/>
                      <a:pt x="1" y="1945"/>
                    </a:cubicBezTo>
                    <a:lnTo>
                      <a:pt x="1" y="27478"/>
                    </a:lnTo>
                    <a:cubicBezTo>
                      <a:pt x="1" y="28541"/>
                      <a:pt x="852" y="29423"/>
                      <a:pt x="1916" y="29423"/>
                    </a:cubicBezTo>
                    <a:lnTo>
                      <a:pt x="38148" y="29423"/>
                    </a:lnTo>
                    <a:cubicBezTo>
                      <a:pt x="39211" y="29423"/>
                      <a:pt x="40063" y="28541"/>
                      <a:pt x="40063" y="27478"/>
                    </a:cubicBezTo>
                    <a:lnTo>
                      <a:pt x="40063" y="1976"/>
                    </a:lnTo>
                    <a:cubicBezTo>
                      <a:pt x="40063" y="882"/>
                      <a:pt x="39211" y="0"/>
                      <a:pt x="3814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47625" dir="5400000" algn="bl" rotWithShape="0">
                  <a:schemeClr val="dk1">
                    <a:alpha val="16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9" name="Google Shape;1399;p73"/>
              <p:cNvSpPr/>
              <p:nvPr/>
            </p:nvSpPr>
            <p:spPr>
              <a:xfrm>
                <a:off x="5907725" y="3056450"/>
                <a:ext cx="357950" cy="289550"/>
              </a:xfrm>
              <a:custGeom>
                <a:avLst/>
                <a:gdLst/>
                <a:ahLst/>
                <a:cxnLst/>
                <a:rect l="l" t="t" r="r" b="b"/>
                <a:pathLst>
                  <a:path w="14318" h="11582" extrusionOk="0">
                    <a:moveTo>
                      <a:pt x="791" y="1"/>
                    </a:moveTo>
                    <a:cubicBezTo>
                      <a:pt x="335" y="1"/>
                      <a:pt x="1" y="365"/>
                      <a:pt x="1" y="791"/>
                    </a:cubicBezTo>
                    <a:lnTo>
                      <a:pt x="1" y="10791"/>
                    </a:lnTo>
                    <a:cubicBezTo>
                      <a:pt x="1" y="11247"/>
                      <a:pt x="366" y="11581"/>
                      <a:pt x="791" y="11581"/>
                    </a:cubicBezTo>
                    <a:lnTo>
                      <a:pt x="13527" y="11581"/>
                    </a:lnTo>
                    <a:cubicBezTo>
                      <a:pt x="13952" y="11581"/>
                      <a:pt x="14287" y="11247"/>
                      <a:pt x="14317" y="10791"/>
                    </a:cubicBezTo>
                    <a:lnTo>
                      <a:pt x="14317" y="791"/>
                    </a:lnTo>
                    <a:cubicBezTo>
                      <a:pt x="14317" y="335"/>
                      <a:pt x="13952" y="1"/>
                      <a:pt x="13527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rgbClr val="4EB3E4">
                      <a:alpha val="57647"/>
                    </a:srgbClr>
                  </a:gs>
                </a:gsLst>
                <a:lin ang="5400012" scaled="0"/>
              </a:gradFill>
              <a:ln>
                <a:noFill/>
              </a:ln>
              <a:effectLst>
                <a:outerShdw blurRad="57150" dist="47625" dir="5400000" algn="bl" rotWithShape="0">
                  <a:schemeClr val="dk1">
                    <a:alpha val="16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0" name="Google Shape;1400;p73"/>
              <p:cNvSpPr/>
              <p:nvPr/>
            </p:nvSpPr>
            <p:spPr>
              <a:xfrm>
                <a:off x="6330225" y="3056450"/>
                <a:ext cx="357950" cy="289550"/>
              </a:xfrm>
              <a:custGeom>
                <a:avLst/>
                <a:gdLst/>
                <a:ahLst/>
                <a:cxnLst/>
                <a:rect l="l" t="t" r="r" b="b"/>
                <a:pathLst>
                  <a:path w="14318" h="11582" extrusionOk="0">
                    <a:moveTo>
                      <a:pt x="791" y="1"/>
                    </a:moveTo>
                    <a:cubicBezTo>
                      <a:pt x="335" y="1"/>
                      <a:pt x="1" y="365"/>
                      <a:pt x="1" y="791"/>
                    </a:cubicBezTo>
                    <a:lnTo>
                      <a:pt x="1" y="10791"/>
                    </a:lnTo>
                    <a:cubicBezTo>
                      <a:pt x="1" y="11247"/>
                      <a:pt x="396" y="11581"/>
                      <a:pt x="791" y="11581"/>
                    </a:cubicBezTo>
                    <a:lnTo>
                      <a:pt x="13527" y="11581"/>
                    </a:lnTo>
                    <a:cubicBezTo>
                      <a:pt x="13952" y="11581"/>
                      <a:pt x="14287" y="11247"/>
                      <a:pt x="14317" y="10791"/>
                    </a:cubicBezTo>
                    <a:lnTo>
                      <a:pt x="14317" y="791"/>
                    </a:lnTo>
                    <a:cubicBezTo>
                      <a:pt x="14317" y="335"/>
                      <a:pt x="13952" y="1"/>
                      <a:pt x="13527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rgbClr val="4EB3E4">
                      <a:alpha val="57647"/>
                    </a:srgbClr>
                  </a:gs>
                </a:gsLst>
                <a:lin ang="5400012" scaled="0"/>
              </a:gradFill>
              <a:ln>
                <a:noFill/>
              </a:ln>
              <a:effectLst>
                <a:outerShdw blurRad="57150" dist="47625" dir="5400000" algn="bl" rotWithShape="0">
                  <a:schemeClr val="dk1">
                    <a:alpha val="16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1" name="Google Shape;1401;p73"/>
              <p:cNvSpPr/>
              <p:nvPr/>
            </p:nvSpPr>
            <p:spPr>
              <a:xfrm>
                <a:off x="5907725" y="3415125"/>
                <a:ext cx="779675" cy="30425"/>
              </a:xfrm>
              <a:custGeom>
                <a:avLst/>
                <a:gdLst/>
                <a:ahLst/>
                <a:cxnLst/>
                <a:rect l="l" t="t" r="r" b="b"/>
                <a:pathLst>
                  <a:path w="31187" h="1217" extrusionOk="0">
                    <a:moveTo>
                      <a:pt x="609" y="0"/>
                    </a:moveTo>
                    <a:cubicBezTo>
                      <a:pt x="274" y="0"/>
                      <a:pt x="1" y="274"/>
                      <a:pt x="1" y="608"/>
                    </a:cubicBezTo>
                    <a:cubicBezTo>
                      <a:pt x="1" y="973"/>
                      <a:pt x="274" y="1216"/>
                      <a:pt x="609" y="1216"/>
                    </a:cubicBezTo>
                    <a:lnTo>
                      <a:pt x="30579" y="1216"/>
                    </a:lnTo>
                    <a:cubicBezTo>
                      <a:pt x="30913" y="1216"/>
                      <a:pt x="31187" y="973"/>
                      <a:pt x="31187" y="608"/>
                    </a:cubicBezTo>
                    <a:cubicBezTo>
                      <a:pt x="31187" y="274"/>
                      <a:pt x="30913" y="0"/>
                      <a:pt x="3057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47625" dir="5400000" algn="bl" rotWithShape="0">
                  <a:schemeClr val="dk1">
                    <a:alpha val="16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2" name="Google Shape;1402;p73"/>
              <p:cNvSpPr/>
              <p:nvPr/>
            </p:nvSpPr>
            <p:spPr>
              <a:xfrm>
                <a:off x="5907725" y="3494900"/>
                <a:ext cx="779675" cy="30425"/>
              </a:xfrm>
              <a:custGeom>
                <a:avLst/>
                <a:gdLst/>
                <a:ahLst/>
                <a:cxnLst/>
                <a:rect l="l" t="t" r="r" b="b"/>
                <a:pathLst>
                  <a:path w="31187" h="1217" extrusionOk="0">
                    <a:moveTo>
                      <a:pt x="609" y="1"/>
                    </a:moveTo>
                    <a:cubicBezTo>
                      <a:pt x="274" y="1"/>
                      <a:pt x="1" y="275"/>
                      <a:pt x="1" y="609"/>
                    </a:cubicBezTo>
                    <a:cubicBezTo>
                      <a:pt x="1" y="974"/>
                      <a:pt x="274" y="1217"/>
                      <a:pt x="609" y="1217"/>
                    </a:cubicBezTo>
                    <a:lnTo>
                      <a:pt x="30579" y="1217"/>
                    </a:lnTo>
                    <a:cubicBezTo>
                      <a:pt x="30913" y="1217"/>
                      <a:pt x="31187" y="913"/>
                      <a:pt x="31187" y="609"/>
                    </a:cubicBezTo>
                    <a:cubicBezTo>
                      <a:pt x="31187" y="275"/>
                      <a:pt x="30913" y="1"/>
                      <a:pt x="3057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47625" dir="5400000" algn="bl" rotWithShape="0">
                  <a:schemeClr val="dk1">
                    <a:alpha val="16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3" name="Google Shape;1403;p73"/>
              <p:cNvSpPr/>
              <p:nvPr/>
            </p:nvSpPr>
            <p:spPr>
              <a:xfrm>
                <a:off x="5907725" y="3573950"/>
                <a:ext cx="295625" cy="30400"/>
              </a:xfrm>
              <a:custGeom>
                <a:avLst/>
                <a:gdLst/>
                <a:ahLst/>
                <a:cxnLst/>
                <a:rect l="l" t="t" r="r" b="b"/>
                <a:pathLst>
                  <a:path w="11825" h="1216" extrusionOk="0">
                    <a:moveTo>
                      <a:pt x="609" y="0"/>
                    </a:moveTo>
                    <a:cubicBezTo>
                      <a:pt x="274" y="0"/>
                      <a:pt x="1" y="274"/>
                      <a:pt x="1" y="608"/>
                    </a:cubicBezTo>
                    <a:cubicBezTo>
                      <a:pt x="1" y="942"/>
                      <a:pt x="274" y="1216"/>
                      <a:pt x="609" y="1216"/>
                    </a:cubicBezTo>
                    <a:lnTo>
                      <a:pt x="11217" y="1216"/>
                    </a:lnTo>
                    <a:cubicBezTo>
                      <a:pt x="11551" y="1216"/>
                      <a:pt x="11825" y="942"/>
                      <a:pt x="11825" y="608"/>
                    </a:cubicBezTo>
                    <a:cubicBezTo>
                      <a:pt x="11825" y="274"/>
                      <a:pt x="11551" y="0"/>
                      <a:pt x="1121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47625" dir="5400000" algn="bl" rotWithShape="0">
                  <a:schemeClr val="dk1">
                    <a:alpha val="16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4" name="Google Shape;1404;p73"/>
              <p:cNvSpPr/>
              <p:nvPr/>
            </p:nvSpPr>
            <p:spPr>
              <a:xfrm>
                <a:off x="5680525" y="1424225"/>
                <a:ext cx="1215850" cy="180100"/>
              </a:xfrm>
              <a:custGeom>
                <a:avLst/>
                <a:gdLst/>
                <a:ahLst/>
                <a:cxnLst/>
                <a:rect l="l" t="t" r="r" b="b"/>
                <a:pathLst>
                  <a:path w="48634" h="7204" extrusionOk="0">
                    <a:moveTo>
                      <a:pt x="4955" y="0"/>
                    </a:moveTo>
                    <a:cubicBezTo>
                      <a:pt x="2219" y="0"/>
                      <a:pt x="0" y="2219"/>
                      <a:pt x="0" y="4954"/>
                    </a:cubicBezTo>
                    <a:lnTo>
                      <a:pt x="0" y="7204"/>
                    </a:lnTo>
                    <a:lnTo>
                      <a:pt x="48634" y="7204"/>
                    </a:lnTo>
                    <a:lnTo>
                      <a:pt x="48634" y="4954"/>
                    </a:lnTo>
                    <a:cubicBezTo>
                      <a:pt x="48634" y="2219"/>
                      <a:pt x="46415" y="0"/>
                      <a:pt x="43709" y="0"/>
                    </a:cubicBezTo>
                    <a:lnTo>
                      <a:pt x="26718" y="0"/>
                    </a:lnTo>
                    <a:cubicBezTo>
                      <a:pt x="25989" y="0"/>
                      <a:pt x="25381" y="456"/>
                      <a:pt x="25168" y="1125"/>
                    </a:cubicBezTo>
                    <a:cubicBezTo>
                      <a:pt x="25047" y="1459"/>
                      <a:pt x="24712" y="1702"/>
                      <a:pt x="24317" y="1702"/>
                    </a:cubicBezTo>
                    <a:cubicBezTo>
                      <a:pt x="23952" y="1702"/>
                      <a:pt x="23588" y="1489"/>
                      <a:pt x="23496" y="1125"/>
                    </a:cubicBezTo>
                    <a:cubicBezTo>
                      <a:pt x="23253" y="426"/>
                      <a:pt x="22615" y="0"/>
                      <a:pt x="2191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57150" dist="47625" dir="5400000" algn="bl" rotWithShape="0">
                  <a:schemeClr val="dk1">
                    <a:alpha val="16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5" name="Google Shape;1405;p73"/>
              <p:cNvSpPr/>
              <p:nvPr/>
            </p:nvSpPr>
            <p:spPr>
              <a:xfrm>
                <a:off x="5680525" y="1602775"/>
                <a:ext cx="1215850" cy="1155075"/>
              </a:xfrm>
              <a:custGeom>
                <a:avLst/>
                <a:gdLst/>
                <a:ahLst/>
                <a:cxnLst/>
                <a:rect l="l" t="t" r="r" b="b"/>
                <a:pathLst>
                  <a:path w="48634" h="46203" extrusionOk="0">
                    <a:moveTo>
                      <a:pt x="0" y="1"/>
                    </a:moveTo>
                    <a:lnTo>
                      <a:pt x="0" y="46202"/>
                    </a:lnTo>
                    <a:lnTo>
                      <a:pt x="48634" y="46202"/>
                    </a:lnTo>
                    <a:lnTo>
                      <a:pt x="4863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47625" dir="5400000" algn="bl" rotWithShape="0">
                  <a:schemeClr val="dk1">
                    <a:alpha val="16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6" name="Google Shape;1406;p73"/>
              <p:cNvSpPr/>
              <p:nvPr/>
            </p:nvSpPr>
            <p:spPr>
              <a:xfrm>
                <a:off x="6071875" y="2451575"/>
                <a:ext cx="406550" cy="34225"/>
              </a:xfrm>
              <a:custGeom>
                <a:avLst/>
                <a:gdLst/>
                <a:ahLst/>
                <a:cxnLst/>
                <a:rect l="l" t="t" r="r" b="b"/>
                <a:pathLst>
                  <a:path w="16262" h="1369" extrusionOk="0">
                    <a:moveTo>
                      <a:pt x="699" y="1"/>
                    </a:moveTo>
                    <a:cubicBezTo>
                      <a:pt x="304" y="1"/>
                      <a:pt x="0" y="305"/>
                      <a:pt x="0" y="670"/>
                    </a:cubicBezTo>
                    <a:cubicBezTo>
                      <a:pt x="0" y="1065"/>
                      <a:pt x="304" y="1369"/>
                      <a:pt x="699" y="1369"/>
                    </a:cubicBezTo>
                    <a:lnTo>
                      <a:pt x="15593" y="1369"/>
                    </a:lnTo>
                    <a:cubicBezTo>
                      <a:pt x="15958" y="1369"/>
                      <a:pt x="16262" y="1065"/>
                      <a:pt x="16262" y="670"/>
                    </a:cubicBezTo>
                    <a:cubicBezTo>
                      <a:pt x="16262" y="305"/>
                      <a:pt x="15958" y="1"/>
                      <a:pt x="1556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47625" dir="5400000" algn="bl" rotWithShape="0">
                  <a:schemeClr val="dk1">
                    <a:alpha val="16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7" name="Google Shape;1407;p73"/>
              <p:cNvSpPr/>
              <p:nvPr/>
            </p:nvSpPr>
            <p:spPr>
              <a:xfrm>
                <a:off x="6153925" y="2538200"/>
                <a:ext cx="243200" cy="35000"/>
              </a:xfrm>
              <a:custGeom>
                <a:avLst/>
                <a:gdLst/>
                <a:ahLst/>
                <a:cxnLst/>
                <a:rect l="l" t="t" r="r" b="b"/>
                <a:pathLst>
                  <a:path w="9728" h="1400" extrusionOk="0">
                    <a:moveTo>
                      <a:pt x="670" y="1"/>
                    </a:moveTo>
                    <a:cubicBezTo>
                      <a:pt x="305" y="1"/>
                      <a:pt x="1" y="335"/>
                      <a:pt x="1" y="700"/>
                    </a:cubicBezTo>
                    <a:cubicBezTo>
                      <a:pt x="1" y="1095"/>
                      <a:pt x="305" y="1399"/>
                      <a:pt x="670" y="1399"/>
                    </a:cubicBezTo>
                    <a:lnTo>
                      <a:pt x="9028" y="1399"/>
                    </a:lnTo>
                    <a:cubicBezTo>
                      <a:pt x="9424" y="1399"/>
                      <a:pt x="9728" y="1095"/>
                      <a:pt x="9728" y="700"/>
                    </a:cubicBezTo>
                    <a:cubicBezTo>
                      <a:pt x="9728" y="335"/>
                      <a:pt x="9424" y="1"/>
                      <a:pt x="902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47625" dir="5400000" algn="bl" rotWithShape="0">
                  <a:schemeClr val="dk1">
                    <a:alpha val="16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8" name="Google Shape;1408;p73"/>
              <p:cNvSpPr/>
              <p:nvPr/>
            </p:nvSpPr>
            <p:spPr>
              <a:xfrm>
                <a:off x="7514150" y="3391575"/>
                <a:ext cx="497750" cy="64600"/>
              </a:xfrm>
              <a:custGeom>
                <a:avLst/>
                <a:gdLst/>
                <a:ahLst/>
                <a:cxnLst/>
                <a:rect l="l" t="t" r="r" b="b"/>
                <a:pathLst>
                  <a:path w="19910" h="2584" extrusionOk="0">
                    <a:moveTo>
                      <a:pt x="1277" y="0"/>
                    </a:moveTo>
                    <a:cubicBezTo>
                      <a:pt x="547" y="0"/>
                      <a:pt x="0" y="578"/>
                      <a:pt x="0" y="1307"/>
                    </a:cubicBezTo>
                    <a:cubicBezTo>
                      <a:pt x="0" y="2006"/>
                      <a:pt x="547" y="2584"/>
                      <a:pt x="1277" y="2584"/>
                    </a:cubicBezTo>
                    <a:lnTo>
                      <a:pt x="18602" y="2584"/>
                    </a:lnTo>
                    <a:cubicBezTo>
                      <a:pt x="19332" y="2584"/>
                      <a:pt x="19909" y="2006"/>
                      <a:pt x="19909" y="1307"/>
                    </a:cubicBezTo>
                    <a:cubicBezTo>
                      <a:pt x="19909" y="578"/>
                      <a:pt x="19332" y="0"/>
                      <a:pt x="1860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47625" dir="5400000" algn="bl" rotWithShape="0">
                  <a:schemeClr val="dk1">
                    <a:alpha val="16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9" name="Google Shape;1409;p73"/>
              <p:cNvSpPr/>
              <p:nvPr/>
            </p:nvSpPr>
            <p:spPr>
              <a:xfrm>
                <a:off x="7512625" y="3529100"/>
                <a:ext cx="250800" cy="64625"/>
              </a:xfrm>
              <a:custGeom>
                <a:avLst/>
                <a:gdLst/>
                <a:ahLst/>
                <a:cxnLst/>
                <a:rect l="l" t="t" r="r" b="b"/>
                <a:pathLst>
                  <a:path w="10032" h="2585" extrusionOk="0">
                    <a:moveTo>
                      <a:pt x="1308" y="1"/>
                    </a:moveTo>
                    <a:cubicBezTo>
                      <a:pt x="578" y="1"/>
                      <a:pt x="0" y="578"/>
                      <a:pt x="0" y="1308"/>
                    </a:cubicBezTo>
                    <a:cubicBezTo>
                      <a:pt x="0" y="2037"/>
                      <a:pt x="578" y="2584"/>
                      <a:pt x="1308" y="2584"/>
                    </a:cubicBezTo>
                    <a:lnTo>
                      <a:pt x="8754" y="2584"/>
                    </a:lnTo>
                    <a:cubicBezTo>
                      <a:pt x="9484" y="2584"/>
                      <a:pt x="10031" y="1976"/>
                      <a:pt x="10031" y="1308"/>
                    </a:cubicBezTo>
                    <a:cubicBezTo>
                      <a:pt x="10031" y="578"/>
                      <a:pt x="9484" y="1"/>
                      <a:pt x="875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47625" dir="5400000" algn="bl" rotWithShape="0">
                  <a:schemeClr val="dk1">
                    <a:alpha val="16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0" name="Google Shape;1410;p73"/>
              <p:cNvSpPr/>
              <p:nvPr/>
            </p:nvSpPr>
            <p:spPr>
              <a:xfrm>
                <a:off x="6719661" y="1828475"/>
                <a:ext cx="864775" cy="1223450"/>
              </a:xfrm>
              <a:custGeom>
                <a:avLst/>
                <a:gdLst/>
                <a:ahLst/>
                <a:cxnLst/>
                <a:rect l="l" t="t" r="r" b="b"/>
                <a:pathLst>
                  <a:path w="34591" h="48938" extrusionOk="0">
                    <a:moveTo>
                      <a:pt x="2037" y="0"/>
                    </a:moveTo>
                    <a:cubicBezTo>
                      <a:pt x="912" y="0"/>
                      <a:pt x="0" y="912"/>
                      <a:pt x="0" y="2007"/>
                    </a:cubicBezTo>
                    <a:lnTo>
                      <a:pt x="0" y="46901"/>
                    </a:lnTo>
                    <a:cubicBezTo>
                      <a:pt x="0" y="48025"/>
                      <a:pt x="943" y="48937"/>
                      <a:pt x="2037" y="48937"/>
                    </a:cubicBezTo>
                    <a:lnTo>
                      <a:pt x="32585" y="48937"/>
                    </a:lnTo>
                    <a:cubicBezTo>
                      <a:pt x="33679" y="48937"/>
                      <a:pt x="34591" y="47995"/>
                      <a:pt x="34591" y="46901"/>
                    </a:cubicBezTo>
                    <a:lnTo>
                      <a:pt x="34591" y="2007"/>
                    </a:lnTo>
                    <a:cubicBezTo>
                      <a:pt x="34591" y="912"/>
                      <a:pt x="33679" y="0"/>
                      <a:pt x="3258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47625" dir="5400000" algn="bl" rotWithShape="0">
                  <a:schemeClr val="dk1">
                    <a:alpha val="16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1" name="Google Shape;1411;p73"/>
              <p:cNvSpPr/>
              <p:nvPr/>
            </p:nvSpPr>
            <p:spPr>
              <a:xfrm>
                <a:off x="5084000" y="2953875"/>
                <a:ext cx="505350" cy="505350"/>
              </a:xfrm>
              <a:custGeom>
                <a:avLst/>
                <a:gdLst/>
                <a:ahLst/>
                <a:cxnLst/>
                <a:rect l="l" t="t" r="r" b="b"/>
                <a:pathLst>
                  <a:path w="20214" h="20214" extrusionOk="0">
                    <a:moveTo>
                      <a:pt x="20214" y="10092"/>
                    </a:moveTo>
                    <a:cubicBezTo>
                      <a:pt x="20214" y="15684"/>
                      <a:pt x="15685" y="20213"/>
                      <a:pt x="10123" y="20213"/>
                    </a:cubicBezTo>
                    <a:cubicBezTo>
                      <a:pt x="4530" y="20213"/>
                      <a:pt x="1" y="15684"/>
                      <a:pt x="1" y="10092"/>
                    </a:cubicBezTo>
                    <a:cubicBezTo>
                      <a:pt x="1" y="4529"/>
                      <a:pt x="4530" y="0"/>
                      <a:pt x="10123" y="0"/>
                    </a:cubicBezTo>
                    <a:cubicBezTo>
                      <a:pt x="15685" y="0"/>
                      <a:pt x="20214" y="4529"/>
                      <a:pt x="20214" y="1009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blurRad="57150" dist="47625" dir="5400000" algn="bl" rotWithShape="0">
                  <a:schemeClr val="dk1">
                    <a:alpha val="16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2" name="Google Shape;1412;p73"/>
              <p:cNvSpPr/>
              <p:nvPr/>
            </p:nvSpPr>
            <p:spPr>
              <a:xfrm>
                <a:off x="5264875" y="3084575"/>
                <a:ext cx="214300" cy="248500"/>
              </a:xfrm>
              <a:custGeom>
                <a:avLst/>
                <a:gdLst/>
                <a:ahLst/>
                <a:cxnLst/>
                <a:rect l="l" t="t" r="r" b="b"/>
                <a:pathLst>
                  <a:path w="8572" h="9940" extrusionOk="0">
                    <a:moveTo>
                      <a:pt x="0" y="0"/>
                    </a:moveTo>
                    <a:lnTo>
                      <a:pt x="0" y="4985"/>
                    </a:lnTo>
                    <a:lnTo>
                      <a:pt x="0" y="9940"/>
                    </a:lnTo>
                    <a:lnTo>
                      <a:pt x="4286" y="7447"/>
                    </a:lnTo>
                    <a:lnTo>
                      <a:pt x="8572" y="4985"/>
                    </a:lnTo>
                    <a:lnTo>
                      <a:pt x="4286" y="252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47625" dir="5400000" algn="bl" rotWithShape="0">
                  <a:schemeClr val="dk1">
                    <a:alpha val="16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3" name="Google Shape;1413;p73"/>
              <p:cNvSpPr/>
              <p:nvPr/>
            </p:nvSpPr>
            <p:spPr>
              <a:xfrm>
                <a:off x="7071750" y="2735775"/>
                <a:ext cx="805525" cy="232550"/>
              </a:xfrm>
              <a:custGeom>
                <a:avLst/>
                <a:gdLst/>
                <a:ahLst/>
                <a:cxnLst/>
                <a:rect l="l" t="t" r="r" b="b"/>
                <a:pathLst>
                  <a:path w="32221" h="9302" extrusionOk="0">
                    <a:moveTo>
                      <a:pt x="1369" y="1"/>
                    </a:moveTo>
                    <a:cubicBezTo>
                      <a:pt x="609" y="1"/>
                      <a:pt x="1" y="609"/>
                      <a:pt x="1" y="1369"/>
                    </a:cubicBezTo>
                    <a:lnTo>
                      <a:pt x="1" y="7904"/>
                    </a:lnTo>
                    <a:cubicBezTo>
                      <a:pt x="1" y="8664"/>
                      <a:pt x="609" y="9302"/>
                      <a:pt x="1369" y="9302"/>
                    </a:cubicBezTo>
                    <a:lnTo>
                      <a:pt x="30853" y="9302"/>
                    </a:lnTo>
                    <a:cubicBezTo>
                      <a:pt x="31612" y="9302"/>
                      <a:pt x="32220" y="8694"/>
                      <a:pt x="32220" y="7904"/>
                    </a:cubicBezTo>
                    <a:lnTo>
                      <a:pt x="32220" y="1369"/>
                    </a:lnTo>
                    <a:cubicBezTo>
                      <a:pt x="32220" y="609"/>
                      <a:pt x="31612" y="1"/>
                      <a:pt x="3085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47625" dir="5400000" algn="bl" rotWithShape="0">
                  <a:schemeClr val="dk1">
                    <a:alpha val="16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4" name="Google Shape;1414;p73"/>
              <p:cNvSpPr/>
              <p:nvPr/>
            </p:nvSpPr>
            <p:spPr>
              <a:xfrm>
                <a:off x="7121900" y="2775300"/>
                <a:ext cx="170250" cy="155050"/>
              </a:xfrm>
              <a:custGeom>
                <a:avLst/>
                <a:gdLst/>
                <a:ahLst/>
                <a:cxnLst/>
                <a:rect l="l" t="t" r="r" b="b"/>
                <a:pathLst>
                  <a:path w="6810" h="6202" extrusionOk="0">
                    <a:moveTo>
                      <a:pt x="3405" y="0"/>
                    </a:moveTo>
                    <a:cubicBezTo>
                      <a:pt x="2615" y="0"/>
                      <a:pt x="1825" y="304"/>
                      <a:pt x="1217" y="912"/>
                    </a:cubicBezTo>
                    <a:cubicBezTo>
                      <a:pt x="1" y="2128"/>
                      <a:pt x="1" y="4073"/>
                      <a:pt x="1217" y="5289"/>
                    </a:cubicBezTo>
                    <a:cubicBezTo>
                      <a:pt x="1825" y="5897"/>
                      <a:pt x="2615" y="6201"/>
                      <a:pt x="3405" y="6201"/>
                    </a:cubicBezTo>
                    <a:cubicBezTo>
                      <a:pt x="4196" y="6201"/>
                      <a:pt x="4986" y="5897"/>
                      <a:pt x="5594" y="5289"/>
                    </a:cubicBezTo>
                    <a:cubicBezTo>
                      <a:pt x="6810" y="4073"/>
                      <a:pt x="6810" y="2128"/>
                      <a:pt x="5594" y="912"/>
                    </a:cubicBezTo>
                    <a:cubicBezTo>
                      <a:pt x="4986" y="304"/>
                      <a:pt x="4196" y="0"/>
                      <a:pt x="340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>
                <a:outerShdw blurRad="57150" dist="47625" dir="5400000" algn="bl" rotWithShape="0">
                  <a:schemeClr val="dk1">
                    <a:alpha val="16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5" name="Google Shape;1415;p73"/>
              <p:cNvSpPr/>
              <p:nvPr/>
            </p:nvSpPr>
            <p:spPr>
              <a:xfrm>
                <a:off x="7345325" y="2811000"/>
                <a:ext cx="284975" cy="25100"/>
              </a:xfrm>
              <a:custGeom>
                <a:avLst/>
                <a:gdLst/>
                <a:ahLst/>
                <a:cxnLst/>
                <a:rect l="l" t="t" r="r" b="b"/>
                <a:pathLst>
                  <a:path w="11399" h="1004" extrusionOk="0">
                    <a:moveTo>
                      <a:pt x="487" y="1"/>
                    </a:moveTo>
                    <a:cubicBezTo>
                      <a:pt x="243" y="1"/>
                      <a:pt x="0" y="244"/>
                      <a:pt x="0" y="518"/>
                    </a:cubicBezTo>
                    <a:cubicBezTo>
                      <a:pt x="0" y="761"/>
                      <a:pt x="243" y="1004"/>
                      <a:pt x="487" y="1004"/>
                    </a:cubicBezTo>
                    <a:lnTo>
                      <a:pt x="10912" y="1004"/>
                    </a:lnTo>
                    <a:cubicBezTo>
                      <a:pt x="11186" y="1004"/>
                      <a:pt x="11399" y="822"/>
                      <a:pt x="11399" y="518"/>
                    </a:cubicBezTo>
                    <a:cubicBezTo>
                      <a:pt x="11399" y="244"/>
                      <a:pt x="11186" y="1"/>
                      <a:pt x="1091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47625" dir="5400000" algn="bl" rotWithShape="0">
                  <a:schemeClr val="dk1">
                    <a:alpha val="16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6" name="Google Shape;1416;p73"/>
              <p:cNvSpPr/>
              <p:nvPr/>
            </p:nvSpPr>
            <p:spPr>
              <a:xfrm>
                <a:off x="7661425" y="2811000"/>
                <a:ext cx="142900" cy="25100"/>
              </a:xfrm>
              <a:custGeom>
                <a:avLst/>
                <a:gdLst/>
                <a:ahLst/>
                <a:cxnLst/>
                <a:rect l="l" t="t" r="r" b="b"/>
                <a:pathLst>
                  <a:path w="5716" h="1004" extrusionOk="0">
                    <a:moveTo>
                      <a:pt x="518" y="1"/>
                    </a:moveTo>
                    <a:cubicBezTo>
                      <a:pt x="244" y="1"/>
                      <a:pt x="1" y="244"/>
                      <a:pt x="1" y="518"/>
                    </a:cubicBezTo>
                    <a:cubicBezTo>
                      <a:pt x="1" y="761"/>
                      <a:pt x="244" y="1004"/>
                      <a:pt x="518" y="1004"/>
                    </a:cubicBezTo>
                    <a:lnTo>
                      <a:pt x="5229" y="1004"/>
                    </a:lnTo>
                    <a:cubicBezTo>
                      <a:pt x="5472" y="1004"/>
                      <a:pt x="5685" y="822"/>
                      <a:pt x="5715" y="518"/>
                    </a:cubicBezTo>
                    <a:cubicBezTo>
                      <a:pt x="5715" y="244"/>
                      <a:pt x="5472" y="1"/>
                      <a:pt x="522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47625" dir="5400000" algn="bl" rotWithShape="0">
                  <a:schemeClr val="dk1">
                    <a:alpha val="16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7" name="Google Shape;1417;p73"/>
              <p:cNvSpPr/>
              <p:nvPr/>
            </p:nvSpPr>
            <p:spPr>
              <a:xfrm>
                <a:off x="7345325" y="2873325"/>
                <a:ext cx="171000" cy="24350"/>
              </a:xfrm>
              <a:custGeom>
                <a:avLst/>
                <a:gdLst/>
                <a:ahLst/>
                <a:cxnLst/>
                <a:rect l="l" t="t" r="r" b="b"/>
                <a:pathLst>
                  <a:path w="6840" h="974" extrusionOk="0">
                    <a:moveTo>
                      <a:pt x="487" y="0"/>
                    </a:moveTo>
                    <a:cubicBezTo>
                      <a:pt x="243" y="0"/>
                      <a:pt x="0" y="213"/>
                      <a:pt x="0" y="487"/>
                    </a:cubicBezTo>
                    <a:cubicBezTo>
                      <a:pt x="0" y="760"/>
                      <a:pt x="243" y="973"/>
                      <a:pt x="487" y="973"/>
                    </a:cubicBezTo>
                    <a:lnTo>
                      <a:pt x="6353" y="973"/>
                    </a:lnTo>
                    <a:cubicBezTo>
                      <a:pt x="6627" y="973"/>
                      <a:pt x="6839" y="760"/>
                      <a:pt x="6839" y="487"/>
                    </a:cubicBezTo>
                    <a:cubicBezTo>
                      <a:pt x="6839" y="213"/>
                      <a:pt x="6627" y="0"/>
                      <a:pt x="635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47625" dir="5400000" algn="bl" rotWithShape="0">
                  <a:schemeClr val="dk1">
                    <a:alpha val="16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8" name="Google Shape;1418;p73"/>
              <p:cNvSpPr/>
              <p:nvPr/>
            </p:nvSpPr>
            <p:spPr>
              <a:xfrm>
                <a:off x="6850750" y="3205400"/>
                <a:ext cx="473450" cy="554725"/>
              </a:xfrm>
              <a:custGeom>
                <a:avLst/>
                <a:gdLst/>
                <a:ahLst/>
                <a:cxnLst/>
                <a:rect l="l" t="t" r="r" b="b"/>
                <a:pathLst>
                  <a:path w="18938" h="22189" extrusionOk="0">
                    <a:moveTo>
                      <a:pt x="14044" y="14073"/>
                    </a:moveTo>
                    <a:lnTo>
                      <a:pt x="14044" y="14073"/>
                    </a:lnTo>
                    <a:cubicBezTo>
                      <a:pt x="13253" y="14864"/>
                      <a:pt x="12220" y="15289"/>
                      <a:pt x="11095" y="15289"/>
                    </a:cubicBezTo>
                    <a:cubicBezTo>
                      <a:pt x="8816" y="15289"/>
                      <a:pt x="6901" y="13405"/>
                      <a:pt x="6901" y="11095"/>
                    </a:cubicBezTo>
                    <a:cubicBezTo>
                      <a:pt x="6901" y="8815"/>
                      <a:pt x="8785" y="6930"/>
                      <a:pt x="11095" y="6930"/>
                    </a:cubicBezTo>
                    <a:lnTo>
                      <a:pt x="11095" y="0"/>
                    </a:lnTo>
                    <a:cubicBezTo>
                      <a:pt x="4986" y="0"/>
                      <a:pt x="1" y="4985"/>
                      <a:pt x="1" y="11095"/>
                    </a:cubicBezTo>
                    <a:cubicBezTo>
                      <a:pt x="1" y="17204"/>
                      <a:pt x="4986" y="22189"/>
                      <a:pt x="11095" y="22189"/>
                    </a:cubicBezTo>
                    <a:cubicBezTo>
                      <a:pt x="14044" y="22189"/>
                      <a:pt x="16840" y="21064"/>
                      <a:pt x="18937" y="18967"/>
                    </a:cubicBezTo>
                    <a:lnTo>
                      <a:pt x="18937" y="18967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47625" dir="5400000" algn="bl" rotWithShape="0">
                  <a:schemeClr val="dk1">
                    <a:alpha val="16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9" name="Google Shape;1419;p73"/>
              <p:cNvSpPr/>
              <p:nvPr/>
            </p:nvSpPr>
            <p:spPr>
              <a:xfrm>
                <a:off x="7128125" y="3206150"/>
                <a:ext cx="277375" cy="474200"/>
              </a:xfrm>
              <a:custGeom>
                <a:avLst/>
                <a:gdLst/>
                <a:ahLst/>
                <a:cxnLst/>
                <a:rect l="l" t="t" r="r" b="b"/>
                <a:pathLst>
                  <a:path w="11095" h="18968" extrusionOk="0">
                    <a:moveTo>
                      <a:pt x="0" y="1"/>
                    </a:moveTo>
                    <a:lnTo>
                      <a:pt x="0" y="6931"/>
                    </a:lnTo>
                    <a:cubicBezTo>
                      <a:pt x="2280" y="6931"/>
                      <a:pt x="4195" y="8785"/>
                      <a:pt x="4195" y="11095"/>
                    </a:cubicBezTo>
                    <a:cubicBezTo>
                      <a:pt x="4195" y="12220"/>
                      <a:pt x="3769" y="13284"/>
                      <a:pt x="2979" y="14074"/>
                    </a:cubicBezTo>
                    <a:lnTo>
                      <a:pt x="7873" y="18967"/>
                    </a:lnTo>
                    <a:cubicBezTo>
                      <a:pt x="9970" y="16840"/>
                      <a:pt x="11095" y="14074"/>
                      <a:pt x="11095" y="11095"/>
                    </a:cubicBezTo>
                    <a:cubicBezTo>
                      <a:pt x="11095" y="4986"/>
                      <a:pt x="6110" y="1"/>
                      <a:pt x="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47625" dir="5400000" algn="bl" rotWithShape="0">
                  <a:schemeClr val="dk1">
                    <a:alpha val="16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0" name="Google Shape;1420;p73"/>
              <p:cNvSpPr/>
              <p:nvPr/>
            </p:nvSpPr>
            <p:spPr>
              <a:xfrm>
                <a:off x="5410750" y="2275300"/>
                <a:ext cx="587425" cy="587400"/>
              </a:xfrm>
              <a:custGeom>
                <a:avLst/>
                <a:gdLst/>
                <a:ahLst/>
                <a:cxnLst/>
                <a:rect l="l" t="t" r="r" b="b"/>
                <a:pathLst>
                  <a:path w="23497" h="23496" extrusionOk="0">
                    <a:moveTo>
                      <a:pt x="2281" y="0"/>
                    </a:moveTo>
                    <a:cubicBezTo>
                      <a:pt x="1034" y="0"/>
                      <a:pt x="1" y="1034"/>
                      <a:pt x="1" y="2280"/>
                    </a:cubicBezTo>
                    <a:lnTo>
                      <a:pt x="1" y="21216"/>
                    </a:lnTo>
                    <a:cubicBezTo>
                      <a:pt x="1" y="22462"/>
                      <a:pt x="1034" y="23496"/>
                      <a:pt x="2281" y="23496"/>
                    </a:cubicBezTo>
                    <a:lnTo>
                      <a:pt x="21217" y="23496"/>
                    </a:lnTo>
                    <a:cubicBezTo>
                      <a:pt x="22494" y="23496"/>
                      <a:pt x="23497" y="22462"/>
                      <a:pt x="23497" y="21216"/>
                    </a:cubicBezTo>
                    <a:lnTo>
                      <a:pt x="23497" y="2280"/>
                    </a:lnTo>
                    <a:cubicBezTo>
                      <a:pt x="23497" y="1034"/>
                      <a:pt x="22463" y="0"/>
                      <a:pt x="2121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>
                <a:outerShdw blurRad="57150" dist="47625" dir="5400000" algn="bl" rotWithShape="0">
                  <a:schemeClr val="dk1">
                    <a:alpha val="16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1" name="Google Shape;1421;p73"/>
              <p:cNvSpPr/>
              <p:nvPr/>
            </p:nvSpPr>
            <p:spPr>
              <a:xfrm>
                <a:off x="5434325" y="2298075"/>
                <a:ext cx="541825" cy="541825"/>
              </a:xfrm>
              <a:custGeom>
                <a:avLst/>
                <a:gdLst/>
                <a:ahLst/>
                <a:cxnLst/>
                <a:rect l="l" t="t" r="r" b="b"/>
                <a:pathLst>
                  <a:path w="21673" h="21673" extrusionOk="0">
                    <a:moveTo>
                      <a:pt x="1368" y="1"/>
                    </a:moveTo>
                    <a:cubicBezTo>
                      <a:pt x="608" y="1"/>
                      <a:pt x="0" y="609"/>
                      <a:pt x="0" y="1369"/>
                    </a:cubicBezTo>
                    <a:lnTo>
                      <a:pt x="0" y="20305"/>
                    </a:lnTo>
                    <a:cubicBezTo>
                      <a:pt x="0" y="21065"/>
                      <a:pt x="608" y="21673"/>
                      <a:pt x="1368" y="21673"/>
                    </a:cubicBezTo>
                    <a:lnTo>
                      <a:pt x="20305" y="21673"/>
                    </a:lnTo>
                    <a:cubicBezTo>
                      <a:pt x="21064" y="21673"/>
                      <a:pt x="21672" y="21065"/>
                      <a:pt x="21672" y="20305"/>
                    </a:cubicBezTo>
                    <a:lnTo>
                      <a:pt x="21672" y="1369"/>
                    </a:lnTo>
                    <a:cubicBezTo>
                      <a:pt x="21672" y="609"/>
                      <a:pt x="21064" y="1"/>
                      <a:pt x="2030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47625" dir="5400000" algn="bl" rotWithShape="0">
                  <a:schemeClr val="dk1">
                    <a:alpha val="16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2" name="Google Shape;1422;p73"/>
              <p:cNvSpPr/>
              <p:nvPr/>
            </p:nvSpPr>
            <p:spPr>
              <a:xfrm>
                <a:off x="5434325" y="2407500"/>
                <a:ext cx="541825" cy="432400"/>
              </a:xfrm>
              <a:custGeom>
                <a:avLst/>
                <a:gdLst/>
                <a:ahLst/>
                <a:cxnLst/>
                <a:rect l="l" t="t" r="r" b="b"/>
                <a:pathLst>
                  <a:path w="21673" h="17296" extrusionOk="0">
                    <a:moveTo>
                      <a:pt x="6809" y="1"/>
                    </a:moveTo>
                    <a:lnTo>
                      <a:pt x="0" y="10092"/>
                    </a:lnTo>
                    <a:lnTo>
                      <a:pt x="0" y="15959"/>
                    </a:lnTo>
                    <a:cubicBezTo>
                      <a:pt x="0" y="16688"/>
                      <a:pt x="608" y="17296"/>
                      <a:pt x="1368" y="17296"/>
                    </a:cubicBezTo>
                    <a:lnTo>
                      <a:pt x="20305" y="17296"/>
                    </a:lnTo>
                    <a:cubicBezTo>
                      <a:pt x="21064" y="17296"/>
                      <a:pt x="21672" y="16688"/>
                      <a:pt x="21672" y="15928"/>
                    </a:cubicBezTo>
                    <a:lnTo>
                      <a:pt x="21672" y="13071"/>
                    </a:lnTo>
                    <a:lnTo>
                      <a:pt x="16931" y="5958"/>
                    </a:lnTo>
                    <a:lnTo>
                      <a:pt x="13891" y="10487"/>
                    </a:lnTo>
                    <a:lnTo>
                      <a:pt x="13618" y="10092"/>
                    </a:lnTo>
                    <a:lnTo>
                      <a:pt x="680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47625" dir="5400000" algn="bl" rotWithShape="0">
                  <a:schemeClr val="dk1">
                    <a:alpha val="16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" name="Google Shape;1423;p73"/>
              <p:cNvSpPr/>
              <p:nvPr/>
            </p:nvSpPr>
            <p:spPr>
              <a:xfrm>
                <a:off x="5745125" y="2369525"/>
                <a:ext cx="125400" cy="125400"/>
              </a:xfrm>
              <a:custGeom>
                <a:avLst/>
                <a:gdLst/>
                <a:ahLst/>
                <a:cxnLst/>
                <a:rect l="l" t="t" r="r" b="b"/>
                <a:pathLst>
                  <a:path w="5016" h="5016" extrusionOk="0">
                    <a:moveTo>
                      <a:pt x="2523" y="0"/>
                    </a:moveTo>
                    <a:cubicBezTo>
                      <a:pt x="1094" y="0"/>
                      <a:pt x="0" y="1094"/>
                      <a:pt x="0" y="2523"/>
                    </a:cubicBezTo>
                    <a:cubicBezTo>
                      <a:pt x="0" y="3921"/>
                      <a:pt x="1094" y="5015"/>
                      <a:pt x="2523" y="5015"/>
                    </a:cubicBezTo>
                    <a:cubicBezTo>
                      <a:pt x="3921" y="5015"/>
                      <a:pt x="5015" y="3891"/>
                      <a:pt x="5015" y="2523"/>
                    </a:cubicBezTo>
                    <a:cubicBezTo>
                      <a:pt x="5015" y="1155"/>
                      <a:pt x="3921" y="0"/>
                      <a:pt x="2523" y="0"/>
                    </a:cubicBezTo>
                    <a:close/>
                  </a:path>
                </a:pathLst>
              </a:custGeom>
              <a:solidFill>
                <a:srgbClr val="F5D79B"/>
              </a:solidFill>
              <a:ln>
                <a:noFill/>
              </a:ln>
              <a:effectLst>
                <a:outerShdw blurRad="57150" dist="47625" dir="5400000" algn="bl" rotWithShape="0">
                  <a:schemeClr val="dk1">
                    <a:alpha val="16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" name="Google Shape;1424;p73"/>
              <p:cNvSpPr/>
              <p:nvPr/>
            </p:nvSpPr>
            <p:spPr>
              <a:xfrm>
                <a:off x="7419925" y="1495650"/>
                <a:ext cx="637575" cy="637575"/>
              </a:xfrm>
              <a:custGeom>
                <a:avLst/>
                <a:gdLst/>
                <a:ahLst/>
                <a:cxnLst/>
                <a:rect l="l" t="t" r="r" b="b"/>
                <a:pathLst>
                  <a:path w="25503" h="25503" extrusionOk="0">
                    <a:moveTo>
                      <a:pt x="2158" y="0"/>
                    </a:moveTo>
                    <a:cubicBezTo>
                      <a:pt x="942" y="0"/>
                      <a:pt x="0" y="1003"/>
                      <a:pt x="0" y="2158"/>
                    </a:cubicBezTo>
                    <a:lnTo>
                      <a:pt x="0" y="23344"/>
                    </a:lnTo>
                    <a:cubicBezTo>
                      <a:pt x="0" y="24560"/>
                      <a:pt x="973" y="25502"/>
                      <a:pt x="2158" y="25502"/>
                    </a:cubicBezTo>
                    <a:lnTo>
                      <a:pt x="23314" y="25502"/>
                    </a:lnTo>
                    <a:cubicBezTo>
                      <a:pt x="24530" y="25502"/>
                      <a:pt x="25502" y="24499"/>
                      <a:pt x="25502" y="23344"/>
                    </a:cubicBezTo>
                    <a:lnTo>
                      <a:pt x="25502" y="2158"/>
                    </a:lnTo>
                    <a:cubicBezTo>
                      <a:pt x="25502" y="942"/>
                      <a:pt x="24499" y="0"/>
                      <a:pt x="2331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47625" dir="5400000" algn="bl" rotWithShape="0">
                  <a:schemeClr val="dk1">
                    <a:alpha val="16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5" name="Google Shape;1425;p73"/>
              <p:cNvSpPr/>
              <p:nvPr/>
            </p:nvSpPr>
            <p:spPr>
              <a:xfrm>
                <a:off x="7537700" y="1604300"/>
                <a:ext cx="402775" cy="419500"/>
              </a:xfrm>
              <a:custGeom>
                <a:avLst/>
                <a:gdLst/>
                <a:ahLst/>
                <a:cxnLst/>
                <a:rect l="l" t="t" r="r" b="b"/>
                <a:pathLst>
                  <a:path w="16111" h="16780" extrusionOk="0">
                    <a:moveTo>
                      <a:pt x="8055" y="5685"/>
                    </a:moveTo>
                    <a:cubicBezTo>
                      <a:pt x="9514" y="5685"/>
                      <a:pt x="10761" y="6901"/>
                      <a:pt x="10761" y="8390"/>
                    </a:cubicBezTo>
                    <a:cubicBezTo>
                      <a:pt x="10761" y="9879"/>
                      <a:pt x="9545" y="11095"/>
                      <a:pt x="8055" y="11095"/>
                    </a:cubicBezTo>
                    <a:cubicBezTo>
                      <a:pt x="6566" y="11095"/>
                      <a:pt x="5350" y="9879"/>
                      <a:pt x="5350" y="8390"/>
                    </a:cubicBezTo>
                    <a:cubicBezTo>
                      <a:pt x="5350" y="6901"/>
                      <a:pt x="6566" y="5685"/>
                      <a:pt x="8055" y="5685"/>
                    </a:cubicBezTo>
                    <a:close/>
                    <a:moveTo>
                      <a:pt x="6536" y="1"/>
                    </a:moveTo>
                    <a:lnTo>
                      <a:pt x="6049" y="2280"/>
                    </a:lnTo>
                    <a:cubicBezTo>
                      <a:pt x="5168" y="2524"/>
                      <a:pt x="4408" y="2980"/>
                      <a:pt x="3770" y="3587"/>
                    </a:cubicBezTo>
                    <a:lnTo>
                      <a:pt x="1520" y="2858"/>
                    </a:lnTo>
                    <a:lnTo>
                      <a:pt x="1" y="5502"/>
                    </a:lnTo>
                    <a:lnTo>
                      <a:pt x="1733" y="7053"/>
                    </a:lnTo>
                    <a:cubicBezTo>
                      <a:pt x="1672" y="7478"/>
                      <a:pt x="1581" y="7934"/>
                      <a:pt x="1581" y="8390"/>
                    </a:cubicBezTo>
                    <a:cubicBezTo>
                      <a:pt x="1581" y="8846"/>
                      <a:pt x="1642" y="9302"/>
                      <a:pt x="1733" y="9727"/>
                    </a:cubicBezTo>
                    <a:lnTo>
                      <a:pt x="1" y="11278"/>
                    </a:lnTo>
                    <a:lnTo>
                      <a:pt x="1520" y="13892"/>
                    </a:lnTo>
                    <a:lnTo>
                      <a:pt x="3770" y="13162"/>
                    </a:lnTo>
                    <a:cubicBezTo>
                      <a:pt x="4408" y="13770"/>
                      <a:pt x="5198" y="14226"/>
                      <a:pt x="6049" y="14499"/>
                    </a:cubicBezTo>
                    <a:lnTo>
                      <a:pt x="6536" y="16779"/>
                    </a:lnTo>
                    <a:lnTo>
                      <a:pt x="9575" y="16779"/>
                    </a:lnTo>
                    <a:lnTo>
                      <a:pt x="10062" y="14499"/>
                    </a:lnTo>
                    <a:cubicBezTo>
                      <a:pt x="10943" y="14226"/>
                      <a:pt x="11703" y="13770"/>
                      <a:pt x="12341" y="13162"/>
                    </a:cubicBezTo>
                    <a:lnTo>
                      <a:pt x="14590" y="13892"/>
                    </a:lnTo>
                    <a:lnTo>
                      <a:pt x="16110" y="11278"/>
                    </a:lnTo>
                    <a:lnTo>
                      <a:pt x="14347" y="9727"/>
                    </a:lnTo>
                    <a:cubicBezTo>
                      <a:pt x="14439" y="9302"/>
                      <a:pt x="14499" y="8846"/>
                      <a:pt x="14499" y="8390"/>
                    </a:cubicBezTo>
                    <a:cubicBezTo>
                      <a:pt x="14499" y="7934"/>
                      <a:pt x="14469" y="7478"/>
                      <a:pt x="14347" y="7053"/>
                    </a:cubicBezTo>
                    <a:lnTo>
                      <a:pt x="16110" y="5502"/>
                    </a:lnTo>
                    <a:lnTo>
                      <a:pt x="14590" y="2858"/>
                    </a:lnTo>
                    <a:lnTo>
                      <a:pt x="12341" y="3587"/>
                    </a:lnTo>
                    <a:cubicBezTo>
                      <a:pt x="11703" y="2980"/>
                      <a:pt x="10913" y="2524"/>
                      <a:pt x="10062" y="2280"/>
                    </a:cubicBezTo>
                    <a:lnTo>
                      <a:pt x="9575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47625" dir="5400000" algn="bl" rotWithShape="0">
                  <a:schemeClr val="dk1">
                    <a:alpha val="16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6" name="Google Shape;1426;p73"/>
              <p:cNvSpPr/>
              <p:nvPr/>
            </p:nvSpPr>
            <p:spPr>
              <a:xfrm>
                <a:off x="5079450" y="1802650"/>
                <a:ext cx="852625" cy="151225"/>
              </a:xfrm>
              <a:custGeom>
                <a:avLst/>
                <a:gdLst/>
                <a:ahLst/>
                <a:cxnLst/>
                <a:rect l="l" t="t" r="r" b="b"/>
                <a:pathLst>
                  <a:path w="34105" h="6049" extrusionOk="0">
                    <a:moveTo>
                      <a:pt x="1824" y="0"/>
                    </a:moveTo>
                    <a:cubicBezTo>
                      <a:pt x="791" y="0"/>
                      <a:pt x="0" y="821"/>
                      <a:pt x="0" y="1824"/>
                    </a:cubicBezTo>
                    <a:lnTo>
                      <a:pt x="0" y="4225"/>
                    </a:lnTo>
                    <a:cubicBezTo>
                      <a:pt x="0" y="5228"/>
                      <a:pt x="821" y="6049"/>
                      <a:pt x="1824" y="6049"/>
                    </a:cubicBezTo>
                    <a:lnTo>
                      <a:pt x="32281" y="6049"/>
                    </a:lnTo>
                    <a:cubicBezTo>
                      <a:pt x="33284" y="6049"/>
                      <a:pt x="34104" y="5198"/>
                      <a:pt x="34104" y="4225"/>
                    </a:cubicBezTo>
                    <a:lnTo>
                      <a:pt x="34104" y="1824"/>
                    </a:lnTo>
                    <a:cubicBezTo>
                      <a:pt x="34104" y="790"/>
                      <a:pt x="33284" y="0"/>
                      <a:pt x="3228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>
                <a:outerShdw blurRad="57150" dist="47625" dir="5400000" algn="bl" rotWithShape="0">
                  <a:schemeClr val="dk1">
                    <a:alpha val="16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7" name="Google Shape;1427;p73"/>
              <p:cNvSpPr/>
              <p:nvPr/>
            </p:nvSpPr>
            <p:spPr>
              <a:xfrm>
                <a:off x="5140250" y="1868000"/>
                <a:ext cx="730275" cy="19000"/>
              </a:xfrm>
              <a:custGeom>
                <a:avLst/>
                <a:gdLst/>
                <a:ahLst/>
                <a:cxnLst/>
                <a:rect l="l" t="t" r="r" b="b"/>
                <a:pathLst>
                  <a:path w="29211" h="760" extrusionOk="0">
                    <a:moveTo>
                      <a:pt x="365" y="0"/>
                    </a:moveTo>
                    <a:cubicBezTo>
                      <a:pt x="152" y="0"/>
                      <a:pt x="0" y="182"/>
                      <a:pt x="0" y="395"/>
                    </a:cubicBezTo>
                    <a:cubicBezTo>
                      <a:pt x="0" y="608"/>
                      <a:pt x="182" y="760"/>
                      <a:pt x="365" y="760"/>
                    </a:cubicBezTo>
                    <a:lnTo>
                      <a:pt x="28846" y="760"/>
                    </a:lnTo>
                    <a:cubicBezTo>
                      <a:pt x="29028" y="760"/>
                      <a:pt x="29210" y="608"/>
                      <a:pt x="29210" y="395"/>
                    </a:cubicBezTo>
                    <a:cubicBezTo>
                      <a:pt x="29210" y="152"/>
                      <a:pt x="29028" y="0"/>
                      <a:pt x="2884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47625" dir="5400000" algn="bl" rotWithShape="0">
                  <a:schemeClr val="dk1">
                    <a:alpha val="16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8" name="Google Shape;1428;p73"/>
              <p:cNvSpPr/>
              <p:nvPr/>
            </p:nvSpPr>
            <p:spPr>
              <a:xfrm>
                <a:off x="5140250" y="1868750"/>
                <a:ext cx="117050" cy="19025"/>
              </a:xfrm>
              <a:custGeom>
                <a:avLst/>
                <a:gdLst/>
                <a:ahLst/>
                <a:cxnLst/>
                <a:rect l="l" t="t" r="r" b="b"/>
                <a:pathLst>
                  <a:path w="4682" h="761" extrusionOk="0">
                    <a:moveTo>
                      <a:pt x="365" y="0"/>
                    </a:moveTo>
                    <a:cubicBezTo>
                      <a:pt x="182" y="0"/>
                      <a:pt x="0" y="152"/>
                      <a:pt x="0" y="396"/>
                    </a:cubicBezTo>
                    <a:cubicBezTo>
                      <a:pt x="0" y="578"/>
                      <a:pt x="152" y="760"/>
                      <a:pt x="365" y="760"/>
                    </a:cubicBezTo>
                    <a:lnTo>
                      <a:pt x="4681" y="760"/>
                    </a:lnTo>
                    <a:lnTo>
                      <a:pt x="468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47625" dir="5400000" algn="bl" rotWithShape="0">
                  <a:schemeClr val="dk1">
                    <a:alpha val="16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9" name="Google Shape;1429;p73"/>
              <p:cNvSpPr/>
              <p:nvPr/>
            </p:nvSpPr>
            <p:spPr>
              <a:xfrm>
                <a:off x="5235225" y="1852800"/>
                <a:ext cx="49425" cy="49400"/>
              </a:xfrm>
              <a:custGeom>
                <a:avLst/>
                <a:gdLst/>
                <a:ahLst/>
                <a:cxnLst/>
                <a:rect l="l" t="t" r="r" b="b"/>
                <a:pathLst>
                  <a:path w="1977" h="1976" extrusionOk="0">
                    <a:moveTo>
                      <a:pt x="973" y="0"/>
                    </a:moveTo>
                    <a:cubicBezTo>
                      <a:pt x="426" y="0"/>
                      <a:pt x="1" y="456"/>
                      <a:pt x="1" y="973"/>
                    </a:cubicBezTo>
                    <a:cubicBezTo>
                      <a:pt x="1" y="1520"/>
                      <a:pt x="426" y="1976"/>
                      <a:pt x="973" y="1976"/>
                    </a:cubicBezTo>
                    <a:cubicBezTo>
                      <a:pt x="1520" y="1976"/>
                      <a:pt x="1976" y="1520"/>
                      <a:pt x="1976" y="973"/>
                    </a:cubicBezTo>
                    <a:cubicBezTo>
                      <a:pt x="1976" y="456"/>
                      <a:pt x="1520" y="0"/>
                      <a:pt x="97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47625" dir="5400000" algn="bl" rotWithShape="0">
                  <a:schemeClr val="dk1">
                    <a:alpha val="16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430" name="Google Shape;1430;p73"/>
              <p:cNvGrpSpPr/>
              <p:nvPr/>
            </p:nvGrpSpPr>
            <p:grpSpPr>
              <a:xfrm>
                <a:off x="6847314" y="2023795"/>
                <a:ext cx="622391" cy="623829"/>
                <a:chOff x="5096713" y="3964200"/>
                <a:chExt cx="324500" cy="325250"/>
              </a:xfrm>
            </p:grpSpPr>
            <p:sp>
              <p:nvSpPr>
                <p:cNvPr id="1431" name="Google Shape;1431;p73"/>
                <p:cNvSpPr/>
                <p:nvPr/>
              </p:nvSpPr>
              <p:spPr>
                <a:xfrm>
                  <a:off x="5096713" y="3964200"/>
                  <a:ext cx="324500" cy="32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80" h="13010" extrusionOk="0">
                      <a:moveTo>
                        <a:pt x="6445" y="699"/>
                      </a:moveTo>
                      <a:cubicBezTo>
                        <a:pt x="9636" y="699"/>
                        <a:pt x="12250" y="3313"/>
                        <a:pt x="12250" y="6505"/>
                      </a:cubicBezTo>
                      <a:cubicBezTo>
                        <a:pt x="12250" y="9697"/>
                        <a:pt x="9667" y="12311"/>
                        <a:pt x="6445" y="12311"/>
                      </a:cubicBezTo>
                      <a:cubicBezTo>
                        <a:pt x="3253" y="12311"/>
                        <a:pt x="639" y="9727"/>
                        <a:pt x="639" y="6505"/>
                      </a:cubicBezTo>
                      <a:cubicBezTo>
                        <a:pt x="639" y="3313"/>
                        <a:pt x="3253" y="699"/>
                        <a:pt x="6445" y="699"/>
                      </a:cubicBezTo>
                      <a:close/>
                      <a:moveTo>
                        <a:pt x="6475" y="0"/>
                      </a:moveTo>
                      <a:cubicBezTo>
                        <a:pt x="2919" y="0"/>
                        <a:pt x="1" y="2949"/>
                        <a:pt x="1" y="6505"/>
                      </a:cubicBezTo>
                      <a:cubicBezTo>
                        <a:pt x="1" y="10092"/>
                        <a:pt x="2888" y="13010"/>
                        <a:pt x="6475" y="13010"/>
                      </a:cubicBezTo>
                      <a:cubicBezTo>
                        <a:pt x="10062" y="13010"/>
                        <a:pt x="12980" y="10092"/>
                        <a:pt x="12980" y="6505"/>
                      </a:cubicBezTo>
                      <a:cubicBezTo>
                        <a:pt x="12980" y="2949"/>
                        <a:pt x="10062" y="0"/>
                        <a:pt x="6475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  <a:effectLst>
                  <a:outerShdw blurRad="57150" dist="57150" dir="5400000" algn="bl" rotWithShape="0">
                    <a:schemeClr val="dk1">
                      <a:alpha val="16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32" name="Google Shape;1432;p73"/>
                <p:cNvSpPr/>
                <p:nvPr/>
              </p:nvSpPr>
              <p:spPr>
                <a:xfrm>
                  <a:off x="5185638" y="3964200"/>
                  <a:ext cx="144400" cy="32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76" h="13010" extrusionOk="0">
                      <a:moveTo>
                        <a:pt x="2888" y="699"/>
                      </a:moveTo>
                      <a:cubicBezTo>
                        <a:pt x="3952" y="699"/>
                        <a:pt x="5137" y="3101"/>
                        <a:pt x="5137" y="6505"/>
                      </a:cubicBezTo>
                      <a:cubicBezTo>
                        <a:pt x="5137" y="9940"/>
                        <a:pt x="3952" y="12311"/>
                        <a:pt x="2888" y="12311"/>
                      </a:cubicBezTo>
                      <a:cubicBezTo>
                        <a:pt x="1824" y="12311"/>
                        <a:pt x="638" y="9940"/>
                        <a:pt x="638" y="6505"/>
                      </a:cubicBezTo>
                      <a:cubicBezTo>
                        <a:pt x="638" y="3101"/>
                        <a:pt x="1824" y="699"/>
                        <a:pt x="2888" y="699"/>
                      </a:cubicBezTo>
                      <a:close/>
                      <a:moveTo>
                        <a:pt x="2888" y="0"/>
                      </a:moveTo>
                      <a:cubicBezTo>
                        <a:pt x="1307" y="0"/>
                        <a:pt x="0" y="2857"/>
                        <a:pt x="0" y="6505"/>
                      </a:cubicBezTo>
                      <a:cubicBezTo>
                        <a:pt x="0" y="10152"/>
                        <a:pt x="1307" y="13010"/>
                        <a:pt x="2888" y="13010"/>
                      </a:cubicBezTo>
                      <a:cubicBezTo>
                        <a:pt x="4499" y="13010"/>
                        <a:pt x="5775" y="10152"/>
                        <a:pt x="5775" y="6505"/>
                      </a:cubicBezTo>
                      <a:cubicBezTo>
                        <a:pt x="5775" y="2857"/>
                        <a:pt x="4529" y="0"/>
                        <a:pt x="288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  <a:effectLst>
                  <a:outerShdw blurRad="57150" dist="57150" dir="5400000" algn="bl" rotWithShape="0">
                    <a:schemeClr val="dk1">
                      <a:alpha val="16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33" name="Google Shape;1433;p73"/>
                <p:cNvSpPr/>
                <p:nvPr/>
              </p:nvSpPr>
              <p:spPr>
                <a:xfrm>
                  <a:off x="5104313" y="4119225"/>
                  <a:ext cx="307800" cy="15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12" h="639" extrusionOk="0">
                      <a:moveTo>
                        <a:pt x="1" y="0"/>
                      </a:moveTo>
                      <a:lnTo>
                        <a:pt x="1" y="638"/>
                      </a:lnTo>
                      <a:lnTo>
                        <a:pt x="12311" y="638"/>
                      </a:lnTo>
                      <a:lnTo>
                        <a:pt x="1231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  <a:effectLst>
                  <a:outerShdw blurRad="57150" dist="57150" dir="5400000" algn="bl" rotWithShape="0">
                    <a:schemeClr val="dk1">
                      <a:alpha val="16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34" name="Google Shape;1434;p73"/>
                <p:cNvSpPr/>
                <p:nvPr/>
              </p:nvSpPr>
              <p:spPr>
                <a:xfrm>
                  <a:off x="5136238" y="4023475"/>
                  <a:ext cx="243200" cy="43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28" h="1733" extrusionOk="0">
                      <a:moveTo>
                        <a:pt x="456" y="0"/>
                      </a:moveTo>
                      <a:lnTo>
                        <a:pt x="0" y="456"/>
                      </a:lnTo>
                      <a:cubicBezTo>
                        <a:pt x="31" y="486"/>
                        <a:pt x="1307" y="1733"/>
                        <a:pt x="4864" y="1733"/>
                      </a:cubicBezTo>
                      <a:cubicBezTo>
                        <a:pt x="8420" y="1733"/>
                        <a:pt x="9697" y="486"/>
                        <a:pt x="9727" y="456"/>
                      </a:cubicBezTo>
                      <a:lnTo>
                        <a:pt x="9271" y="0"/>
                      </a:lnTo>
                      <a:cubicBezTo>
                        <a:pt x="9271" y="0"/>
                        <a:pt x="8147" y="1094"/>
                        <a:pt x="4864" y="1094"/>
                      </a:cubicBezTo>
                      <a:cubicBezTo>
                        <a:pt x="1581" y="1094"/>
                        <a:pt x="456" y="0"/>
                        <a:pt x="456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  <a:effectLst>
                  <a:outerShdw blurRad="57150" dist="57150" dir="5400000" algn="bl" rotWithShape="0">
                    <a:schemeClr val="dk1">
                      <a:alpha val="16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35" name="Google Shape;1435;p73"/>
                <p:cNvSpPr/>
                <p:nvPr/>
              </p:nvSpPr>
              <p:spPr>
                <a:xfrm>
                  <a:off x="5136238" y="4187600"/>
                  <a:ext cx="243200" cy="44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28" h="1764" extrusionOk="0">
                      <a:moveTo>
                        <a:pt x="4864" y="1"/>
                      </a:moveTo>
                      <a:cubicBezTo>
                        <a:pt x="1277" y="1"/>
                        <a:pt x="31" y="1247"/>
                        <a:pt x="0" y="1308"/>
                      </a:cubicBezTo>
                      <a:lnTo>
                        <a:pt x="456" y="1764"/>
                      </a:lnTo>
                      <a:cubicBezTo>
                        <a:pt x="456" y="1764"/>
                        <a:pt x="1581" y="639"/>
                        <a:pt x="4864" y="639"/>
                      </a:cubicBezTo>
                      <a:cubicBezTo>
                        <a:pt x="8147" y="639"/>
                        <a:pt x="9271" y="1764"/>
                        <a:pt x="9271" y="1764"/>
                      </a:cubicBezTo>
                      <a:lnTo>
                        <a:pt x="9727" y="1308"/>
                      </a:lnTo>
                      <a:cubicBezTo>
                        <a:pt x="9697" y="1247"/>
                        <a:pt x="8450" y="1"/>
                        <a:pt x="4864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  <a:effectLst>
                  <a:outerShdw blurRad="57150" dist="57150" dir="5400000" algn="bl" rotWithShape="0">
                    <a:schemeClr val="dk1">
                      <a:alpha val="16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436" name="Google Shape;1436;p73"/>
            <p:cNvGrpSpPr/>
            <p:nvPr/>
          </p:nvGrpSpPr>
          <p:grpSpPr>
            <a:xfrm>
              <a:off x="6016600" y="1843700"/>
              <a:ext cx="541250" cy="541250"/>
              <a:chOff x="4166475" y="4220125"/>
              <a:chExt cx="541250" cy="541250"/>
            </a:xfrm>
          </p:grpSpPr>
          <p:sp>
            <p:nvSpPr>
              <p:cNvPr id="1437" name="Google Shape;1437;p73"/>
              <p:cNvSpPr/>
              <p:nvPr/>
            </p:nvSpPr>
            <p:spPr>
              <a:xfrm>
                <a:off x="4220675" y="4597075"/>
                <a:ext cx="110125" cy="110925"/>
              </a:xfrm>
              <a:custGeom>
                <a:avLst/>
                <a:gdLst/>
                <a:ahLst/>
                <a:cxnLst/>
                <a:rect l="l" t="t" r="r" b="b"/>
                <a:pathLst>
                  <a:path w="4405" h="4437" extrusionOk="0">
                    <a:moveTo>
                      <a:pt x="2202" y="0"/>
                    </a:moveTo>
                    <a:cubicBezTo>
                      <a:pt x="968" y="0"/>
                      <a:pt x="1" y="1001"/>
                      <a:pt x="1" y="2235"/>
                    </a:cubicBezTo>
                    <a:cubicBezTo>
                      <a:pt x="1" y="3436"/>
                      <a:pt x="968" y="4437"/>
                      <a:pt x="2202" y="4437"/>
                    </a:cubicBezTo>
                    <a:cubicBezTo>
                      <a:pt x="3437" y="4437"/>
                      <a:pt x="4404" y="3436"/>
                      <a:pt x="4404" y="2235"/>
                    </a:cubicBezTo>
                    <a:cubicBezTo>
                      <a:pt x="4404" y="1001"/>
                      <a:pt x="3437" y="0"/>
                      <a:pt x="220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47625" dir="5400000" algn="bl" rotWithShape="0">
                  <a:schemeClr val="dk1">
                    <a:alpha val="1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8" name="Google Shape;1438;p73"/>
              <p:cNvSpPr/>
              <p:nvPr/>
            </p:nvSpPr>
            <p:spPr>
              <a:xfrm>
                <a:off x="4542575" y="4275175"/>
                <a:ext cx="110100" cy="110925"/>
              </a:xfrm>
              <a:custGeom>
                <a:avLst/>
                <a:gdLst/>
                <a:ahLst/>
                <a:cxnLst/>
                <a:rect l="l" t="t" r="r" b="b"/>
                <a:pathLst>
                  <a:path w="4404" h="4437" extrusionOk="0">
                    <a:moveTo>
                      <a:pt x="2202" y="0"/>
                    </a:moveTo>
                    <a:cubicBezTo>
                      <a:pt x="1001" y="0"/>
                      <a:pt x="1" y="1001"/>
                      <a:pt x="1" y="2235"/>
                    </a:cubicBezTo>
                    <a:cubicBezTo>
                      <a:pt x="1" y="3436"/>
                      <a:pt x="1001" y="4437"/>
                      <a:pt x="2202" y="4437"/>
                    </a:cubicBezTo>
                    <a:cubicBezTo>
                      <a:pt x="3437" y="4437"/>
                      <a:pt x="4404" y="3436"/>
                      <a:pt x="4404" y="2235"/>
                    </a:cubicBezTo>
                    <a:cubicBezTo>
                      <a:pt x="4404" y="1001"/>
                      <a:pt x="3437" y="0"/>
                      <a:pt x="220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47625" dir="5400000" algn="bl" rotWithShape="0">
                  <a:schemeClr val="dk1">
                    <a:alpha val="1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9" name="Google Shape;1439;p73"/>
              <p:cNvSpPr/>
              <p:nvPr/>
            </p:nvSpPr>
            <p:spPr>
              <a:xfrm>
                <a:off x="4212900" y="4273500"/>
                <a:ext cx="448400" cy="434500"/>
              </a:xfrm>
              <a:custGeom>
                <a:avLst/>
                <a:gdLst/>
                <a:ahLst/>
                <a:cxnLst/>
                <a:rect l="l" t="t" r="r" b="b"/>
                <a:pathLst>
                  <a:path w="17936" h="17380" extrusionOk="0">
                    <a:moveTo>
                      <a:pt x="4232" y="0"/>
                    </a:moveTo>
                    <a:cubicBezTo>
                      <a:pt x="1893" y="0"/>
                      <a:pt x="1" y="2078"/>
                      <a:pt x="312" y="4504"/>
                    </a:cubicBezTo>
                    <a:cubicBezTo>
                      <a:pt x="512" y="6238"/>
                      <a:pt x="1880" y="7673"/>
                      <a:pt x="3648" y="7906"/>
                    </a:cubicBezTo>
                    <a:cubicBezTo>
                      <a:pt x="3881" y="7956"/>
                      <a:pt x="4106" y="7981"/>
                      <a:pt x="4327" y="7981"/>
                    </a:cubicBezTo>
                    <a:cubicBezTo>
                      <a:pt x="4548" y="7981"/>
                      <a:pt x="4765" y="7956"/>
                      <a:pt x="4982" y="7906"/>
                    </a:cubicBezTo>
                    <a:cubicBezTo>
                      <a:pt x="5197" y="7868"/>
                      <a:pt x="5413" y="7849"/>
                      <a:pt x="5628" y="7849"/>
                    </a:cubicBezTo>
                    <a:cubicBezTo>
                      <a:pt x="6713" y="7849"/>
                      <a:pt x="7772" y="8322"/>
                      <a:pt x="8551" y="9074"/>
                    </a:cubicBezTo>
                    <a:cubicBezTo>
                      <a:pt x="9485" y="10008"/>
                      <a:pt x="9985" y="11342"/>
                      <a:pt x="9719" y="12676"/>
                    </a:cubicBezTo>
                    <a:cubicBezTo>
                      <a:pt x="9652" y="13077"/>
                      <a:pt x="9652" y="13544"/>
                      <a:pt x="9719" y="14011"/>
                    </a:cubicBezTo>
                    <a:cubicBezTo>
                      <a:pt x="9985" y="15745"/>
                      <a:pt x="11453" y="17146"/>
                      <a:pt x="13154" y="17346"/>
                    </a:cubicBezTo>
                    <a:cubicBezTo>
                      <a:pt x="13328" y="17369"/>
                      <a:pt x="13501" y="17380"/>
                      <a:pt x="13671" y="17380"/>
                    </a:cubicBezTo>
                    <a:cubicBezTo>
                      <a:pt x="16014" y="17380"/>
                      <a:pt x="17935" y="15302"/>
                      <a:pt x="17624" y="12876"/>
                    </a:cubicBezTo>
                    <a:cubicBezTo>
                      <a:pt x="17391" y="11142"/>
                      <a:pt x="16023" y="9708"/>
                      <a:pt x="14289" y="9474"/>
                    </a:cubicBezTo>
                    <a:cubicBezTo>
                      <a:pt x="14055" y="9424"/>
                      <a:pt x="13822" y="9399"/>
                      <a:pt x="13596" y="9399"/>
                    </a:cubicBezTo>
                    <a:cubicBezTo>
                      <a:pt x="13371" y="9399"/>
                      <a:pt x="13154" y="9424"/>
                      <a:pt x="12954" y="9474"/>
                    </a:cubicBezTo>
                    <a:cubicBezTo>
                      <a:pt x="12739" y="9513"/>
                      <a:pt x="12523" y="9531"/>
                      <a:pt x="12308" y="9531"/>
                    </a:cubicBezTo>
                    <a:cubicBezTo>
                      <a:pt x="11222" y="9531"/>
                      <a:pt x="10159" y="9058"/>
                      <a:pt x="9352" y="8306"/>
                    </a:cubicBezTo>
                    <a:cubicBezTo>
                      <a:pt x="8451" y="7372"/>
                      <a:pt x="7951" y="6038"/>
                      <a:pt x="8184" y="4704"/>
                    </a:cubicBezTo>
                    <a:cubicBezTo>
                      <a:pt x="8251" y="4304"/>
                      <a:pt x="8251" y="3837"/>
                      <a:pt x="8184" y="3370"/>
                    </a:cubicBezTo>
                    <a:cubicBezTo>
                      <a:pt x="7917" y="1635"/>
                      <a:pt x="6483" y="234"/>
                      <a:pt x="4748" y="34"/>
                    </a:cubicBezTo>
                    <a:cubicBezTo>
                      <a:pt x="4574" y="11"/>
                      <a:pt x="4402" y="0"/>
                      <a:pt x="423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47625" dir="5400000" algn="bl" rotWithShape="0">
                  <a:schemeClr val="dk1">
                    <a:alpha val="1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0" name="Google Shape;1440;p73"/>
              <p:cNvSpPr/>
              <p:nvPr/>
            </p:nvSpPr>
            <p:spPr>
              <a:xfrm>
                <a:off x="4166475" y="4220125"/>
                <a:ext cx="541250" cy="541250"/>
              </a:xfrm>
              <a:custGeom>
                <a:avLst/>
                <a:gdLst/>
                <a:ahLst/>
                <a:cxnLst/>
                <a:rect l="l" t="t" r="r" b="b"/>
                <a:pathLst>
                  <a:path w="21650" h="21650" extrusionOk="0">
                    <a:moveTo>
                      <a:pt x="1669" y="334"/>
                    </a:moveTo>
                    <a:lnTo>
                      <a:pt x="1669" y="368"/>
                    </a:lnTo>
                    <a:lnTo>
                      <a:pt x="19982" y="368"/>
                    </a:lnTo>
                    <a:cubicBezTo>
                      <a:pt x="20682" y="368"/>
                      <a:pt x="21249" y="968"/>
                      <a:pt x="21249" y="1669"/>
                    </a:cubicBezTo>
                    <a:lnTo>
                      <a:pt x="21249" y="19948"/>
                    </a:lnTo>
                    <a:cubicBezTo>
                      <a:pt x="21249" y="20649"/>
                      <a:pt x="20682" y="21216"/>
                      <a:pt x="19982" y="21216"/>
                    </a:cubicBezTo>
                    <a:lnTo>
                      <a:pt x="1669" y="21216"/>
                    </a:lnTo>
                    <a:cubicBezTo>
                      <a:pt x="935" y="21216"/>
                      <a:pt x="368" y="20649"/>
                      <a:pt x="368" y="19948"/>
                    </a:cubicBezTo>
                    <a:lnTo>
                      <a:pt x="368" y="1635"/>
                    </a:lnTo>
                    <a:cubicBezTo>
                      <a:pt x="368" y="935"/>
                      <a:pt x="968" y="334"/>
                      <a:pt x="1669" y="334"/>
                    </a:cubicBezTo>
                    <a:close/>
                    <a:moveTo>
                      <a:pt x="1669" y="1"/>
                    </a:moveTo>
                    <a:cubicBezTo>
                      <a:pt x="735" y="1"/>
                      <a:pt x="1" y="768"/>
                      <a:pt x="1" y="1669"/>
                    </a:cubicBezTo>
                    <a:lnTo>
                      <a:pt x="1" y="19982"/>
                    </a:lnTo>
                    <a:cubicBezTo>
                      <a:pt x="1" y="20882"/>
                      <a:pt x="735" y="21650"/>
                      <a:pt x="1669" y="21650"/>
                    </a:cubicBezTo>
                    <a:lnTo>
                      <a:pt x="19982" y="21650"/>
                    </a:lnTo>
                    <a:cubicBezTo>
                      <a:pt x="20882" y="21650"/>
                      <a:pt x="21649" y="20882"/>
                      <a:pt x="21649" y="19982"/>
                    </a:cubicBezTo>
                    <a:lnTo>
                      <a:pt x="21649" y="1669"/>
                    </a:lnTo>
                    <a:cubicBezTo>
                      <a:pt x="21649" y="768"/>
                      <a:pt x="20882" y="1"/>
                      <a:pt x="1998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47625" dir="5400000" algn="bl" rotWithShape="0">
                  <a:schemeClr val="dk1">
                    <a:alpha val="1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41" name="Google Shape;1441;p73"/>
          <p:cNvSpPr/>
          <p:nvPr/>
        </p:nvSpPr>
        <p:spPr>
          <a:xfrm>
            <a:off x="4973975" y="1104475"/>
            <a:ext cx="356425" cy="355650"/>
          </a:xfrm>
          <a:custGeom>
            <a:avLst/>
            <a:gdLst/>
            <a:ahLst/>
            <a:cxnLst/>
            <a:rect l="l" t="t" r="r" b="b"/>
            <a:pathLst>
              <a:path w="14257" h="14226" extrusionOk="0">
                <a:moveTo>
                  <a:pt x="7160" y="4895"/>
                </a:moveTo>
                <a:cubicBezTo>
                  <a:pt x="8066" y="4895"/>
                  <a:pt x="8891" y="5467"/>
                  <a:pt x="9180" y="6383"/>
                </a:cubicBezTo>
                <a:cubicBezTo>
                  <a:pt x="9575" y="7508"/>
                  <a:pt x="8967" y="8724"/>
                  <a:pt x="7812" y="9119"/>
                </a:cubicBezTo>
                <a:cubicBezTo>
                  <a:pt x="7591" y="9191"/>
                  <a:pt x="7367" y="9225"/>
                  <a:pt x="7145" y="9225"/>
                </a:cubicBezTo>
                <a:cubicBezTo>
                  <a:pt x="6241" y="9225"/>
                  <a:pt x="5394" y="8655"/>
                  <a:pt x="5077" y="7751"/>
                </a:cubicBezTo>
                <a:cubicBezTo>
                  <a:pt x="4712" y="6596"/>
                  <a:pt x="5320" y="5380"/>
                  <a:pt x="6444" y="5016"/>
                </a:cubicBezTo>
                <a:cubicBezTo>
                  <a:pt x="6683" y="4934"/>
                  <a:pt x="6924" y="4895"/>
                  <a:pt x="7160" y="4895"/>
                </a:cubicBezTo>
                <a:close/>
                <a:moveTo>
                  <a:pt x="6080" y="0"/>
                </a:moveTo>
                <a:lnTo>
                  <a:pt x="3526" y="851"/>
                </a:lnTo>
                <a:lnTo>
                  <a:pt x="4226" y="2827"/>
                </a:lnTo>
                <a:cubicBezTo>
                  <a:pt x="3830" y="3101"/>
                  <a:pt x="3526" y="3374"/>
                  <a:pt x="3222" y="3709"/>
                </a:cubicBezTo>
                <a:lnTo>
                  <a:pt x="1368" y="2797"/>
                </a:lnTo>
                <a:lnTo>
                  <a:pt x="183" y="5228"/>
                </a:lnTo>
                <a:lnTo>
                  <a:pt x="2037" y="6140"/>
                </a:lnTo>
                <a:cubicBezTo>
                  <a:pt x="1976" y="6566"/>
                  <a:pt x="1946" y="7022"/>
                  <a:pt x="1976" y="7478"/>
                </a:cubicBezTo>
                <a:lnTo>
                  <a:pt x="0" y="8146"/>
                </a:lnTo>
                <a:lnTo>
                  <a:pt x="852" y="10700"/>
                </a:lnTo>
                <a:lnTo>
                  <a:pt x="2827" y="10031"/>
                </a:lnTo>
                <a:cubicBezTo>
                  <a:pt x="3101" y="10396"/>
                  <a:pt x="3374" y="10700"/>
                  <a:pt x="3709" y="11004"/>
                </a:cubicBezTo>
                <a:lnTo>
                  <a:pt x="2797" y="12858"/>
                </a:lnTo>
                <a:lnTo>
                  <a:pt x="5229" y="14043"/>
                </a:lnTo>
                <a:lnTo>
                  <a:pt x="6140" y="12189"/>
                </a:lnTo>
                <a:cubicBezTo>
                  <a:pt x="6441" y="12232"/>
                  <a:pt x="6757" y="12275"/>
                  <a:pt x="7078" y="12275"/>
                </a:cubicBezTo>
                <a:cubicBezTo>
                  <a:pt x="7211" y="12275"/>
                  <a:pt x="7344" y="12268"/>
                  <a:pt x="7478" y="12250"/>
                </a:cubicBezTo>
                <a:lnTo>
                  <a:pt x="8147" y="14225"/>
                </a:lnTo>
                <a:lnTo>
                  <a:pt x="10700" y="13374"/>
                </a:lnTo>
                <a:lnTo>
                  <a:pt x="10031" y="11399"/>
                </a:lnTo>
                <a:cubicBezTo>
                  <a:pt x="10396" y="11125"/>
                  <a:pt x="10700" y="10852"/>
                  <a:pt x="11004" y="10517"/>
                </a:cubicBezTo>
                <a:lnTo>
                  <a:pt x="12858" y="11429"/>
                </a:lnTo>
                <a:lnTo>
                  <a:pt x="14043" y="8997"/>
                </a:lnTo>
                <a:lnTo>
                  <a:pt x="12189" y="8086"/>
                </a:lnTo>
                <a:cubicBezTo>
                  <a:pt x="12280" y="7660"/>
                  <a:pt x="12311" y="7204"/>
                  <a:pt x="12280" y="6748"/>
                </a:cubicBezTo>
                <a:lnTo>
                  <a:pt x="14256" y="6079"/>
                </a:lnTo>
                <a:lnTo>
                  <a:pt x="13375" y="3526"/>
                </a:lnTo>
                <a:lnTo>
                  <a:pt x="11399" y="4195"/>
                </a:lnTo>
                <a:cubicBezTo>
                  <a:pt x="11125" y="3830"/>
                  <a:pt x="10852" y="3526"/>
                  <a:pt x="10517" y="3222"/>
                </a:cubicBezTo>
                <a:lnTo>
                  <a:pt x="11429" y="1368"/>
                </a:lnTo>
                <a:lnTo>
                  <a:pt x="8998" y="183"/>
                </a:lnTo>
                <a:lnTo>
                  <a:pt x="8086" y="2037"/>
                </a:lnTo>
                <a:cubicBezTo>
                  <a:pt x="7785" y="1994"/>
                  <a:pt x="7469" y="1951"/>
                  <a:pt x="7148" y="1951"/>
                </a:cubicBezTo>
                <a:cubicBezTo>
                  <a:pt x="7015" y="1951"/>
                  <a:pt x="6882" y="1958"/>
                  <a:pt x="6748" y="1976"/>
                </a:cubicBezTo>
                <a:lnTo>
                  <a:pt x="608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57150" dist="57150" dir="5400000" algn="bl" rotWithShape="0">
              <a:schemeClr val="dk1">
                <a:alpha val="16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2" name="Google Shape;1442;p73"/>
          <p:cNvSpPr/>
          <p:nvPr/>
        </p:nvSpPr>
        <p:spPr>
          <a:xfrm>
            <a:off x="8063250" y="4052650"/>
            <a:ext cx="250775" cy="250775"/>
          </a:xfrm>
          <a:custGeom>
            <a:avLst/>
            <a:gdLst/>
            <a:ahLst/>
            <a:cxnLst/>
            <a:rect l="l" t="t" r="r" b="b"/>
            <a:pathLst>
              <a:path w="10031" h="10031" extrusionOk="0">
                <a:moveTo>
                  <a:pt x="5047" y="3455"/>
                </a:moveTo>
                <a:cubicBezTo>
                  <a:pt x="5309" y="3455"/>
                  <a:pt x="5573" y="3526"/>
                  <a:pt x="5806" y="3678"/>
                </a:cubicBezTo>
                <a:cubicBezTo>
                  <a:pt x="6535" y="4134"/>
                  <a:pt x="6778" y="5046"/>
                  <a:pt x="6353" y="5775"/>
                </a:cubicBezTo>
                <a:cubicBezTo>
                  <a:pt x="6074" y="6254"/>
                  <a:pt x="5572" y="6523"/>
                  <a:pt x="5055" y="6523"/>
                </a:cubicBezTo>
                <a:cubicBezTo>
                  <a:pt x="4783" y="6523"/>
                  <a:pt x="4507" y="6449"/>
                  <a:pt x="4256" y="6292"/>
                </a:cubicBezTo>
                <a:cubicBezTo>
                  <a:pt x="3526" y="5897"/>
                  <a:pt x="3283" y="4924"/>
                  <a:pt x="3739" y="4225"/>
                </a:cubicBezTo>
                <a:cubicBezTo>
                  <a:pt x="4002" y="3739"/>
                  <a:pt x="4522" y="3455"/>
                  <a:pt x="5047" y="3455"/>
                </a:cubicBezTo>
                <a:close/>
                <a:moveTo>
                  <a:pt x="4681" y="0"/>
                </a:moveTo>
                <a:lnTo>
                  <a:pt x="2857" y="456"/>
                </a:lnTo>
                <a:lnTo>
                  <a:pt x="3222" y="1854"/>
                </a:lnTo>
                <a:cubicBezTo>
                  <a:pt x="2979" y="2006"/>
                  <a:pt x="2705" y="2189"/>
                  <a:pt x="2462" y="2432"/>
                </a:cubicBezTo>
                <a:lnTo>
                  <a:pt x="1216" y="1672"/>
                </a:lnTo>
                <a:lnTo>
                  <a:pt x="274" y="3313"/>
                </a:lnTo>
                <a:lnTo>
                  <a:pt x="1520" y="4073"/>
                </a:lnTo>
                <a:cubicBezTo>
                  <a:pt x="1459" y="4377"/>
                  <a:pt x="1398" y="4681"/>
                  <a:pt x="1398" y="4985"/>
                </a:cubicBezTo>
                <a:lnTo>
                  <a:pt x="0" y="5350"/>
                </a:lnTo>
                <a:lnTo>
                  <a:pt x="456" y="7173"/>
                </a:lnTo>
                <a:lnTo>
                  <a:pt x="1854" y="6809"/>
                </a:lnTo>
                <a:cubicBezTo>
                  <a:pt x="2006" y="7052"/>
                  <a:pt x="2189" y="7325"/>
                  <a:pt x="2432" y="7569"/>
                </a:cubicBezTo>
                <a:lnTo>
                  <a:pt x="1672" y="8815"/>
                </a:lnTo>
                <a:lnTo>
                  <a:pt x="3313" y="9757"/>
                </a:lnTo>
                <a:lnTo>
                  <a:pt x="4073" y="8511"/>
                </a:lnTo>
                <a:cubicBezTo>
                  <a:pt x="4377" y="8572"/>
                  <a:pt x="4681" y="8632"/>
                  <a:pt x="4985" y="8632"/>
                </a:cubicBezTo>
                <a:lnTo>
                  <a:pt x="5350" y="10031"/>
                </a:lnTo>
                <a:lnTo>
                  <a:pt x="7174" y="9575"/>
                </a:lnTo>
                <a:lnTo>
                  <a:pt x="6809" y="8176"/>
                </a:lnTo>
                <a:cubicBezTo>
                  <a:pt x="7052" y="8024"/>
                  <a:pt x="7326" y="7812"/>
                  <a:pt x="7569" y="7599"/>
                </a:cubicBezTo>
                <a:lnTo>
                  <a:pt x="8815" y="8359"/>
                </a:lnTo>
                <a:lnTo>
                  <a:pt x="9757" y="6717"/>
                </a:lnTo>
                <a:lnTo>
                  <a:pt x="8511" y="5958"/>
                </a:lnTo>
                <a:cubicBezTo>
                  <a:pt x="8572" y="5654"/>
                  <a:pt x="8633" y="5350"/>
                  <a:pt x="8633" y="5046"/>
                </a:cubicBezTo>
                <a:lnTo>
                  <a:pt x="10031" y="4681"/>
                </a:lnTo>
                <a:lnTo>
                  <a:pt x="9575" y="2857"/>
                </a:lnTo>
                <a:lnTo>
                  <a:pt x="8177" y="3222"/>
                </a:lnTo>
                <a:cubicBezTo>
                  <a:pt x="8025" y="2948"/>
                  <a:pt x="7842" y="2705"/>
                  <a:pt x="7599" y="2462"/>
                </a:cubicBezTo>
                <a:lnTo>
                  <a:pt x="8359" y="1216"/>
                </a:lnTo>
                <a:lnTo>
                  <a:pt x="6718" y="274"/>
                </a:lnTo>
                <a:lnTo>
                  <a:pt x="5958" y="1520"/>
                </a:lnTo>
                <a:cubicBezTo>
                  <a:pt x="5654" y="1429"/>
                  <a:pt x="5350" y="1398"/>
                  <a:pt x="5046" y="1398"/>
                </a:cubicBezTo>
                <a:lnTo>
                  <a:pt x="468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57150" dist="476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904338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800"/>
                                        <p:tgtEl>
                                          <p:spTgt spid="13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800"/>
                            </p:stCondLst>
                            <p:childTnLst>
                              <p:par>
                                <p:cTn id="9" presetID="8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10" dur="800" fill="hold"/>
                                        <p:tgtEl>
                                          <p:spTgt spid="14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12" dur="800" fill="hold"/>
                                        <p:tgtEl>
                                          <p:spTgt spid="14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" name="Google Shape;1955;p88"/>
          <p:cNvSpPr txBox="1">
            <a:spLocks noGrp="1"/>
          </p:cNvSpPr>
          <p:nvPr>
            <p:ph type="subTitle" idx="1"/>
          </p:nvPr>
        </p:nvSpPr>
        <p:spPr>
          <a:xfrm>
            <a:off x="1700212" y="3295078"/>
            <a:ext cx="5743575" cy="50238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ru-RU" sz="1800" b="1" dirty="0">
                <a:hlinkClick r:id="rId3"/>
              </a:rPr>
              <a:t>наш сайт</a:t>
            </a:r>
            <a:endParaRPr sz="1800" b="1" dirty="0"/>
          </a:p>
        </p:txBody>
      </p:sp>
      <p:sp>
        <p:nvSpPr>
          <p:cNvPr id="1956" name="Google Shape;1956;p88"/>
          <p:cNvSpPr txBox="1">
            <a:spLocks noGrp="1"/>
          </p:cNvSpPr>
          <p:nvPr>
            <p:ph type="title"/>
          </p:nvPr>
        </p:nvSpPr>
        <p:spPr>
          <a:xfrm>
            <a:off x="2511300" y="1897539"/>
            <a:ext cx="41214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000" dirty="0"/>
              <a:t>СПАСИБО ЗА ВНИМАНИЕ</a:t>
            </a:r>
            <a:endParaRPr sz="4000" dirty="0"/>
          </a:p>
        </p:txBody>
      </p:sp>
      <p:grpSp>
        <p:nvGrpSpPr>
          <p:cNvPr id="1957" name="Google Shape;1957;p88"/>
          <p:cNvGrpSpPr/>
          <p:nvPr/>
        </p:nvGrpSpPr>
        <p:grpSpPr>
          <a:xfrm>
            <a:off x="5560950" y="3771900"/>
            <a:ext cx="2404169" cy="632322"/>
            <a:chOff x="5560950" y="3771900"/>
            <a:chExt cx="2404169" cy="632322"/>
          </a:xfrm>
        </p:grpSpPr>
        <p:sp>
          <p:nvSpPr>
            <p:cNvPr id="1958" name="Google Shape;1958;p88"/>
            <p:cNvSpPr/>
            <p:nvPr/>
          </p:nvSpPr>
          <p:spPr>
            <a:xfrm>
              <a:off x="5730357" y="3771900"/>
              <a:ext cx="2234762" cy="629690"/>
            </a:xfrm>
            <a:custGeom>
              <a:avLst/>
              <a:gdLst/>
              <a:ahLst/>
              <a:cxnLst/>
              <a:rect l="l" t="t" r="r" b="b"/>
              <a:pathLst>
                <a:path w="14714" h="4330" extrusionOk="0">
                  <a:moveTo>
                    <a:pt x="236" y="0"/>
                  </a:moveTo>
                  <a:cubicBezTo>
                    <a:pt x="107" y="0"/>
                    <a:pt x="1" y="104"/>
                    <a:pt x="1" y="233"/>
                  </a:cubicBezTo>
                  <a:lnTo>
                    <a:pt x="1" y="4094"/>
                  </a:lnTo>
                  <a:cubicBezTo>
                    <a:pt x="1" y="4223"/>
                    <a:pt x="107" y="4329"/>
                    <a:pt x="236" y="4329"/>
                  </a:cubicBezTo>
                  <a:lnTo>
                    <a:pt x="14481" y="4329"/>
                  </a:lnTo>
                  <a:cubicBezTo>
                    <a:pt x="14610" y="4329"/>
                    <a:pt x="14713" y="4223"/>
                    <a:pt x="14713" y="4094"/>
                  </a:cubicBezTo>
                  <a:lnTo>
                    <a:pt x="14713" y="233"/>
                  </a:lnTo>
                  <a:cubicBezTo>
                    <a:pt x="14713" y="104"/>
                    <a:pt x="14610" y="0"/>
                    <a:pt x="1448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57150" dir="5400000" algn="bl" rotWithShape="0">
                <a:srgbClr val="17336B">
                  <a:alpha val="15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9" name="Google Shape;1959;p88"/>
            <p:cNvSpPr/>
            <p:nvPr/>
          </p:nvSpPr>
          <p:spPr>
            <a:xfrm>
              <a:off x="5730357" y="3771900"/>
              <a:ext cx="2234762" cy="629690"/>
            </a:xfrm>
            <a:custGeom>
              <a:avLst/>
              <a:gdLst/>
              <a:ahLst/>
              <a:cxnLst/>
              <a:rect l="l" t="t" r="r" b="b"/>
              <a:pathLst>
                <a:path w="14714" h="4330" extrusionOk="0">
                  <a:moveTo>
                    <a:pt x="236" y="0"/>
                  </a:moveTo>
                  <a:cubicBezTo>
                    <a:pt x="107" y="0"/>
                    <a:pt x="1" y="104"/>
                    <a:pt x="1" y="233"/>
                  </a:cubicBezTo>
                  <a:lnTo>
                    <a:pt x="1" y="4094"/>
                  </a:lnTo>
                  <a:cubicBezTo>
                    <a:pt x="1" y="4223"/>
                    <a:pt x="107" y="4329"/>
                    <a:pt x="236" y="4329"/>
                  </a:cubicBezTo>
                  <a:lnTo>
                    <a:pt x="14481" y="4329"/>
                  </a:lnTo>
                  <a:cubicBezTo>
                    <a:pt x="14610" y="4329"/>
                    <a:pt x="14713" y="4223"/>
                    <a:pt x="14713" y="4094"/>
                  </a:cubicBezTo>
                  <a:lnTo>
                    <a:pt x="14713" y="233"/>
                  </a:lnTo>
                  <a:cubicBezTo>
                    <a:pt x="14713" y="104"/>
                    <a:pt x="14610" y="0"/>
                    <a:pt x="14481" y="0"/>
                  </a:cubicBezTo>
                  <a:close/>
                </a:path>
              </a:pathLst>
            </a:custGeom>
            <a:gradFill>
              <a:gsLst>
                <a:gs pos="0">
                  <a:srgbClr val="F3A7E0"/>
                </a:gs>
                <a:gs pos="100000">
                  <a:srgbClr val="DC3BB4"/>
                </a:gs>
              </a:gsLst>
              <a:lin ang="5400700" scaled="0"/>
            </a:gradFill>
            <a:ln>
              <a:noFill/>
            </a:ln>
            <a:effectLst>
              <a:outerShdw blurRad="57150" dist="57150" dir="5400000" algn="bl" rotWithShape="0">
                <a:srgbClr val="17336B">
                  <a:alpha val="15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0" name="Google Shape;1960;p88"/>
            <p:cNvSpPr/>
            <p:nvPr/>
          </p:nvSpPr>
          <p:spPr>
            <a:xfrm>
              <a:off x="5560950" y="3774532"/>
              <a:ext cx="554138" cy="629690"/>
            </a:xfrm>
            <a:custGeom>
              <a:avLst/>
              <a:gdLst/>
              <a:ahLst/>
              <a:cxnLst/>
              <a:rect l="l" t="t" r="r" b="b"/>
              <a:pathLst>
                <a:path w="3501" h="4330" extrusionOk="0">
                  <a:moveTo>
                    <a:pt x="829" y="0"/>
                  </a:moveTo>
                  <a:cubicBezTo>
                    <a:pt x="373" y="0"/>
                    <a:pt x="1" y="373"/>
                    <a:pt x="1" y="829"/>
                  </a:cubicBezTo>
                  <a:lnTo>
                    <a:pt x="1" y="3501"/>
                  </a:lnTo>
                  <a:cubicBezTo>
                    <a:pt x="1" y="3954"/>
                    <a:pt x="373" y="4329"/>
                    <a:pt x="829" y="4329"/>
                  </a:cubicBezTo>
                  <a:lnTo>
                    <a:pt x="3501" y="4329"/>
                  </a:lnTo>
                  <a:lnTo>
                    <a:pt x="350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dist="57150" dir="5400000" algn="bl" rotWithShape="0">
                <a:srgbClr val="17336B">
                  <a:alpha val="15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1" name="Google Shape;1961;p88"/>
            <p:cNvSpPr/>
            <p:nvPr/>
          </p:nvSpPr>
          <p:spPr>
            <a:xfrm>
              <a:off x="6255500" y="3992767"/>
              <a:ext cx="1287271" cy="30526"/>
            </a:xfrm>
            <a:custGeom>
              <a:avLst/>
              <a:gdLst/>
              <a:ahLst/>
              <a:cxnLst/>
              <a:rect l="l" t="t" r="r" b="b"/>
              <a:pathLst>
                <a:path w="8133" h="606" extrusionOk="0">
                  <a:moveTo>
                    <a:pt x="1" y="0"/>
                  </a:moveTo>
                  <a:lnTo>
                    <a:pt x="1" y="605"/>
                  </a:lnTo>
                  <a:lnTo>
                    <a:pt x="8132" y="605"/>
                  </a:lnTo>
                  <a:lnTo>
                    <a:pt x="813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57150" dir="5400000" algn="bl" rotWithShape="0">
                <a:srgbClr val="17336B">
                  <a:alpha val="15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2" name="Google Shape;1962;p88"/>
            <p:cNvSpPr/>
            <p:nvPr/>
          </p:nvSpPr>
          <p:spPr>
            <a:xfrm>
              <a:off x="7672125" y="3964318"/>
              <a:ext cx="141977" cy="220755"/>
            </a:xfrm>
            <a:custGeom>
              <a:avLst/>
              <a:gdLst/>
              <a:ahLst/>
              <a:cxnLst/>
              <a:rect l="l" t="t" r="r" b="b"/>
              <a:pathLst>
                <a:path w="897" h="1518" extrusionOk="0">
                  <a:moveTo>
                    <a:pt x="116" y="1"/>
                  </a:moveTo>
                  <a:cubicBezTo>
                    <a:pt x="87" y="1"/>
                    <a:pt x="58" y="13"/>
                    <a:pt x="34" y="37"/>
                  </a:cubicBezTo>
                  <a:cubicBezTo>
                    <a:pt x="11" y="59"/>
                    <a:pt x="11" y="84"/>
                    <a:pt x="11" y="118"/>
                  </a:cubicBezTo>
                  <a:cubicBezTo>
                    <a:pt x="11" y="140"/>
                    <a:pt x="11" y="177"/>
                    <a:pt x="34" y="199"/>
                  </a:cubicBezTo>
                  <a:lnTo>
                    <a:pt x="605" y="759"/>
                  </a:lnTo>
                  <a:lnTo>
                    <a:pt x="34" y="1330"/>
                  </a:lnTo>
                  <a:cubicBezTo>
                    <a:pt x="0" y="1367"/>
                    <a:pt x="0" y="1448"/>
                    <a:pt x="34" y="1484"/>
                  </a:cubicBezTo>
                  <a:cubicBezTo>
                    <a:pt x="58" y="1507"/>
                    <a:pt x="87" y="1518"/>
                    <a:pt x="116" y="1518"/>
                  </a:cubicBezTo>
                  <a:cubicBezTo>
                    <a:pt x="145" y="1518"/>
                    <a:pt x="174" y="1507"/>
                    <a:pt x="196" y="1484"/>
                  </a:cubicBezTo>
                  <a:lnTo>
                    <a:pt x="851" y="840"/>
                  </a:lnTo>
                  <a:cubicBezTo>
                    <a:pt x="896" y="795"/>
                    <a:pt x="896" y="725"/>
                    <a:pt x="851" y="678"/>
                  </a:cubicBezTo>
                  <a:lnTo>
                    <a:pt x="196" y="37"/>
                  </a:lnTo>
                  <a:cubicBezTo>
                    <a:pt x="174" y="13"/>
                    <a:pt x="145" y="1"/>
                    <a:pt x="11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57150" dir="5400000" algn="bl" rotWithShape="0">
                <a:srgbClr val="17336B">
                  <a:alpha val="15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3" name="Google Shape;1963;p88"/>
            <p:cNvSpPr/>
            <p:nvPr/>
          </p:nvSpPr>
          <p:spPr>
            <a:xfrm>
              <a:off x="5671748" y="3905274"/>
              <a:ext cx="319726" cy="317317"/>
            </a:xfrm>
            <a:custGeom>
              <a:avLst/>
              <a:gdLst/>
              <a:ahLst/>
              <a:cxnLst/>
              <a:rect l="l" t="t" r="r" b="b"/>
              <a:pathLst>
                <a:path w="2020" h="2182" extrusionOk="0">
                  <a:moveTo>
                    <a:pt x="432" y="0"/>
                  </a:moveTo>
                  <a:cubicBezTo>
                    <a:pt x="188" y="0"/>
                    <a:pt x="1" y="196"/>
                    <a:pt x="1" y="431"/>
                  </a:cubicBezTo>
                  <a:lnTo>
                    <a:pt x="1" y="1750"/>
                  </a:lnTo>
                  <a:cubicBezTo>
                    <a:pt x="1" y="1983"/>
                    <a:pt x="188" y="2181"/>
                    <a:pt x="432" y="2181"/>
                  </a:cubicBezTo>
                  <a:lnTo>
                    <a:pt x="1588" y="2181"/>
                  </a:lnTo>
                  <a:cubicBezTo>
                    <a:pt x="1821" y="2181"/>
                    <a:pt x="2020" y="1983"/>
                    <a:pt x="2020" y="1750"/>
                  </a:cubicBezTo>
                  <a:lnTo>
                    <a:pt x="2020" y="431"/>
                  </a:lnTo>
                  <a:cubicBezTo>
                    <a:pt x="2020" y="196"/>
                    <a:pt x="1821" y="0"/>
                    <a:pt x="15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57150" dir="5400000" algn="bl" rotWithShape="0">
                <a:srgbClr val="17336B">
                  <a:alpha val="15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4" name="Google Shape;1964;p88"/>
            <p:cNvSpPr/>
            <p:nvPr/>
          </p:nvSpPr>
          <p:spPr>
            <a:xfrm>
              <a:off x="5671748" y="4042414"/>
              <a:ext cx="319726" cy="180182"/>
            </a:xfrm>
            <a:custGeom>
              <a:avLst/>
              <a:gdLst/>
              <a:ahLst/>
              <a:cxnLst/>
              <a:rect l="l" t="t" r="r" b="b"/>
              <a:pathLst>
                <a:path w="2020" h="1239" extrusionOk="0">
                  <a:moveTo>
                    <a:pt x="1448" y="1"/>
                  </a:moveTo>
                  <a:cubicBezTo>
                    <a:pt x="1401" y="1"/>
                    <a:pt x="1353" y="23"/>
                    <a:pt x="1331" y="60"/>
                  </a:cubicBezTo>
                  <a:lnTo>
                    <a:pt x="782" y="771"/>
                  </a:lnTo>
                  <a:lnTo>
                    <a:pt x="491" y="457"/>
                  </a:lnTo>
                  <a:cubicBezTo>
                    <a:pt x="457" y="421"/>
                    <a:pt x="421" y="410"/>
                    <a:pt x="387" y="410"/>
                  </a:cubicBezTo>
                  <a:cubicBezTo>
                    <a:pt x="351" y="410"/>
                    <a:pt x="317" y="421"/>
                    <a:pt x="281" y="457"/>
                  </a:cubicBezTo>
                  <a:lnTo>
                    <a:pt x="1" y="737"/>
                  </a:lnTo>
                  <a:lnTo>
                    <a:pt x="1" y="807"/>
                  </a:lnTo>
                  <a:cubicBezTo>
                    <a:pt x="1" y="1040"/>
                    <a:pt x="188" y="1238"/>
                    <a:pt x="432" y="1238"/>
                  </a:cubicBezTo>
                  <a:lnTo>
                    <a:pt x="1588" y="1238"/>
                  </a:lnTo>
                  <a:cubicBezTo>
                    <a:pt x="1821" y="1238"/>
                    <a:pt x="2020" y="1040"/>
                    <a:pt x="2020" y="807"/>
                  </a:cubicBezTo>
                  <a:lnTo>
                    <a:pt x="2020" y="561"/>
                  </a:lnTo>
                  <a:lnTo>
                    <a:pt x="1552" y="48"/>
                  </a:lnTo>
                  <a:cubicBezTo>
                    <a:pt x="1530" y="12"/>
                    <a:pt x="1482" y="1"/>
                    <a:pt x="144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dist="57150" dir="5400000" algn="bl" rotWithShape="0">
                <a:srgbClr val="17336B">
                  <a:alpha val="15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5" name="Google Shape;1965;p88"/>
            <p:cNvSpPr/>
            <p:nvPr/>
          </p:nvSpPr>
          <p:spPr>
            <a:xfrm>
              <a:off x="5703246" y="3957774"/>
              <a:ext cx="75974" cy="67768"/>
            </a:xfrm>
            <a:custGeom>
              <a:avLst/>
              <a:gdLst/>
              <a:ahLst/>
              <a:cxnLst/>
              <a:rect l="l" t="t" r="r" b="b"/>
              <a:pathLst>
                <a:path w="480" h="466" extrusionOk="0">
                  <a:moveTo>
                    <a:pt x="244" y="0"/>
                  </a:moveTo>
                  <a:cubicBezTo>
                    <a:pt x="104" y="0"/>
                    <a:pt x="0" y="104"/>
                    <a:pt x="0" y="233"/>
                  </a:cubicBezTo>
                  <a:cubicBezTo>
                    <a:pt x="0" y="362"/>
                    <a:pt x="104" y="465"/>
                    <a:pt x="244" y="465"/>
                  </a:cubicBezTo>
                  <a:cubicBezTo>
                    <a:pt x="373" y="465"/>
                    <a:pt x="479" y="362"/>
                    <a:pt x="479" y="233"/>
                  </a:cubicBezTo>
                  <a:cubicBezTo>
                    <a:pt x="479" y="104"/>
                    <a:pt x="373" y="0"/>
                    <a:pt x="24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dist="57150" dir="5400000" algn="bl" rotWithShape="0">
                <a:srgbClr val="17336B">
                  <a:alpha val="15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6" name="Google Shape;1966;p88"/>
            <p:cNvSpPr/>
            <p:nvPr/>
          </p:nvSpPr>
          <p:spPr>
            <a:xfrm>
              <a:off x="6255500" y="4126117"/>
              <a:ext cx="1287271" cy="30526"/>
            </a:xfrm>
            <a:custGeom>
              <a:avLst/>
              <a:gdLst/>
              <a:ahLst/>
              <a:cxnLst/>
              <a:rect l="l" t="t" r="r" b="b"/>
              <a:pathLst>
                <a:path w="8133" h="606" extrusionOk="0">
                  <a:moveTo>
                    <a:pt x="1" y="0"/>
                  </a:moveTo>
                  <a:lnTo>
                    <a:pt x="1" y="605"/>
                  </a:lnTo>
                  <a:lnTo>
                    <a:pt x="8132" y="605"/>
                  </a:lnTo>
                  <a:lnTo>
                    <a:pt x="813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57150" dir="5400000" algn="bl" rotWithShape="0">
                <a:srgbClr val="17336B">
                  <a:alpha val="15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67" name="Google Shape;1967;p88"/>
          <p:cNvSpPr/>
          <p:nvPr/>
        </p:nvSpPr>
        <p:spPr>
          <a:xfrm>
            <a:off x="904200" y="2040227"/>
            <a:ext cx="360880" cy="360060"/>
          </a:xfrm>
          <a:custGeom>
            <a:avLst/>
            <a:gdLst/>
            <a:ahLst/>
            <a:cxnLst/>
            <a:rect l="l" t="t" r="r" b="b"/>
            <a:pathLst>
              <a:path w="14257" h="14226" extrusionOk="0">
                <a:moveTo>
                  <a:pt x="7160" y="4895"/>
                </a:moveTo>
                <a:cubicBezTo>
                  <a:pt x="8066" y="4895"/>
                  <a:pt x="8891" y="5467"/>
                  <a:pt x="9180" y="6383"/>
                </a:cubicBezTo>
                <a:cubicBezTo>
                  <a:pt x="9575" y="7508"/>
                  <a:pt x="8967" y="8724"/>
                  <a:pt x="7812" y="9119"/>
                </a:cubicBezTo>
                <a:cubicBezTo>
                  <a:pt x="7591" y="9191"/>
                  <a:pt x="7367" y="9225"/>
                  <a:pt x="7145" y="9225"/>
                </a:cubicBezTo>
                <a:cubicBezTo>
                  <a:pt x="6241" y="9225"/>
                  <a:pt x="5394" y="8655"/>
                  <a:pt x="5077" y="7751"/>
                </a:cubicBezTo>
                <a:cubicBezTo>
                  <a:pt x="4712" y="6596"/>
                  <a:pt x="5320" y="5380"/>
                  <a:pt x="6444" y="5016"/>
                </a:cubicBezTo>
                <a:cubicBezTo>
                  <a:pt x="6683" y="4934"/>
                  <a:pt x="6924" y="4895"/>
                  <a:pt x="7160" y="4895"/>
                </a:cubicBezTo>
                <a:close/>
                <a:moveTo>
                  <a:pt x="6080" y="0"/>
                </a:moveTo>
                <a:lnTo>
                  <a:pt x="3526" y="851"/>
                </a:lnTo>
                <a:lnTo>
                  <a:pt x="4226" y="2827"/>
                </a:lnTo>
                <a:cubicBezTo>
                  <a:pt x="3830" y="3101"/>
                  <a:pt x="3526" y="3374"/>
                  <a:pt x="3222" y="3709"/>
                </a:cubicBezTo>
                <a:lnTo>
                  <a:pt x="1368" y="2797"/>
                </a:lnTo>
                <a:lnTo>
                  <a:pt x="183" y="5228"/>
                </a:lnTo>
                <a:lnTo>
                  <a:pt x="2037" y="6140"/>
                </a:lnTo>
                <a:cubicBezTo>
                  <a:pt x="1976" y="6566"/>
                  <a:pt x="1946" y="7022"/>
                  <a:pt x="1976" y="7478"/>
                </a:cubicBezTo>
                <a:lnTo>
                  <a:pt x="0" y="8146"/>
                </a:lnTo>
                <a:lnTo>
                  <a:pt x="852" y="10700"/>
                </a:lnTo>
                <a:lnTo>
                  <a:pt x="2827" y="10031"/>
                </a:lnTo>
                <a:cubicBezTo>
                  <a:pt x="3101" y="10396"/>
                  <a:pt x="3374" y="10700"/>
                  <a:pt x="3709" y="11004"/>
                </a:cubicBezTo>
                <a:lnTo>
                  <a:pt x="2797" y="12858"/>
                </a:lnTo>
                <a:lnTo>
                  <a:pt x="5229" y="14043"/>
                </a:lnTo>
                <a:lnTo>
                  <a:pt x="6140" y="12189"/>
                </a:lnTo>
                <a:cubicBezTo>
                  <a:pt x="6441" y="12232"/>
                  <a:pt x="6757" y="12275"/>
                  <a:pt x="7078" y="12275"/>
                </a:cubicBezTo>
                <a:cubicBezTo>
                  <a:pt x="7211" y="12275"/>
                  <a:pt x="7344" y="12268"/>
                  <a:pt x="7478" y="12250"/>
                </a:cubicBezTo>
                <a:lnTo>
                  <a:pt x="8147" y="14225"/>
                </a:lnTo>
                <a:lnTo>
                  <a:pt x="10700" y="13374"/>
                </a:lnTo>
                <a:lnTo>
                  <a:pt x="10031" y="11399"/>
                </a:lnTo>
                <a:cubicBezTo>
                  <a:pt x="10396" y="11125"/>
                  <a:pt x="10700" y="10852"/>
                  <a:pt x="11004" y="10517"/>
                </a:cubicBezTo>
                <a:lnTo>
                  <a:pt x="12858" y="11429"/>
                </a:lnTo>
                <a:lnTo>
                  <a:pt x="14043" y="8997"/>
                </a:lnTo>
                <a:lnTo>
                  <a:pt x="12189" y="8086"/>
                </a:lnTo>
                <a:cubicBezTo>
                  <a:pt x="12280" y="7660"/>
                  <a:pt x="12311" y="7204"/>
                  <a:pt x="12280" y="6748"/>
                </a:cubicBezTo>
                <a:lnTo>
                  <a:pt x="14256" y="6079"/>
                </a:lnTo>
                <a:lnTo>
                  <a:pt x="13375" y="3526"/>
                </a:lnTo>
                <a:lnTo>
                  <a:pt x="11399" y="4195"/>
                </a:lnTo>
                <a:cubicBezTo>
                  <a:pt x="11125" y="3830"/>
                  <a:pt x="10852" y="3526"/>
                  <a:pt x="10517" y="3222"/>
                </a:cubicBezTo>
                <a:lnTo>
                  <a:pt x="11429" y="1368"/>
                </a:lnTo>
                <a:lnTo>
                  <a:pt x="8998" y="183"/>
                </a:lnTo>
                <a:lnTo>
                  <a:pt x="8086" y="2037"/>
                </a:lnTo>
                <a:cubicBezTo>
                  <a:pt x="7785" y="1994"/>
                  <a:pt x="7469" y="1951"/>
                  <a:pt x="7148" y="1951"/>
                </a:cubicBezTo>
                <a:cubicBezTo>
                  <a:pt x="7015" y="1951"/>
                  <a:pt x="6882" y="1958"/>
                  <a:pt x="6748" y="1976"/>
                </a:cubicBezTo>
                <a:lnTo>
                  <a:pt x="608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ffectLst>
            <a:outerShdw blurRad="57150" dist="57150" dir="5400000" algn="bl" rotWithShape="0">
              <a:schemeClr val="dk1">
                <a:alpha val="16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8" name="Google Shape;1968;p88"/>
          <p:cNvSpPr/>
          <p:nvPr/>
        </p:nvSpPr>
        <p:spPr>
          <a:xfrm rot="10800000">
            <a:off x="7818811" y="1146764"/>
            <a:ext cx="320089" cy="320089"/>
          </a:xfrm>
          <a:custGeom>
            <a:avLst/>
            <a:gdLst/>
            <a:ahLst/>
            <a:cxnLst/>
            <a:rect l="l" t="t" r="r" b="b"/>
            <a:pathLst>
              <a:path w="10031" h="10031" extrusionOk="0">
                <a:moveTo>
                  <a:pt x="5047" y="3455"/>
                </a:moveTo>
                <a:cubicBezTo>
                  <a:pt x="5309" y="3455"/>
                  <a:pt x="5573" y="3526"/>
                  <a:pt x="5806" y="3678"/>
                </a:cubicBezTo>
                <a:cubicBezTo>
                  <a:pt x="6535" y="4134"/>
                  <a:pt x="6778" y="5046"/>
                  <a:pt x="6353" y="5775"/>
                </a:cubicBezTo>
                <a:cubicBezTo>
                  <a:pt x="6074" y="6254"/>
                  <a:pt x="5572" y="6523"/>
                  <a:pt x="5055" y="6523"/>
                </a:cubicBezTo>
                <a:cubicBezTo>
                  <a:pt x="4783" y="6523"/>
                  <a:pt x="4507" y="6449"/>
                  <a:pt x="4256" y="6292"/>
                </a:cubicBezTo>
                <a:cubicBezTo>
                  <a:pt x="3526" y="5897"/>
                  <a:pt x="3283" y="4924"/>
                  <a:pt x="3739" y="4225"/>
                </a:cubicBezTo>
                <a:cubicBezTo>
                  <a:pt x="4002" y="3739"/>
                  <a:pt x="4522" y="3455"/>
                  <a:pt x="5047" y="3455"/>
                </a:cubicBezTo>
                <a:close/>
                <a:moveTo>
                  <a:pt x="4681" y="0"/>
                </a:moveTo>
                <a:lnTo>
                  <a:pt x="2857" y="456"/>
                </a:lnTo>
                <a:lnTo>
                  <a:pt x="3222" y="1854"/>
                </a:lnTo>
                <a:cubicBezTo>
                  <a:pt x="2979" y="2006"/>
                  <a:pt x="2705" y="2189"/>
                  <a:pt x="2462" y="2432"/>
                </a:cubicBezTo>
                <a:lnTo>
                  <a:pt x="1216" y="1672"/>
                </a:lnTo>
                <a:lnTo>
                  <a:pt x="274" y="3313"/>
                </a:lnTo>
                <a:lnTo>
                  <a:pt x="1520" y="4073"/>
                </a:lnTo>
                <a:cubicBezTo>
                  <a:pt x="1459" y="4377"/>
                  <a:pt x="1398" y="4681"/>
                  <a:pt x="1398" y="4985"/>
                </a:cubicBezTo>
                <a:lnTo>
                  <a:pt x="0" y="5350"/>
                </a:lnTo>
                <a:lnTo>
                  <a:pt x="456" y="7173"/>
                </a:lnTo>
                <a:lnTo>
                  <a:pt x="1854" y="6809"/>
                </a:lnTo>
                <a:cubicBezTo>
                  <a:pt x="2006" y="7052"/>
                  <a:pt x="2189" y="7325"/>
                  <a:pt x="2432" y="7569"/>
                </a:cubicBezTo>
                <a:lnTo>
                  <a:pt x="1672" y="8815"/>
                </a:lnTo>
                <a:lnTo>
                  <a:pt x="3313" y="9757"/>
                </a:lnTo>
                <a:lnTo>
                  <a:pt x="4073" y="8511"/>
                </a:lnTo>
                <a:cubicBezTo>
                  <a:pt x="4377" y="8572"/>
                  <a:pt x="4681" y="8632"/>
                  <a:pt x="4985" y="8632"/>
                </a:cubicBezTo>
                <a:lnTo>
                  <a:pt x="5350" y="10031"/>
                </a:lnTo>
                <a:lnTo>
                  <a:pt x="7174" y="9575"/>
                </a:lnTo>
                <a:lnTo>
                  <a:pt x="6809" y="8176"/>
                </a:lnTo>
                <a:cubicBezTo>
                  <a:pt x="7052" y="8024"/>
                  <a:pt x="7326" y="7812"/>
                  <a:pt x="7569" y="7599"/>
                </a:cubicBezTo>
                <a:lnTo>
                  <a:pt x="8815" y="8359"/>
                </a:lnTo>
                <a:lnTo>
                  <a:pt x="9757" y="6717"/>
                </a:lnTo>
                <a:lnTo>
                  <a:pt x="8511" y="5958"/>
                </a:lnTo>
                <a:cubicBezTo>
                  <a:pt x="8572" y="5654"/>
                  <a:pt x="8633" y="5350"/>
                  <a:pt x="8633" y="5046"/>
                </a:cubicBezTo>
                <a:lnTo>
                  <a:pt x="10031" y="4681"/>
                </a:lnTo>
                <a:lnTo>
                  <a:pt x="9575" y="2857"/>
                </a:lnTo>
                <a:lnTo>
                  <a:pt x="8177" y="3222"/>
                </a:lnTo>
                <a:cubicBezTo>
                  <a:pt x="8025" y="2948"/>
                  <a:pt x="7842" y="2705"/>
                  <a:pt x="7599" y="2462"/>
                </a:cubicBezTo>
                <a:lnTo>
                  <a:pt x="8359" y="1216"/>
                </a:lnTo>
                <a:lnTo>
                  <a:pt x="6718" y="274"/>
                </a:lnTo>
                <a:lnTo>
                  <a:pt x="5958" y="1520"/>
                </a:lnTo>
                <a:cubicBezTo>
                  <a:pt x="5654" y="1429"/>
                  <a:pt x="5350" y="1398"/>
                  <a:pt x="5046" y="1398"/>
                </a:cubicBezTo>
                <a:lnTo>
                  <a:pt x="4681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  <a:effectLst>
            <a:outerShdw blurRad="57150" dist="476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9" name="Google Shape;1969;p88"/>
          <p:cNvSpPr/>
          <p:nvPr/>
        </p:nvSpPr>
        <p:spPr>
          <a:xfrm>
            <a:off x="1154973" y="3693025"/>
            <a:ext cx="216619" cy="216619"/>
          </a:xfrm>
          <a:custGeom>
            <a:avLst/>
            <a:gdLst/>
            <a:ahLst/>
            <a:cxnLst/>
            <a:rect l="l" t="t" r="r" b="b"/>
            <a:pathLst>
              <a:path w="10031" h="10031" extrusionOk="0">
                <a:moveTo>
                  <a:pt x="5047" y="3455"/>
                </a:moveTo>
                <a:cubicBezTo>
                  <a:pt x="5309" y="3455"/>
                  <a:pt x="5573" y="3526"/>
                  <a:pt x="5806" y="3678"/>
                </a:cubicBezTo>
                <a:cubicBezTo>
                  <a:pt x="6535" y="4134"/>
                  <a:pt x="6778" y="5046"/>
                  <a:pt x="6353" y="5775"/>
                </a:cubicBezTo>
                <a:cubicBezTo>
                  <a:pt x="6074" y="6254"/>
                  <a:pt x="5572" y="6523"/>
                  <a:pt x="5055" y="6523"/>
                </a:cubicBezTo>
                <a:cubicBezTo>
                  <a:pt x="4783" y="6523"/>
                  <a:pt x="4507" y="6449"/>
                  <a:pt x="4256" y="6292"/>
                </a:cubicBezTo>
                <a:cubicBezTo>
                  <a:pt x="3526" y="5897"/>
                  <a:pt x="3283" y="4924"/>
                  <a:pt x="3739" y="4225"/>
                </a:cubicBezTo>
                <a:cubicBezTo>
                  <a:pt x="4002" y="3739"/>
                  <a:pt x="4522" y="3455"/>
                  <a:pt x="5047" y="3455"/>
                </a:cubicBezTo>
                <a:close/>
                <a:moveTo>
                  <a:pt x="4681" y="0"/>
                </a:moveTo>
                <a:lnTo>
                  <a:pt x="2857" y="456"/>
                </a:lnTo>
                <a:lnTo>
                  <a:pt x="3222" y="1854"/>
                </a:lnTo>
                <a:cubicBezTo>
                  <a:pt x="2979" y="2006"/>
                  <a:pt x="2705" y="2189"/>
                  <a:pt x="2462" y="2432"/>
                </a:cubicBezTo>
                <a:lnTo>
                  <a:pt x="1216" y="1672"/>
                </a:lnTo>
                <a:lnTo>
                  <a:pt x="274" y="3313"/>
                </a:lnTo>
                <a:lnTo>
                  <a:pt x="1520" y="4073"/>
                </a:lnTo>
                <a:cubicBezTo>
                  <a:pt x="1459" y="4377"/>
                  <a:pt x="1398" y="4681"/>
                  <a:pt x="1398" y="4985"/>
                </a:cubicBezTo>
                <a:lnTo>
                  <a:pt x="0" y="5350"/>
                </a:lnTo>
                <a:lnTo>
                  <a:pt x="456" y="7173"/>
                </a:lnTo>
                <a:lnTo>
                  <a:pt x="1854" y="6809"/>
                </a:lnTo>
                <a:cubicBezTo>
                  <a:pt x="2006" y="7052"/>
                  <a:pt x="2189" y="7325"/>
                  <a:pt x="2432" y="7569"/>
                </a:cubicBezTo>
                <a:lnTo>
                  <a:pt x="1672" y="8815"/>
                </a:lnTo>
                <a:lnTo>
                  <a:pt x="3313" y="9757"/>
                </a:lnTo>
                <a:lnTo>
                  <a:pt x="4073" y="8511"/>
                </a:lnTo>
                <a:cubicBezTo>
                  <a:pt x="4377" y="8572"/>
                  <a:pt x="4681" y="8632"/>
                  <a:pt x="4985" y="8632"/>
                </a:cubicBezTo>
                <a:lnTo>
                  <a:pt x="5350" y="10031"/>
                </a:lnTo>
                <a:lnTo>
                  <a:pt x="7174" y="9575"/>
                </a:lnTo>
                <a:lnTo>
                  <a:pt x="6809" y="8176"/>
                </a:lnTo>
                <a:cubicBezTo>
                  <a:pt x="7052" y="8024"/>
                  <a:pt x="7326" y="7812"/>
                  <a:pt x="7569" y="7599"/>
                </a:cubicBezTo>
                <a:lnTo>
                  <a:pt x="8815" y="8359"/>
                </a:lnTo>
                <a:lnTo>
                  <a:pt x="9757" y="6717"/>
                </a:lnTo>
                <a:lnTo>
                  <a:pt x="8511" y="5958"/>
                </a:lnTo>
                <a:cubicBezTo>
                  <a:pt x="8572" y="5654"/>
                  <a:pt x="8633" y="5350"/>
                  <a:pt x="8633" y="5046"/>
                </a:cubicBezTo>
                <a:lnTo>
                  <a:pt x="10031" y="4681"/>
                </a:lnTo>
                <a:lnTo>
                  <a:pt x="9575" y="2857"/>
                </a:lnTo>
                <a:lnTo>
                  <a:pt x="8177" y="3222"/>
                </a:lnTo>
                <a:cubicBezTo>
                  <a:pt x="8025" y="2948"/>
                  <a:pt x="7842" y="2705"/>
                  <a:pt x="7599" y="2462"/>
                </a:cubicBezTo>
                <a:lnTo>
                  <a:pt x="8359" y="1216"/>
                </a:lnTo>
                <a:lnTo>
                  <a:pt x="6718" y="274"/>
                </a:lnTo>
                <a:lnTo>
                  <a:pt x="5958" y="1520"/>
                </a:lnTo>
                <a:cubicBezTo>
                  <a:pt x="5654" y="1429"/>
                  <a:pt x="5350" y="1398"/>
                  <a:pt x="5046" y="1398"/>
                </a:cubicBezTo>
                <a:lnTo>
                  <a:pt x="468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57150" dist="476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/>
                                        <p:tgtEl>
                                          <p:spTgt spid="1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800"/>
                                        <p:tgtEl>
                                          <p:spTgt spid="1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800"/>
                            </p:stCondLst>
                            <p:childTnLst>
                              <p:par>
                                <p:cTn id="12" presetID="8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13" dur="800" fill="hold"/>
                                        <p:tgtEl>
                                          <p:spTgt spid="196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15" dur="800" fill="hold"/>
                                        <p:tgtEl>
                                          <p:spTgt spid="196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17" dur="800" fill="hold"/>
                                        <p:tgtEl>
                                          <p:spTgt spid="196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 Online News App by Slidesgo">
  <a:themeElements>
    <a:clrScheme name="Simple Light">
      <a:dk1>
        <a:srgbClr val="17336B"/>
      </a:dk1>
      <a:lt1>
        <a:srgbClr val="F9F8FF"/>
      </a:lt1>
      <a:dk2>
        <a:srgbClr val="66BEE9"/>
      </a:dk2>
      <a:lt2>
        <a:srgbClr val="4EB3E4"/>
      </a:lt2>
      <a:accent1>
        <a:srgbClr val="FFD65F"/>
      </a:accent1>
      <a:accent2>
        <a:srgbClr val="FDA0B4"/>
      </a:accent2>
      <a:accent3>
        <a:srgbClr val="E951C2"/>
      </a:accent3>
      <a:accent4>
        <a:srgbClr val="60D8F4"/>
      </a:accent4>
      <a:accent5>
        <a:srgbClr val="81EEEB"/>
      </a:accent5>
      <a:accent6>
        <a:srgbClr val="DF5F69"/>
      </a:accent6>
      <a:hlink>
        <a:srgbClr val="0D285E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329</Words>
  <Application>Microsoft Office PowerPoint</Application>
  <PresentationFormat>Экран (16:9)</PresentationFormat>
  <Paragraphs>104</Paragraphs>
  <Slides>18</Slides>
  <Notes>18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26" baseType="lpstr">
      <vt:lpstr>Denk One</vt:lpstr>
      <vt:lpstr>Orbitron</vt:lpstr>
      <vt:lpstr>Arial</vt:lpstr>
      <vt:lpstr>Overpass</vt:lpstr>
      <vt:lpstr>Quicksand</vt:lpstr>
      <vt:lpstr>Fira Sans Extra Condensed</vt:lpstr>
      <vt:lpstr>Oxanium</vt:lpstr>
      <vt:lpstr> Online News App by Slidesgo</vt:lpstr>
      <vt:lpstr>Правила онлайн-безопасности</vt:lpstr>
      <vt:lpstr>Интернет-</vt:lpstr>
      <vt:lpstr>1</vt:lpstr>
      <vt:lpstr>Каждому ребенку нужно знать правила безопасности.</vt:lpstr>
      <vt:lpstr>Правило</vt:lpstr>
      <vt:lpstr>Правило</vt:lpstr>
      <vt:lpstr>02</vt:lpstr>
      <vt:lpstr>02</vt:lpstr>
      <vt:lpstr>Правило</vt:lpstr>
      <vt:lpstr>04</vt:lpstr>
      <vt:lpstr>04</vt:lpstr>
      <vt:lpstr>Правило</vt:lpstr>
      <vt:lpstr>Правило</vt:lpstr>
      <vt:lpstr>06</vt:lpstr>
      <vt:lpstr>06</vt:lpstr>
      <vt:lpstr>Что делать, если появилась проблема?</vt:lpstr>
      <vt:lpstr>Главное правило</vt:lpstr>
      <vt:lpstr>СПАСИБО ЗА ВНИМАНИЕ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Правила онлайн-безопасности</dc:title>
  <dc:creator>Пользователь</dc:creator>
  <cp:lastModifiedBy>Арсений федоренко</cp:lastModifiedBy>
  <cp:revision>12</cp:revision>
  <dcterms:modified xsi:type="dcterms:W3CDTF">2026-04-21T15:14:14Z</dcterms:modified>
</cp:coreProperties>
</file>